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sldIdLst>
    <p:sldId id="289" r:id="rId2"/>
    <p:sldId id="447" r:id="rId3"/>
    <p:sldId id="285" r:id="rId4"/>
    <p:sldId id="455" r:id="rId5"/>
    <p:sldId id="456" r:id="rId6"/>
    <p:sldId id="422" r:id="rId7"/>
    <p:sldId id="412" r:id="rId8"/>
    <p:sldId id="258" r:id="rId9"/>
    <p:sldId id="423" r:id="rId10"/>
    <p:sldId id="424" r:id="rId11"/>
    <p:sldId id="259" r:id="rId12"/>
    <p:sldId id="458" r:id="rId13"/>
    <p:sldId id="420" r:id="rId14"/>
    <p:sldId id="425" r:id="rId15"/>
    <p:sldId id="261" r:id="rId16"/>
    <p:sldId id="262" r:id="rId17"/>
    <p:sldId id="263" r:id="rId18"/>
    <p:sldId id="442" r:id="rId19"/>
    <p:sldId id="264" r:id="rId20"/>
    <p:sldId id="444" r:id="rId21"/>
    <p:sldId id="443" r:id="rId22"/>
    <p:sldId id="459" r:id="rId23"/>
    <p:sldId id="266" r:id="rId24"/>
    <p:sldId id="267" r:id="rId25"/>
    <p:sldId id="426" r:id="rId26"/>
    <p:sldId id="268" r:id="rId27"/>
    <p:sldId id="427" r:id="rId28"/>
    <p:sldId id="460" r:id="rId29"/>
    <p:sldId id="457" r:id="rId30"/>
    <p:sldId id="461" r:id="rId31"/>
    <p:sldId id="269" r:id="rId32"/>
    <p:sldId id="462" r:id="rId33"/>
    <p:sldId id="452" r:id="rId34"/>
    <p:sldId id="463" r:id="rId35"/>
    <p:sldId id="464" r:id="rId36"/>
    <p:sldId id="260" r:id="rId37"/>
    <p:sldId id="465" r:id="rId38"/>
    <p:sldId id="466" r:id="rId39"/>
    <p:sldId id="467" r:id="rId40"/>
    <p:sldId id="468" r:id="rId41"/>
    <p:sldId id="428" r:id="rId42"/>
    <p:sldId id="270" r:id="rId43"/>
    <p:sldId id="431" r:id="rId44"/>
    <p:sldId id="446" r:id="rId45"/>
    <p:sldId id="271" r:id="rId46"/>
    <p:sldId id="453" r:id="rId47"/>
    <p:sldId id="454" r:id="rId48"/>
    <p:sldId id="433" r:id="rId49"/>
    <p:sldId id="434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28C91-A8A0-1F4D-84BA-912B639D191F}" v="1133" dt="2023-04-13T05:41:48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15" autoAdjust="0"/>
    <p:restoredTop sz="95717"/>
  </p:normalViewPr>
  <p:slideViewPr>
    <p:cSldViewPr snapToGrid="0" snapToObjects="1">
      <p:cViewPr varScale="1">
        <p:scale>
          <a:sx n="95" d="100"/>
          <a:sy n="95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09C28C91-A8A0-1F4D-84BA-912B639D191F}"/>
    <pc:docChg chg="undo custSel addSld delSld modSld sldOrd">
      <pc:chgData name="Fei Zheng" userId="d19317889db4c986" providerId="LiveId" clId="{09C28C91-A8A0-1F4D-84BA-912B639D191F}" dt="2023-04-13T05:41:52.325" v="1803" actId="1076"/>
      <pc:docMkLst>
        <pc:docMk/>
      </pc:docMkLst>
      <pc:sldChg chg="addSp delSp modSp mod delAnim modAnim">
        <pc:chgData name="Fei Zheng" userId="d19317889db4c986" providerId="LiveId" clId="{09C28C91-A8A0-1F4D-84BA-912B639D191F}" dt="2023-04-13T04:49:54.919" v="1366"/>
        <pc:sldMkLst>
          <pc:docMk/>
          <pc:sldMk cId="4145988057" sldId="258"/>
        </pc:sldMkLst>
        <pc:spChg chg="mod">
          <ac:chgData name="Fei Zheng" userId="d19317889db4c986" providerId="LiveId" clId="{09C28C91-A8A0-1F4D-84BA-912B639D191F}" dt="2023-04-13T04:49:54.919" v="1366"/>
          <ac:spMkLst>
            <pc:docMk/>
            <pc:sldMk cId="4145988057" sldId="258"/>
            <ac:spMk id="3" creationId="{7D2B4430-D268-5F24-B677-28A080E32402}"/>
          </ac:spMkLst>
        </pc:spChg>
        <pc:spChg chg="mod">
          <ac:chgData name="Fei Zheng" userId="d19317889db4c986" providerId="LiveId" clId="{09C28C91-A8A0-1F4D-84BA-912B639D191F}" dt="2023-04-07T15:17:45.796" v="477" actId="207"/>
          <ac:spMkLst>
            <pc:docMk/>
            <pc:sldMk cId="4145988057" sldId="258"/>
            <ac:spMk id="4" creationId="{279AABF2-EB26-53F5-D154-DD4604EB2F93}"/>
          </ac:spMkLst>
        </pc:spChg>
        <pc:spChg chg="add del mod">
          <ac:chgData name="Fei Zheng" userId="d19317889db4c986" providerId="LiveId" clId="{09C28C91-A8A0-1F4D-84BA-912B639D191F}" dt="2023-04-07T15:08:57.431" v="330" actId="478"/>
          <ac:spMkLst>
            <pc:docMk/>
            <pc:sldMk cId="4145988057" sldId="258"/>
            <ac:spMk id="5" creationId="{3AA66545-EA7E-FB1B-7894-82071D14EBB8}"/>
          </ac:spMkLst>
        </pc:spChg>
        <pc:cxnChg chg="add mod">
          <ac:chgData name="Fei Zheng" userId="d19317889db4c986" providerId="LiveId" clId="{09C28C91-A8A0-1F4D-84BA-912B639D191F}" dt="2023-04-07T15:18:50.682" v="487"/>
          <ac:cxnSpMkLst>
            <pc:docMk/>
            <pc:sldMk cId="4145988057" sldId="258"/>
            <ac:cxnSpMk id="6" creationId="{0433EA9A-3C09-544F-3108-B27B61A089D1}"/>
          </ac:cxnSpMkLst>
        </pc:cxnChg>
      </pc:sldChg>
      <pc:sldChg chg="addSp modSp mod modAnim">
        <pc:chgData name="Fei Zheng" userId="d19317889db4c986" providerId="LiveId" clId="{09C28C91-A8A0-1F4D-84BA-912B639D191F}" dt="2023-04-07T15:26:36.489" v="636" actId="1076"/>
        <pc:sldMkLst>
          <pc:docMk/>
          <pc:sldMk cId="2650816285" sldId="259"/>
        </pc:sldMkLst>
        <pc:spChg chg="mod">
          <ac:chgData name="Fei Zheng" userId="d19317889db4c986" providerId="LiveId" clId="{09C28C91-A8A0-1F4D-84BA-912B639D191F}" dt="2023-04-07T15:15:38.292" v="466" actId="20577"/>
          <ac:spMkLst>
            <pc:docMk/>
            <pc:sldMk cId="2650816285" sldId="259"/>
            <ac:spMk id="2" creationId="{C494432B-602D-2F5B-3029-21CD02CF1372}"/>
          </ac:spMkLst>
        </pc:spChg>
        <pc:spChg chg="mod">
          <ac:chgData name="Fei Zheng" userId="d19317889db4c986" providerId="LiveId" clId="{09C28C91-A8A0-1F4D-84BA-912B639D191F}" dt="2023-04-07T15:26:36.489" v="636" actId="1076"/>
          <ac:spMkLst>
            <pc:docMk/>
            <pc:sldMk cId="2650816285" sldId="259"/>
            <ac:spMk id="5" creationId="{7A356429-752A-68FA-A6AB-CE569984A703}"/>
          </ac:spMkLst>
        </pc:spChg>
        <pc:cxnChg chg="add mod">
          <ac:chgData name="Fei Zheng" userId="d19317889db4c986" providerId="LiveId" clId="{09C28C91-A8A0-1F4D-84BA-912B639D191F}" dt="2023-04-07T15:18:55.756" v="490"/>
          <ac:cxnSpMkLst>
            <pc:docMk/>
            <pc:sldMk cId="2650816285" sldId="259"/>
            <ac:cxnSpMk id="4" creationId="{9676FD25-0769-991E-57C6-041B8D53F83E}"/>
          </ac:cxnSpMkLst>
        </pc:cxnChg>
      </pc:sldChg>
      <pc:sldChg chg="addSp modSp mod ord">
        <pc:chgData name="Fei Zheng" userId="d19317889db4c986" providerId="LiveId" clId="{09C28C91-A8A0-1F4D-84BA-912B639D191F}" dt="2023-04-13T05:09:42.497" v="1415" actId="20578"/>
        <pc:sldMkLst>
          <pc:docMk/>
          <pc:sldMk cId="2802735681" sldId="260"/>
        </pc:sldMkLst>
        <pc:spChg chg="mod">
          <ac:chgData name="Fei Zheng" userId="d19317889db4c986" providerId="LiveId" clId="{09C28C91-A8A0-1F4D-84BA-912B639D191F}" dt="2023-04-07T15:23:46.708" v="569" actId="207"/>
          <ac:spMkLst>
            <pc:docMk/>
            <pc:sldMk cId="2802735681" sldId="260"/>
            <ac:spMk id="3" creationId="{D8607CDA-5114-8895-3454-418A6493A755}"/>
          </ac:spMkLst>
        </pc:spChg>
        <pc:spChg chg="mod">
          <ac:chgData name="Fei Zheng" userId="d19317889db4c986" providerId="LiveId" clId="{09C28C91-A8A0-1F4D-84BA-912B639D191F}" dt="2023-04-08T12:40:13.305" v="1277" actId="1036"/>
          <ac:spMkLst>
            <pc:docMk/>
            <pc:sldMk cId="2802735681" sldId="260"/>
            <ac:spMk id="4" creationId="{AA48F196-386B-26C1-5838-B4DDFC686E65}"/>
          </ac:spMkLst>
        </pc:spChg>
        <pc:cxnChg chg="add mod">
          <ac:chgData name="Fei Zheng" userId="d19317889db4c986" providerId="LiveId" clId="{09C28C91-A8A0-1F4D-84BA-912B639D191F}" dt="2023-04-07T15:19:21.071" v="506"/>
          <ac:cxnSpMkLst>
            <pc:docMk/>
            <pc:sldMk cId="2802735681" sldId="260"/>
            <ac:cxnSpMk id="2" creationId="{1116292A-5B8A-572C-5A8D-0439AF332EC2}"/>
          </ac:cxnSpMkLst>
        </pc:cxnChg>
      </pc:sldChg>
      <pc:sldChg chg="addSp delSp modSp mod modAnim">
        <pc:chgData name="Fei Zheng" userId="d19317889db4c986" providerId="LiveId" clId="{09C28C91-A8A0-1F4D-84BA-912B639D191F}" dt="2023-04-08T12:19:14.041" v="1156"/>
        <pc:sldMkLst>
          <pc:docMk/>
          <pc:sldMk cId="707216198" sldId="261"/>
        </pc:sldMkLst>
        <pc:spChg chg="mod">
          <ac:chgData name="Fei Zheng" userId="d19317889db4c986" providerId="LiveId" clId="{09C28C91-A8A0-1F4D-84BA-912B639D191F}" dt="2023-04-08T02:13:03.127" v="813" actId="20577"/>
          <ac:spMkLst>
            <pc:docMk/>
            <pc:sldMk cId="707216198" sldId="261"/>
            <ac:spMk id="2" creationId="{E8644D39-4C6D-B2FB-4C64-3166FE2434A0}"/>
          </ac:spMkLst>
        </pc:spChg>
        <pc:spChg chg="del">
          <ac:chgData name="Fei Zheng" userId="d19317889db4c986" providerId="LiveId" clId="{09C28C91-A8A0-1F4D-84BA-912B639D191F}" dt="2023-04-07T15:20:34.968" v="523" actId="478"/>
          <ac:spMkLst>
            <pc:docMk/>
            <pc:sldMk cId="707216198" sldId="261"/>
            <ac:spMk id="3" creationId="{1B91AD48-AA1A-B702-5F36-1891D89E8BA8}"/>
          </ac:spMkLst>
        </pc:spChg>
        <pc:spChg chg="mod">
          <ac:chgData name="Fei Zheng" userId="d19317889db4c986" providerId="LiveId" clId="{09C28C91-A8A0-1F4D-84BA-912B639D191F}" dt="2023-04-08T02:12:10.955" v="786" actId="1076"/>
          <ac:spMkLst>
            <pc:docMk/>
            <pc:sldMk cId="707216198" sldId="261"/>
            <ac:spMk id="4" creationId="{B1AE7AE5-17DD-BA19-D90E-C0A694ADC988}"/>
          </ac:spMkLst>
        </pc:spChg>
        <pc:spChg chg="add mod">
          <ac:chgData name="Fei Zheng" userId="d19317889db4c986" providerId="LiveId" clId="{09C28C91-A8A0-1F4D-84BA-912B639D191F}" dt="2023-04-07T15:21:26.465" v="536" actId="20577"/>
          <ac:spMkLst>
            <pc:docMk/>
            <pc:sldMk cId="707216198" sldId="261"/>
            <ac:spMk id="6" creationId="{4F7BC7C3-4802-81A9-1DB3-8A2FC117057F}"/>
          </ac:spMkLst>
        </pc:spChg>
        <pc:spChg chg="add mod">
          <ac:chgData name="Fei Zheng" userId="d19317889db4c986" providerId="LiveId" clId="{09C28C91-A8A0-1F4D-84BA-912B639D191F}" dt="2023-04-07T15:21:11.803" v="531"/>
          <ac:spMkLst>
            <pc:docMk/>
            <pc:sldMk cId="707216198" sldId="261"/>
            <ac:spMk id="7" creationId="{22D0F3C9-5A25-56BD-F2B0-456E3E6F28B7}"/>
          </ac:spMkLst>
        </pc:spChg>
        <pc:spChg chg="add mod">
          <ac:chgData name="Fei Zheng" userId="d19317889db4c986" providerId="LiveId" clId="{09C28C91-A8A0-1F4D-84BA-912B639D191F}" dt="2023-04-08T02:11:46.355" v="781" actId="403"/>
          <ac:spMkLst>
            <pc:docMk/>
            <pc:sldMk cId="707216198" sldId="261"/>
            <ac:spMk id="8" creationId="{F07CE91E-ACCC-C93D-A8E7-FE5D91C09B6A}"/>
          </ac:spMkLst>
        </pc:spChg>
        <pc:spChg chg="add mod">
          <ac:chgData name="Fei Zheng" userId="d19317889db4c986" providerId="LiveId" clId="{09C28C91-A8A0-1F4D-84BA-912B639D191F}" dt="2023-04-08T02:12:39.069" v="795" actId="20577"/>
          <ac:spMkLst>
            <pc:docMk/>
            <pc:sldMk cId="707216198" sldId="261"/>
            <ac:spMk id="10" creationId="{217D1AAE-5F78-F19B-65B3-B25583FA06A8}"/>
          </ac:spMkLst>
        </pc:spChg>
        <pc:picChg chg="add mod">
          <ac:chgData name="Fei Zheng" userId="d19317889db4c986" providerId="LiveId" clId="{09C28C91-A8A0-1F4D-84BA-912B639D191F}" dt="2023-04-08T12:19:06.855" v="1154" actId="1440"/>
          <ac:picMkLst>
            <pc:docMk/>
            <pc:sldMk cId="707216198" sldId="261"/>
            <ac:picMk id="9" creationId="{F492061C-B948-914F-2784-2B9877A94378}"/>
          </ac:picMkLst>
        </pc:picChg>
        <pc:cxnChg chg="add mod">
          <ac:chgData name="Fei Zheng" userId="d19317889db4c986" providerId="LiveId" clId="{09C28C91-A8A0-1F4D-84BA-912B639D191F}" dt="2023-04-07T15:19:00.738" v="493"/>
          <ac:cxnSpMkLst>
            <pc:docMk/>
            <pc:sldMk cId="707216198" sldId="261"/>
            <ac:cxnSpMk id="5" creationId="{99DB201A-4389-5A1C-1609-163F88640FF8}"/>
          </ac:cxnSpMkLst>
        </pc:cxnChg>
      </pc:sldChg>
      <pc:sldChg chg="addSp delSp modSp add del mod modAnim">
        <pc:chgData name="Fei Zheng" userId="d19317889db4c986" providerId="LiveId" clId="{09C28C91-A8A0-1F4D-84BA-912B639D191F}" dt="2023-04-08T02:15:17.157" v="868" actId="14100"/>
        <pc:sldMkLst>
          <pc:docMk/>
          <pc:sldMk cId="2823787726" sldId="262"/>
        </pc:sldMkLst>
        <pc:spChg chg="mod">
          <ac:chgData name="Fei Zheng" userId="d19317889db4c986" providerId="LiveId" clId="{09C28C91-A8A0-1F4D-84BA-912B639D191F}" dt="2023-04-08T02:15:09.605" v="865" actId="1076"/>
          <ac:spMkLst>
            <pc:docMk/>
            <pc:sldMk cId="2823787726" sldId="262"/>
            <ac:spMk id="2" creationId="{AB3398D4-AD86-B722-3A22-AEBF8F0B6FEE}"/>
          </ac:spMkLst>
        </pc:spChg>
        <pc:spChg chg="del">
          <ac:chgData name="Fei Zheng" userId="d19317889db4c986" providerId="LiveId" clId="{09C28C91-A8A0-1F4D-84BA-912B639D191F}" dt="2023-04-07T15:20:39.478" v="525" actId="478"/>
          <ac:spMkLst>
            <pc:docMk/>
            <pc:sldMk cId="2823787726" sldId="262"/>
            <ac:spMk id="3" creationId="{FEDC5947-F105-9D3D-F5FF-15329242395E}"/>
          </ac:spMkLst>
        </pc:spChg>
        <pc:spChg chg="mod">
          <ac:chgData name="Fei Zheng" userId="d19317889db4c986" providerId="LiveId" clId="{09C28C91-A8A0-1F4D-84BA-912B639D191F}" dt="2023-04-08T02:15:17.157" v="868" actId="14100"/>
          <ac:spMkLst>
            <pc:docMk/>
            <pc:sldMk cId="2823787726" sldId="262"/>
            <ac:spMk id="5" creationId="{C3020028-4CE8-2F47-BABA-591A96E8BEDE}"/>
          </ac:spMkLst>
        </pc:spChg>
        <pc:spChg chg="add mod">
          <ac:chgData name="Fei Zheng" userId="d19317889db4c986" providerId="LiveId" clId="{09C28C91-A8A0-1F4D-84BA-912B639D191F}" dt="2023-04-07T15:21:30.106" v="538" actId="20577"/>
          <ac:spMkLst>
            <pc:docMk/>
            <pc:sldMk cId="2823787726" sldId="262"/>
            <ac:spMk id="6" creationId="{838C5108-4AEE-790D-F2D8-768D09FED0DB}"/>
          </ac:spMkLst>
        </pc:spChg>
        <pc:spChg chg="add mod">
          <ac:chgData name="Fei Zheng" userId="d19317889db4c986" providerId="LiveId" clId="{09C28C91-A8A0-1F4D-84BA-912B639D191F}" dt="2023-04-07T15:21:05.235" v="530"/>
          <ac:spMkLst>
            <pc:docMk/>
            <pc:sldMk cId="2823787726" sldId="262"/>
            <ac:spMk id="7" creationId="{7330FF25-971A-874B-82A1-70C613491E9E}"/>
          </ac:spMkLst>
        </pc:spChg>
        <pc:spChg chg="add mod">
          <ac:chgData name="Fei Zheng" userId="d19317889db4c986" providerId="LiveId" clId="{09C28C91-A8A0-1F4D-84BA-912B639D191F}" dt="2023-04-08T02:14:42.208" v="861" actId="1076"/>
          <ac:spMkLst>
            <pc:docMk/>
            <pc:sldMk cId="2823787726" sldId="262"/>
            <ac:spMk id="8" creationId="{3099D097-9619-832E-91C0-11E50DD36D55}"/>
          </ac:spMkLst>
        </pc:spChg>
        <pc:cxnChg chg="add mod">
          <ac:chgData name="Fei Zheng" userId="d19317889db4c986" providerId="LiveId" clId="{09C28C91-A8A0-1F4D-84BA-912B639D191F}" dt="2023-04-07T15:19:02.372" v="494"/>
          <ac:cxnSpMkLst>
            <pc:docMk/>
            <pc:sldMk cId="2823787726" sldId="262"/>
            <ac:cxnSpMk id="4" creationId="{AF2FBF00-8D7B-99D3-0915-DBC9C18C7DCB}"/>
          </ac:cxnSpMkLst>
        </pc:cxnChg>
      </pc:sldChg>
      <pc:sldChg chg="addSp delSp modSp mod modAnim">
        <pc:chgData name="Fei Zheng" userId="d19317889db4c986" providerId="LiveId" clId="{09C28C91-A8A0-1F4D-84BA-912B639D191F}" dt="2023-04-08T12:17:58.042" v="1148"/>
        <pc:sldMkLst>
          <pc:docMk/>
          <pc:sldMk cId="3398865251" sldId="263"/>
        </pc:sldMkLst>
        <pc:spChg chg="del">
          <ac:chgData name="Fei Zheng" userId="d19317889db4c986" providerId="LiveId" clId="{09C28C91-A8A0-1F4D-84BA-912B639D191F}" dt="2023-04-07T15:20:42.984" v="527" actId="478"/>
          <ac:spMkLst>
            <pc:docMk/>
            <pc:sldMk cId="3398865251" sldId="263"/>
            <ac:spMk id="3" creationId="{44C03C1D-C7B2-CB5B-6094-3B60D5E78D04}"/>
          </ac:spMkLst>
        </pc:spChg>
        <pc:spChg chg="mod">
          <ac:chgData name="Fei Zheng" userId="d19317889db4c986" providerId="LiveId" clId="{09C28C91-A8A0-1F4D-84BA-912B639D191F}" dt="2023-04-08T12:13:15.855" v="1139" actId="120"/>
          <ac:spMkLst>
            <pc:docMk/>
            <pc:sldMk cId="3398865251" sldId="263"/>
            <ac:spMk id="4" creationId="{02599AEC-4740-9CDB-B89D-DB871E90736F}"/>
          </ac:spMkLst>
        </pc:spChg>
        <pc:spChg chg="add mod">
          <ac:chgData name="Fei Zheng" userId="d19317889db4c986" providerId="LiveId" clId="{09C28C91-A8A0-1F4D-84BA-912B639D191F}" dt="2023-04-07T15:21:33.974" v="540" actId="20577"/>
          <ac:spMkLst>
            <pc:docMk/>
            <pc:sldMk cId="3398865251" sldId="263"/>
            <ac:spMk id="6" creationId="{AD26CC13-2DAF-3800-E6A0-89E25684F71A}"/>
          </ac:spMkLst>
        </pc:spChg>
        <pc:spChg chg="add mod">
          <ac:chgData name="Fei Zheng" userId="d19317889db4c986" providerId="LiveId" clId="{09C28C91-A8A0-1F4D-84BA-912B639D191F}" dt="2023-04-07T15:21:13.758" v="532"/>
          <ac:spMkLst>
            <pc:docMk/>
            <pc:sldMk cId="3398865251" sldId="263"/>
            <ac:spMk id="7" creationId="{C561983F-73AA-970F-0D9A-952757A46374}"/>
          </ac:spMkLst>
        </pc:spChg>
        <pc:spChg chg="add mod">
          <ac:chgData name="Fei Zheng" userId="d19317889db4c986" providerId="LiveId" clId="{09C28C91-A8A0-1F4D-84BA-912B639D191F}" dt="2023-04-08T02:16:42.690" v="892" actId="1076"/>
          <ac:spMkLst>
            <pc:docMk/>
            <pc:sldMk cId="3398865251" sldId="263"/>
            <ac:spMk id="8" creationId="{6379BE06-A791-BB28-F09B-3683ABA0D657}"/>
          </ac:spMkLst>
        </pc:spChg>
        <pc:picChg chg="add mod">
          <ac:chgData name="Fei Zheng" userId="d19317889db4c986" providerId="LiveId" clId="{09C28C91-A8A0-1F4D-84BA-912B639D191F}" dt="2023-04-08T12:17:35.405" v="1146" actId="1440"/>
          <ac:picMkLst>
            <pc:docMk/>
            <pc:sldMk cId="3398865251" sldId="263"/>
            <ac:picMk id="9" creationId="{EB067B19-6E4C-F759-A600-BEDD62D45460}"/>
          </ac:picMkLst>
        </pc:picChg>
        <pc:cxnChg chg="add mod">
          <ac:chgData name="Fei Zheng" userId="d19317889db4c986" providerId="LiveId" clId="{09C28C91-A8A0-1F4D-84BA-912B639D191F}" dt="2023-04-07T15:19:03.949" v="495"/>
          <ac:cxnSpMkLst>
            <pc:docMk/>
            <pc:sldMk cId="3398865251" sldId="263"/>
            <ac:cxnSpMk id="5" creationId="{78A2831C-1778-A94D-D2A3-9FF88B477F26}"/>
          </ac:cxnSpMkLst>
        </pc:cxnChg>
      </pc:sldChg>
      <pc:sldChg chg="addSp modSp modAnim">
        <pc:chgData name="Fei Zheng" userId="d19317889db4c986" providerId="LiveId" clId="{09C28C91-A8A0-1F4D-84BA-912B639D191F}" dt="2023-04-08T12:29:40.763" v="1226"/>
        <pc:sldMkLst>
          <pc:docMk/>
          <pc:sldMk cId="1366214973" sldId="264"/>
        </pc:sldMkLst>
        <pc:spChg chg="mod">
          <ac:chgData name="Fei Zheng" userId="d19317889db4c986" providerId="LiveId" clId="{09C28C91-A8A0-1F4D-84BA-912B639D191F}" dt="2023-04-08T12:26:13.803" v="1175" actId="120"/>
          <ac:spMkLst>
            <pc:docMk/>
            <pc:sldMk cId="1366214973" sldId="264"/>
            <ac:spMk id="2" creationId="{0B6811DD-5998-45DB-1A17-59EDFCF10C7A}"/>
          </ac:spMkLst>
        </pc:spChg>
        <pc:spChg chg="mod">
          <ac:chgData name="Fei Zheng" userId="d19317889db4c986" providerId="LiveId" clId="{09C28C91-A8A0-1F4D-84BA-912B639D191F}" dt="2023-04-07T15:21:44.343" v="542" actId="207"/>
          <ac:spMkLst>
            <pc:docMk/>
            <pc:sldMk cId="1366214973" sldId="264"/>
            <ac:spMk id="3" creationId="{90B3119B-6B2A-3E27-820C-4CA44DA930C3}"/>
          </ac:spMkLst>
        </pc:spChg>
        <pc:spChg chg="mod">
          <ac:chgData name="Fei Zheng" userId="d19317889db4c986" providerId="LiveId" clId="{09C28C91-A8A0-1F4D-84BA-912B639D191F}" dt="2023-04-08T12:29:40.763" v="1226"/>
          <ac:spMkLst>
            <pc:docMk/>
            <pc:sldMk cId="1366214973" sldId="264"/>
            <ac:spMk id="4" creationId="{A3AF2A84-CE80-A21B-5116-1819569DF796}"/>
          </ac:spMkLst>
        </pc:spChg>
        <pc:cxnChg chg="add mod">
          <ac:chgData name="Fei Zheng" userId="d19317889db4c986" providerId="LiveId" clId="{09C28C91-A8A0-1F4D-84BA-912B639D191F}" dt="2023-04-07T15:19:07.448" v="497"/>
          <ac:cxnSpMkLst>
            <pc:docMk/>
            <pc:sldMk cId="1366214973" sldId="264"/>
            <ac:cxnSpMk id="5" creationId="{7918AC9C-1F3D-58C8-B160-03E353593633}"/>
          </ac:cxnSpMkLst>
        </pc:cxnChg>
      </pc:sldChg>
      <pc:sldChg chg="addSp delSp modSp mod">
        <pc:chgData name="Fei Zheng" userId="d19317889db4c986" providerId="LiveId" clId="{09C28C91-A8A0-1F4D-84BA-912B639D191F}" dt="2023-04-08T12:38:42.280" v="1249" actId="20577"/>
        <pc:sldMkLst>
          <pc:docMk/>
          <pc:sldMk cId="1264844309" sldId="266"/>
        </pc:sldMkLst>
        <pc:spChg chg="add mod">
          <ac:chgData name="Fei Zheng" userId="d19317889db4c986" providerId="LiveId" clId="{09C28C91-A8A0-1F4D-84BA-912B639D191F}" dt="2023-04-08T12:38:42.280" v="1249" actId="20577"/>
          <ac:spMkLst>
            <pc:docMk/>
            <pc:sldMk cId="1264844309" sldId="266"/>
            <ac:spMk id="3" creationId="{68C8E394-EDD4-C7D0-C750-DF6D0DAEC5DA}"/>
          </ac:spMkLst>
        </pc:spChg>
        <pc:spChg chg="mod">
          <ac:chgData name="Fei Zheng" userId="d19317889db4c986" providerId="LiveId" clId="{09C28C91-A8A0-1F4D-84BA-912B639D191F}" dt="2023-04-08T12:30:37.005" v="1244" actId="20577"/>
          <ac:spMkLst>
            <pc:docMk/>
            <pc:sldMk cId="1264844309" sldId="266"/>
            <ac:spMk id="4" creationId="{E505747B-3B21-3041-15EC-4B780C945CB9}"/>
          </ac:spMkLst>
        </pc:spChg>
        <pc:spChg chg="del">
          <ac:chgData name="Fei Zheng" userId="d19317889db4c986" providerId="LiveId" clId="{09C28C91-A8A0-1F4D-84BA-912B639D191F}" dt="2023-04-07T15:21:55.870" v="545" actId="478"/>
          <ac:spMkLst>
            <pc:docMk/>
            <pc:sldMk cId="1264844309" sldId="266"/>
            <ac:spMk id="5" creationId="{4D673DDA-42E0-3F60-2CD9-4A0B1939603C}"/>
          </ac:spMkLst>
        </pc:spChg>
        <pc:spChg chg="add mod">
          <ac:chgData name="Fei Zheng" userId="d19317889db4c986" providerId="LiveId" clId="{09C28C91-A8A0-1F4D-84BA-912B639D191F}" dt="2023-04-07T15:22:08.870" v="546"/>
          <ac:spMkLst>
            <pc:docMk/>
            <pc:sldMk cId="1264844309" sldId="266"/>
            <ac:spMk id="6" creationId="{075D8EC5-CBA0-FEDA-4EFC-06C40A12A88C}"/>
          </ac:spMkLst>
        </pc:spChg>
        <pc:cxnChg chg="add mod">
          <ac:chgData name="Fei Zheng" userId="d19317889db4c986" providerId="LiveId" clId="{09C28C91-A8A0-1F4D-84BA-912B639D191F}" dt="2023-04-07T15:19:11.745" v="500"/>
          <ac:cxnSpMkLst>
            <pc:docMk/>
            <pc:sldMk cId="1264844309" sldId="266"/>
            <ac:cxnSpMk id="2" creationId="{EF8D1D31-72BF-313B-610F-AF32234C9EF8}"/>
          </ac:cxnSpMkLst>
        </pc:cxnChg>
      </pc:sldChg>
      <pc:sldChg chg="addSp delSp modSp mod">
        <pc:chgData name="Fei Zheng" userId="d19317889db4c986" providerId="LiveId" clId="{09C28C91-A8A0-1F4D-84BA-912B639D191F}" dt="2023-04-08T12:38:45.937" v="1251" actId="20577"/>
        <pc:sldMkLst>
          <pc:docMk/>
          <pc:sldMk cId="1114027741" sldId="267"/>
        </pc:sldMkLst>
        <pc:spChg chg="del">
          <ac:chgData name="Fei Zheng" userId="d19317889db4c986" providerId="LiveId" clId="{09C28C91-A8A0-1F4D-84BA-912B639D191F}" dt="2023-04-07T15:22:20.624" v="549" actId="478"/>
          <ac:spMkLst>
            <pc:docMk/>
            <pc:sldMk cId="1114027741" sldId="267"/>
            <ac:spMk id="3" creationId="{B923958F-90B5-0777-680B-870E81CC1D62}"/>
          </ac:spMkLst>
        </pc:spChg>
        <pc:spChg chg="mod">
          <ac:chgData name="Fei Zheng" userId="d19317889db4c986" providerId="LiveId" clId="{09C28C91-A8A0-1F4D-84BA-912B639D191F}" dt="2023-04-08T02:26:18.791" v="1021" actId="1076"/>
          <ac:spMkLst>
            <pc:docMk/>
            <pc:sldMk cId="1114027741" sldId="267"/>
            <ac:spMk id="4" creationId="{6E02C1F1-03DF-C9EC-326D-1C1D0E6B238A}"/>
          </ac:spMkLst>
        </pc:spChg>
        <pc:spChg chg="add mod">
          <ac:chgData name="Fei Zheng" userId="d19317889db4c986" providerId="LiveId" clId="{09C28C91-A8A0-1F4D-84BA-912B639D191F}" dt="2023-04-08T12:38:45.937" v="1251" actId="20577"/>
          <ac:spMkLst>
            <pc:docMk/>
            <pc:sldMk cId="1114027741" sldId="267"/>
            <ac:spMk id="5" creationId="{6D93E576-C7DE-2B79-4F7D-6A2DD4333B0B}"/>
          </ac:spMkLst>
        </pc:spChg>
        <pc:spChg chg="add mod">
          <ac:chgData name="Fei Zheng" userId="d19317889db4c986" providerId="LiveId" clId="{09C28C91-A8A0-1F4D-84BA-912B639D191F}" dt="2023-04-07T15:22:21.274" v="550"/>
          <ac:spMkLst>
            <pc:docMk/>
            <pc:sldMk cId="1114027741" sldId="267"/>
            <ac:spMk id="6" creationId="{DD2F3A6E-0084-59F7-CC9E-D9E32DE20B1E}"/>
          </ac:spMkLst>
        </pc:spChg>
        <pc:cxnChg chg="add mod">
          <ac:chgData name="Fei Zheng" userId="d19317889db4c986" providerId="LiveId" clId="{09C28C91-A8A0-1F4D-84BA-912B639D191F}" dt="2023-04-07T15:19:13.080" v="501"/>
          <ac:cxnSpMkLst>
            <pc:docMk/>
            <pc:sldMk cId="1114027741" sldId="267"/>
            <ac:cxnSpMk id="2" creationId="{B2B15A8C-258E-4968-D839-EDF8167390DC}"/>
          </ac:cxnSpMkLst>
        </pc:cxnChg>
      </pc:sldChg>
      <pc:sldChg chg="addSp delSp modSp mod">
        <pc:chgData name="Fei Zheng" userId="d19317889db4c986" providerId="LiveId" clId="{09C28C91-A8A0-1F4D-84BA-912B639D191F}" dt="2023-04-13T04:59:55.391" v="1380" actId="20577"/>
        <pc:sldMkLst>
          <pc:docMk/>
          <pc:sldMk cId="205551090" sldId="268"/>
        </pc:sldMkLst>
        <pc:spChg chg="del">
          <ac:chgData name="Fei Zheng" userId="d19317889db4c986" providerId="LiveId" clId="{09C28C91-A8A0-1F4D-84BA-912B639D191F}" dt="2023-04-07T15:22:34.371" v="554" actId="478"/>
          <ac:spMkLst>
            <pc:docMk/>
            <pc:sldMk cId="205551090" sldId="268"/>
            <ac:spMk id="3" creationId="{CA5BC26D-91A8-2D03-988A-8E2B046C37ED}"/>
          </ac:spMkLst>
        </pc:spChg>
        <pc:spChg chg="mod">
          <ac:chgData name="Fei Zheng" userId="d19317889db4c986" providerId="LiveId" clId="{09C28C91-A8A0-1F4D-84BA-912B639D191F}" dt="2023-04-13T04:59:55.391" v="1380" actId="20577"/>
          <ac:spMkLst>
            <pc:docMk/>
            <pc:sldMk cId="205551090" sldId="268"/>
            <ac:spMk id="4" creationId="{2CAB757C-A467-9233-8004-ED3F81182CFD}"/>
          </ac:spMkLst>
        </pc:spChg>
        <pc:spChg chg="add mod">
          <ac:chgData name="Fei Zheng" userId="d19317889db4c986" providerId="LiveId" clId="{09C28C91-A8A0-1F4D-84BA-912B639D191F}" dt="2023-04-08T12:38:52.755" v="1255" actId="20577"/>
          <ac:spMkLst>
            <pc:docMk/>
            <pc:sldMk cId="205551090" sldId="268"/>
            <ac:spMk id="5" creationId="{9B0B3A4B-AC70-6DFF-F150-339D3F7C2208}"/>
          </ac:spMkLst>
        </pc:spChg>
        <pc:spChg chg="add del mod">
          <ac:chgData name="Fei Zheng" userId="d19317889db4c986" providerId="LiveId" clId="{09C28C91-A8A0-1F4D-84BA-912B639D191F}" dt="2023-04-07T15:22:56.705" v="558" actId="478"/>
          <ac:spMkLst>
            <pc:docMk/>
            <pc:sldMk cId="205551090" sldId="268"/>
            <ac:spMk id="6" creationId="{C87260CD-EC7A-648B-C0DF-37F37403006D}"/>
          </ac:spMkLst>
        </pc:spChg>
        <pc:spChg chg="add mod">
          <ac:chgData name="Fei Zheng" userId="d19317889db4c986" providerId="LiveId" clId="{09C28C91-A8A0-1F4D-84BA-912B639D191F}" dt="2023-04-07T15:22:57.114" v="559"/>
          <ac:spMkLst>
            <pc:docMk/>
            <pc:sldMk cId="205551090" sldId="268"/>
            <ac:spMk id="7" creationId="{A0DC6469-CD03-39C1-99B6-0ACF66D1BBB9}"/>
          </ac:spMkLst>
        </pc:spChg>
        <pc:cxnChg chg="add mod">
          <ac:chgData name="Fei Zheng" userId="d19317889db4c986" providerId="LiveId" clId="{09C28C91-A8A0-1F4D-84BA-912B639D191F}" dt="2023-04-07T15:19:16.274" v="503"/>
          <ac:cxnSpMkLst>
            <pc:docMk/>
            <pc:sldMk cId="205551090" sldId="268"/>
            <ac:cxnSpMk id="2" creationId="{7080A7FE-E077-34AB-4AED-F816B7B5A2E2}"/>
          </ac:cxnSpMkLst>
        </pc:cxnChg>
      </pc:sldChg>
      <pc:sldChg chg="addSp delSp modSp mod delAnim">
        <pc:chgData name="Fei Zheng" userId="d19317889db4c986" providerId="LiveId" clId="{09C28C91-A8A0-1F4D-84BA-912B639D191F}" dt="2023-04-13T05:06:28.932" v="1412" actId="478"/>
        <pc:sldMkLst>
          <pc:docMk/>
          <pc:sldMk cId="1010781268" sldId="269"/>
        </pc:sldMkLst>
        <pc:spChg chg="del mod">
          <ac:chgData name="Fei Zheng" userId="d19317889db4c986" providerId="LiveId" clId="{09C28C91-A8A0-1F4D-84BA-912B639D191F}" dt="2023-04-13T05:06:28.932" v="1412" actId="478"/>
          <ac:spMkLst>
            <pc:docMk/>
            <pc:sldMk cId="1010781268" sldId="269"/>
            <ac:spMk id="2" creationId="{7FCF6B99-5F44-5925-33C9-12D1AEDCDC21}"/>
          </ac:spMkLst>
        </pc:spChg>
        <pc:spChg chg="del">
          <ac:chgData name="Fei Zheng" userId="d19317889db4c986" providerId="LiveId" clId="{09C28C91-A8A0-1F4D-84BA-912B639D191F}" dt="2023-04-07T15:23:16.543" v="565" actId="478"/>
          <ac:spMkLst>
            <pc:docMk/>
            <pc:sldMk cId="1010781268" sldId="269"/>
            <ac:spMk id="3" creationId="{E86F41D3-5C8E-ED08-FED9-0ECEEA1AFF50}"/>
          </ac:spMkLst>
        </pc:spChg>
        <pc:spChg chg="mod">
          <ac:chgData name="Fei Zheng" userId="d19317889db4c986" providerId="LiveId" clId="{09C28C91-A8A0-1F4D-84BA-912B639D191F}" dt="2023-04-08T03:00:18.929" v="1083"/>
          <ac:spMkLst>
            <pc:docMk/>
            <pc:sldMk cId="1010781268" sldId="269"/>
            <ac:spMk id="4" creationId="{ED1CE5B3-EDAD-4AD2-EDD7-5AD3DA1589BE}"/>
          </ac:spMkLst>
        </pc:spChg>
        <pc:spChg chg="add mod">
          <ac:chgData name="Fei Zheng" userId="d19317889db4c986" providerId="LiveId" clId="{09C28C91-A8A0-1F4D-84BA-912B639D191F}" dt="2023-04-08T12:38:59.557" v="1257" actId="20577"/>
          <ac:spMkLst>
            <pc:docMk/>
            <pc:sldMk cId="1010781268" sldId="269"/>
            <ac:spMk id="6" creationId="{D01CF596-B528-30C8-4E25-32C5B9A1DE28}"/>
          </ac:spMkLst>
        </pc:spChg>
        <pc:spChg chg="add mod">
          <ac:chgData name="Fei Zheng" userId="d19317889db4c986" providerId="LiveId" clId="{09C28C91-A8A0-1F4D-84BA-912B639D191F}" dt="2023-04-07T15:23:28.702" v="566"/>
          <ac:spMkLst>
            <pc:docMk/>
            <pc:sldMk cId="1010781268" sldId="269"/>
            <ac:spMk id="7" creationId="{F49F2B22-C696-BA63-EB43-F863B244498A}"/>
          </ac:spMkLst>
        </pc:spChg>
        <pc:cxnChg chg="add mod">
          <ac:chgData name="Fei Zheng" userId="d19317889db4c986" providerId="LiveId" clId="{09C28C91-A8A0-1F4D-84BA-912B639D191F}" dt="2023-04-07T15:19:19.381" v="505"/>
          <ac:cxnSpMkLst>
            <pc:docMk/>
            <pc:sldMk cId="1010781268" sldId="269"/>
            <ac:cxnSpMk id="5" creationId="{012B1193-0227-DA65-0E18-59C904EA8718}"/>
          </ac:cxnSpMkLst>
        </pc:cxnChg>
      </pc:sldChg>
      <pc:sldChg chg="addSp delSp modSp mod modAnim">
        <pc:chgData name="Fei Zheng" userId="d19317889db4c986" providerId="LiveId" clId="{09C28C91-A8A0-1F4D-84BA-912B639D191F}" dt="2023-04-08T12:43:22.310" v="1300"/>
        <pc:sldMkLst>
          <pc:docMk/>
          <pc:sldMk cId="1551269373" sldId="270"/>
        </pc:sldMkLst>
        <pc:spChg chg="mod">
          <ac:chgData name="Fei Zheng" userId="d19317889db4c986" providerId="LiveId" clId="{09C28C91-A8A0-1F4D-84BA-912B639D191F}" dt="2023-04-07T15:23:55.341" v="571" actId="207"/>
          <ac:spMkLst>
            <pc:docMk/>
            <pc:sldMk cId="1551269373" sldId="270"/>
            <ac:spMk id="3" creationId="{D34F015C-ADAF-F630-E07C-AB56E9076A93}"/>
          </ac:spMkLst>
        </pc:spChg>
        <pc:spChg chg="mod">
          <ac:chgData name="Fei Zheng" userId="d19317889db4c986" providerId="LiveId" clId="{09C28C91-A8A0-1F4D-84BA-912B639D191F}" dt="2023-04-08T12:42:38.281" v="1291" actId="120"/>
          <ac:spMkLst>
            <pc:docMk/>
            <pc:sldMk cId="1551269373" sldId="270"/>
            <ac:spMk id="4" creationId="{DC9FDF2C-3144-C001-ED12-FD5B1BF3D272}"/>
          </ac:spMkLst>
        </pc:spChg>
        <pc:spChg chg="del">
          <ac:chgData name="Fei Zheng" userId="d19317889db4c986" providerId="LiveId" clId="{09C28C91-A8A0-1F4D-84BA-912B639D191F}" dt="2023-04-08T12:42:04.232" v="1288" actId="478"/>
          <ac:spMkLst>
            <pc:docMk/>
            <pc:sldMk cId="1551269373" sldId="270"/>
            <ac:spMk id="6" creationId="{1087AB2E-4026-826A-A958-0BFAD950C8AB}"/>
          </ac:spMkLst>
        </pc:spChg>
        <pc:cxnChg chg="add mod">
          <ac:chgData name="Fei Zheng" userId="d19317889db4c986" providerId="LiveId" clId="{09C28C91-A8A0-1F4D-84BA-912B639D191F}" dt="2023-04-07T15:19:23.953" v="508"/>
          <ac:cxnSpMkLst>
            <pc:docMk/>
            <pc:sldMk cId="1551269373" sldId="270"/>
            <ac:cxnSpMk id="2" creationId="{7FFF7A7F-F3C0-74FC-45B0-42E7447217CB}"/>
          </ac:cxnSpMkLst>
        </pc:cxnChg>
      </pc:sldChg>
      <pc:sldChg chg="addSp delSp modSp mod modAnim">
        <pc:chgData name="Fei Zheng" userId="d19317889db4c986" providerId="LiveId" clId="{09C28C91-A8A0-1F4D-84BA-912B639D191F}" dt="2023-04-08T12:49:23.020" v="1353"/>
        <pc:sldMkLst>
          <pc:docMk/>
          <pc:sldMk cId="1002160116" sldId="271"/>
        </pc:sldMkLst>
        <pc:spChg chg="add mod">
          <ac:chgData name="Fei Zheng" userId="d19317889db4c986" providerId="LiveId" clId="{09C28C91-A8A0-1F4D-84BA-912B639D191F}" dt="2023-04-07T15:24:07.367" v="577"/>
          <ac:spMkLst>
            <pc:docMk/>
            <pc:sldMk cId="1002160116" sldId="271"/>
            <ac:spMk id="3" creationId="{ECC13586-5BC1-C97E-3255-05D553254D36}"/>
          </ac:spMkLst>
        </pc:spChg>
        <pc:spChg chg="del">
          <ac:chgData name="Fei Zheng" userId="d19317889db4c986" providerId="LiveId" clId="{09C28C91-A8A0-1F4D-84BA-912B639D191F}" dt="2023-04-07T15:24:06.886" v="576" actId="478"/>
          <ac:spMkLst>
            <pc:docMk/>
            <pc:sldMk cId="1002160116" sldId="271"/>
            <ac:spMk id="4" creationId="{C051729E-46E5-528D-EE76-5F62E440B504}"/>
          </ac:spMkLst>
        </pc:spChg>
        <pc:spChg chg="mod">
          <ac:chgData name="Fei Zheng" userId="d19317889db4c986" providerId="LiveId" clId="{09C28C91-A8A0-1F4D-84BA-912B639D191F}" dt="2023-04-08T03:01:59.347" v="1096" actId="113"/>
          <ac:spMkLst>
            <pc:docMk/>
            <pc:sldMk cId="1002160116" sldId="271"/>
            <ac:spMk id="5" creationId="{1794C937-A99A-277D-4DC8-A4C4CFB330B9}"/>
          </ac:spMkLst>
        </pc:spChg>
        <pc:cxnChg chg="add mod">
          <ac:chgData name="Fei Zheng" userId="d19317889db4c986" providerId="LiveId" clId="{09C28C91-A8A0-1F4D-84BA-912B639D191F}" dt="2023-04-07T15:19:28.588" v="511"/>
          <ac:cxnSpMkLst>
            <pc:docMk/>
            <pc:sldMk cId="1002160116" sldId="271"/>
            <ac:cxnSpMk id="2" creationId="{A024D697-2C4C-054A-C398-95653460D8C3}"/>
          </ac:cxnSpMkLst>
        </pc:cxnChg>
      </pc:sldChg>
      <pc:sldChg chg="addSp delSp modSp mod">
        <pc:chgData name="Fei Zheng" userId="d19317889db4c986" providerId="LiveId" clId="{09C28C91-A8A0-1F4D-84BA-912B639D191F}" dt="2023-04-07T15:18:36.728" v="482" actId="692"/>
        <pc:sldMkLst>
          <pc:docMk/>
          <pc:sldMk cId="0" sldId="285"/>
        </pc:sldMkLst>
        <pc:spChg chg="add mod">
          <ac:chgData name="Fei Zheng" userId="d19317889db4c986" providerId="LiveId" clId="{09C28C91-A8A0-1F4D-84BA-912B639D191F}" dt="2023-04-07T15:03:19.622" v="221" actId="1076"/>
          <ac:spMkLst>
            <pc:docMk/>
            <pc:sldMk cId="0" sldId="285"/>
            <ac:spMk id="2" creationId="{69C448D0-9C03-9D16-1F45-50DE883E6C3E}"/>
          </ac:spMkLst>
        </pc:spChg>
        <pc:spChg chg="mod">
          <ac:chgData name="Fei Zheng" userId="d19317889db4c986" providerId="LiveId" clId="{09C28C91-A8A0-1F4D-84BA-912B639D191F}" dt="2023-04-07T15:03:07.490" v="218" actId="1076"/>
          <ac:spMkLst>
            <pc:docMk/>
            <pc:sldMk cId="0" sldId="285"/>
            <ac:spMk id="5128" creationId="{D1E499C1-EF9D-DD47-959D-03CC13EB5DC2}"/>
          </ac:spMkLst>
        </pc:spChg>
        <pc:spChg chg="mod">
          <ac:chgData name="Fei Zheng" userId="d19317889db4c986" providerId="LiveId" clId="{09C28C91-A8A0-1F4D-84BA-912B639D191F}" dt="2023-04-07T15:03:07.490" v="218" actId="1076"/>
          <ac:spMkLst>
            <pc:docMk/>
            <pc:sldMk cId="0" sldId="285"/>
            <ac:spMk id="5129" creationId="{A869454C-2C0E-4744-A12A-0F1FE3799C13}"/>
          </ac:spMkLst>
        </pc:spChg>
        <pc:spChg chg="mod">
          <ac:chgData name="Fei Zheng" userId="d19317889db4c986" providerId="LiveId" clId="{09C28C91-A8A0-1F4D-84BA-912B639D191F}" dt="2023-04-07T15:03:07.490" v="218" actId="1076"/>
          <ac:spMkLst>
            <pc:docMk/>
            <pc:sldMk cId="0" sldId="285"/>
            <ac:spMk id="5130" creationId="{F3946031-7723-714F-889B-F11A91704B0B}"/>
          </ac:spMkLst>
        </pc:spChg>
        <pc:spChg chg="mod">
          <ac:chgData name="Fei Zheng" userId="d19317889db4c986" providerId="LiveId" clId="{09C28C91-A8A0-1F4D-84BA-912B639D191F}" dt="2023-04-07T15:03:07.490" v="218" actId="1076"/>
          <ac:spMkLst>
            <pc:docMk/>
            <pc:sldMk cId="0" sldId="285"/>
            <ac:spMk id="5131" creationId="{36889CD9-5272-174F-BF9F-76D7E5438E12}"/>
          </ac:spMkLst>
        </pc:spChg>
        <pc:spChg chg="mod">
          <ac:chgData name="Fei Zheng" userId="d19317889db4c986" providerId="LiveId" clId="{09C28C91-A8A0-1F4D-84BA-912B639D191F}" dt="2023-04-07T15:03:07.490" v="218" actId="1076"/>
          <ac:spMkLst>
            <pc:docMk/>
            <pc:sldMk cId="0" sldId="285"/>
            <ac:spMk id="5132" creationId="{E711DD3A-EC7D-0548-8090-8498CF3ED953}"/>
          </ac:spMkLst>
        </pc:spChg>
        <pc:spChg chg="mod">
          <ac:chgData name="Fei Zheng" userId="d19317889db4c986" providerId="LiveId" clId="{09C28C91-A8A0-1F4D-84BA-912B639D191F}" dt="2023-04-07T15:03:07.490" v="218" actId="1076"/>
          <ac:spMkLst>
            <pc:docMk/>
            <pc:sldMk cId="0" sldId="285"/>
            <ac:spMk id="5133" creationId="{084392B4-7EAA-B041-BB46-6168B0A5F7F5}"/>
          </ac:spMkLst>
        </pc:spChg>
        <pc:spChg chg="mod">
          <ac:chgData name="Fei Zheng" userId="d19317889db4c986" providerId="LiveId" clId="{09C28C91-A8A0-1F4D-84BA-912B639D191F}" dt="2023-04-07T15:03:13.963" v="219" actId="478"/>
          <ac:spMkLst>
            <pc:docMk/>
            <pc:sldMk cId="0" sldId="285"/>
            <ac:spMk id="5134" creationId="{D3FC12E1-3B54-CC42-9722-0020F8D7D2DF}"/>
          </ac:spMkLst>
        </pc:spChg>
        <pc:spChg chg="mod">
          <ac:chgData name="Fei Zheng" userId="d19317889db4c986" providerId="LiveId" clId="{09C28C91-A8A0-1F4D-84BA-912B639D191F}" dt="2023-04-07T15:03:13.963" v="219" actId="478"/>
          <ac:spMkLst>
            <pc:docMk/>
            <pc:sldMk cId="0" sldId="285"/>
            <ac:spMk id="5135" creationId="{782F205B-86AA-B841-9A4C-50B676D7EBDA}"/>
          </ac:spMkLst>
        </pc:spChg>
        <pc:spChg chg="mod">
          <ac:chgData name="Fei Zheng" userId="d19317889db4c986" providerId="LiveId" clId="{09C28C91-A8A0-1F4D-84BA-912B639D191F}" dt="2023-04-07T15:03:13.963" v="219" actId="478"/>
          <ac:spMkLst>
            <pc:docMk/>
            <pc:sldMk cId="0" sldId="285"/>
            <ac:spMk id="5136" creationId="{6885E6EE-DE7D-7B4C-AFFA-09298B30F9C0}"/>
          </ac:spMkLst>
        </pc:spChg>
        <pc:spChg chg="del">
          <ac:chgData name="Fei Zheng" userId="d19317889db4c986" providerId="LiveId" clId="{09C28C91-A8A0-1F4D-84BA-912B639D191F}" dt="2023-04-07T15:03:13.963" v="219" actId="478"/>
          <ac:spMkLst>
            <pc:docMk/>
            <pc:sldMk cId="0" sldId="285"/>
            <ac:spMk id="5137" creationId="{030537E1-F561-0443-BBA7-0A180F17B8C1}"/>
          </ac:spMkLst>
        </pc:spChg>
        <pc:spChg chg="mod">
          <ac:chgData name="Fei Zheng" userId="d19317889db4c986" providerId="LiveId" clId="{09C28C91-A8A0-1F4D-84BA-912B639D191F}" dt="2023-04-07T15:03:13.963" v="219" actId="478"/>
          <ac:spMkLst>
            <pc:docMk/>
            <pc:sldMk cId="0" sldId="285"/>
            <ac:spMk id="5138" creationId="{3AD9F756-D745-6742-BD30-2DB09C61B141}"/>
          </ac:spMkLst>
        </pc:spChg>
        <pc:spChg chg="mod">
          <ac:chgData name="Fei Zheng" userId="d19317889db4c986" providerId="LiveId" clId="{09C28C91-A8A0-1F4D-84BA-912B639D191F}" dt="2023-04-07T15:03:13.963" v="219" actId="478"/>
          <ac:spMkLst>
            <pc:docMk/>
            <pc:sldMk cId="0" sldId="285"/>
            <ac:spMk id="5139" creationId="{C91CC13E-2078-A747-B411-DAD21FD9C2CF}"/>
          </ac:spMkLst>
        </pc:spChg>
        <pc:spChg chg="mod">
          <ac:chgData name="Fei Zheng" userId="d19317889db4c986" providerId="LiveId" clId="{09C28C91-A8A0-1F4D-84BA-912B639D191F}" dt="2023-04-07T15:17:22.581" v="472" actId="207"/>
          <ac:spMkLst>
            <pc:docMk/>
            <pc:sldMk cId="0" sldId="285"/>
            <ac:spMk id="6146" creationId="{670A5C70-F74C-954E-8EDC-9880898BA50D}"/>
          </ac:spMkLst>
        </pc:spChg>
        <pc:spChg chg="mod">
          <ac:chgData name="Fei Zheng" userId="d19317889db4c986" providerId="LiveId" clId="{09C28C91-A8A0-1F4D-84BA-912B639D191F}" dt="2023-04-07T15:03:33.768" v="223" actId="6549"/>
          <ac:spMkLst>
            <pc:docMk/>
            <pc:sldMk cId="0" sldId="285"/>
            <ac:spMk id="6147" creationId="{60DE3882-6960-6A42-8289-DDCC91FB783C}"/>
          </ac:spMkLst>
        </pc:spChg>
        <pc:spChg chg="mod">
          <ac:chgData name="Fei Zheng" userId="d19317889db4c986" providerId="LiveId" clId="{09C28C91-A8A0-1F4D-84BA-912B639D191F}" dt="2023-04-07T15:03:38.291" v="225" actId="6549"/>
          <ac:spMkLst>
            <pc:docMk/>
            <pc:sldMk cId="0" sldId="285"/>
            <ac:spMk id="6156" creationId="{ED4FB34D-AE19-CF48-AB49-C7E1B8421E81}"/>
          </ac:spMkLst>
        </pc:spChg>
        <pc:grpChg chg="mod">
          <ac:chgData name="Fei Zheng" userId="d19317889db4c986" providerId="LiveId" clId="{09C28C91-A8A0-1F4D-84BA-912B639D191F}" dt="2023-04-07T15:03:13.963" v="219" actId="478"/>
          <ac:grpSpMkLst>
            <pc:docMk/>
            <pc:sldMk cId="0" sldId="285"/>
            <ac:grpSpMk id="6149" creationId="{76437C65-84B0-D041-93A3-4E8B7F3C7B8E}"/>
          </ac:grpSpMkLst>
        </pc:grpChg>
        <pc:grpChg chg="mod">
          <ac:chgData name="Fei Zheng" userId="d19317889db4c986" providerId="LiveId" clId="{09C28C91-A8A0-1F4D-84BA-912B639D191F}" dt="2023-04-07T15:03:07.490" v="218" actId="1076"/>
          <ac:grpSpMkLst>
            <pc:docMk/>
            <pc:sldMk cId="0" sldId="285"/>
            <ac:grpSpMk id="6158" creationId="{E69BD2FE-15DC-364D-886F-EB7C9D5F800F}"/>
          </ac:grpSpMkLst>
        </pc:grpChg>
        <pc:cxnChg chg="add mod">
          <ac:chgData name="Fei Zheng" userId="d19317889db4c986" providerId="LiveId" clId="{09C28C91-A8A0-1F4D-84BA-912B639D191F}" dt="2023-04-07T15:18:36.728" v="482" actId="692"/>
          <ac:cxnSpMkLst>
            <pc:docMk/>
            <pc:sldMk cId="0" sldId="285"/>
            <ac:cxnSpMk id="4" creationId="{B955F8AB-58DB-9C66-D3AF-DCD4AD71639C}"/>
          </ac:cxnSpMkLst>
        </pc:cxnChg>
      </pc:sldChg>
      <pc:sldChg chg="modSp ord">
        <pc:chgData name="Fei Zheng" userId="d19317889db4c986" providerId="LiveId" clId="{09C28C91-A8A0-1F4D-84BA-912B639D191F}" dt="2023-04-10T23:52:45.916" v="1364" actId="20578"/>
        <pc:sldMkLst>
          <pc:docMk/>
          <pc:sldMk cId="0" sldId="289"/>
        </pc:sldMkLst>
        <pc:spChg chg="mod">
          <ac:chgData name="Fei Zheng" userId="d19317889db4c986" providerId="LiveId" clId="{09C28C91-A8A0-1F4D-84BA-912B639D191F}" dt="2023-04-07T15:17:18.530" v="471" actId="207"/>
          <ac:spMkLst>
            <pc:docMk/>
            <pc:sldMk cId="0" sldId="289"/>
            <ac:spMk id="3" creationId="{7B477353-956D-3CC6-C42C-49F72AAAF91B}"/>
          </ac:spMkLst>
        </pc:spChg>
      </pc:sldChg>
      <pc:sldChg chg="addSp modSp mod">
        <pc:chgData name="Fei Zheng" userId="d19317889db4c986" providerId="LiveId" clId="{09C28C91-A8A0-1F4D-84BA-912B639D191F}" dt="2023-04-07T15:18:49.196" v="486"/>
        <pc:sldMkLst>
          <pc:docMk/>
          <pc:sldMk cId="3601747280" sldId="412"/>
        </pc:sldMkLst>
        <pc:spChg chg="mod">
          <ac:chgData name="Fei Zheng" userId="d19317889db4c986" providerId="LiveId" clId="{09C28C91-A8A0-1F4D-84BA-912B639D191F}" dt="2023-04-07T15:12:40.875" v="370" actId="255"/>
          <ac:spMkLst>
            <pc:docMk/>
            <pc:sldMk cId="3601747280" sldId="412"/>
            <ac:spMk id="2" creationId="{68072B7D-D2DB-E144-B306-14AD82D74031}"/>
          </ac:spMkLst>
        </pc:spChg>
        <pc:spChg chg="mod">
          <ac:chgData name="Fei Zheng" userId="d19317889db4c986" providerId="LiveId" clId="{09C28C91-A8A0-1F4D-84BA-912B639D191F}" dt="2023-04-07T15:17:42.531" v="476" actId="207"/>
          <ac:spMkLst>
            <pc:docMk/>
            <pc:sldMk cId="3601747280" sldId="412"/>
            <ac:spMk id="6" creationId="{E3087533-5AC1-F362-2C6A-737F955FFA3E}"/>
          </ac:spMkLst>
        </pc:spChg>
        <pc:picChg chg="mod">
          <ac:chgData name="Fei Zheng" userId="d19317889db4c986" providerId="LiveId" clId="{09C28C91-A8A0-1F4D-84BA-912B639D191F}" dt="2023-04-07T15:07:13.903" v="279" actId="14100"/>
          <ac:picMkLst>
            <pc:docMk/>
            <pc:sldMk cId="3601747280" sldId="412"/>
            <ac:picMk id="5" creationId="{11B57577-C069-BDC4-C70D-E863ABBF0BDA}"/>
          </ac:picMkLst>
        </pc:picChg>
        <pc:cxnChg chg="add mod">
          <ac:chgData name="Fei Zheng" userId="d19317889db4c986" providerId="LiveId" clId="{09C28C91-A8A0-1F4D-84BA-912B639D191F}" dt="2023-04-07T15:18:49.196" v="486"/>
          <ac:cxnSpMkLst>
            <pc:docMk/>
            <pc:sldMk cId="3601747280" sldId="412"/>
            <ac:cxnSpMk id="3" creationId="{D5F63800-0B88-3D59-80F4-856C1EB57C45}"/>
          </ac:cxnSpMkLst>
        </pc:cxnChg>
      </pc:sldChg>
      <pc:sldChg chg="addSp delSp modSp mod delAnim modAnim">
        <pc:chgData name="Fei Zheng" userId="d19317889db4c986" providerId="LiveId" clId="{09C28C91-A8A0-1F4D-84BA-912B639D191F}" dt="2023-04-08T02:08:15.042" v="691"/>
        <pc:sldMkLst>
          <pc:docMk/>
          <pc:sldMk cId="478480300" sldId="420"/>
        </pc:sldMkLst>
        <pc:spChg chg="add mod">
          <ac:chgData name="Fei Zheng" userId="d19317889db4c986" providerId="LiveId" clId="{09C28C91-A8A0-1F4D-84BA-912B639D191F}" dt="2023-04-07T15:20:07.431" v="516"/>
          <ac:spMkLst>
            <pc:docMk/>
            <pc:sldMk cId="478480300" sldId="420"/>
            <ac:spMk id="3" creationId="{31CC4CCB-C5AE-9CB3-02B8-1198AC786BCA}"/>
          </ac:spMkLst>
        </pc:spChg>
        <pc:spChg chg="add mod">
          <ac:chgData name="Fei Zheng" userId="d19317889db4c986" providerId="LiveId" clId="{09C28C91-A8A0-1F4D-84BA-912B639D191F}" dt="2023-04-07T15:20:28.325" v="521"/>
          <ac:spMkLst>
            <pc:docMk/>
            <pc:sldMk cId="478480300" sldId="420"/>
            <ac:spMk id="4" creationId="{7E6FD53A-CACE-A343-60D5-15C055B80650}"/>
          </ac:spMkLst>
        </pc:spChg>
        <pc:spChg chg="del">
          <ac:chgData name="Fei Zheng" userId="d19317889db4c986" providerId="LiveId" clId="{09C28C91-A8A0-1F4D-84BA-912B639D191F}" dt="2023-04-08T02:07:34.502" v="685" actId="478"/>
          <ac:spMkLst>
            <pc:docMk/>
            <pc:sldMk cId="478480300" sldId="420"/>
            <ac:spMk id="5" creationId="{AB3030AB-4365-1B40-A32A-0B02BAFC5FC3}"/>
          </ac:spMkLst>
        </pc:spChg>
        <pc:spChg chg="add mod">
          <ac:chgData name="Fei Zheng" userId="d19317889db4c986" providerId="LiveId" clId="{09C28C91-A8A0-1F4D-84BA-912B639D191F}" dt="2023-04-08T02:07:40.541" v="686"/>
          <ac:spMkLst>
            <pc:docMk/>
            <pc:sldMk cId="478480300" sldId="420"/>
            <ac:spMk id="6" creationId="{CEAFAA28-817F-7DA6-E46C-B3AC21B9C3BF}"/>
          </ac:spMkLst>
        </pc:spChg>
        <pc:spChg chg="del">
          <ac:chgData name="Fei Zheng" userId="d19317889db4c986" providerId="LiveId" clId="{09C28C91-A8A0-1F4D-84BA-912B639D191F}" dt="2023-04-08T02:07:34.502" v="685" actId="478"/>
          <ac:spMkLst>
            <pc:docMk/>
            <pc:sldMk cId="478480300" sldId="420"/>
            <ac:spMk id="9" creationId="{DAF8F415-A75F-904F-BE3F-30A2A115A0B3}"/>
          </ac:spMkLst>
        </pc:spChg>
        <pc:spChg chg="del">
          <ac:chgData name="Fei Zheng" userId="d19317889db4c986" providerId="LiveId" clId="{09C28C91-A8A0-1F4D-84BA-912B639D191F}" dt="2023-04-07T15:20:27.812" v="520" actId="478"/>
          <ac:spMkLst>
            <pc:docMk/>
            <pc:sldMk cId="478480300" sldId="420"/>
            <ac:spMk id="14" creationId="{3C4F379C-5D45-1A45-AC34-5E63F8B785BA}"/>
          </ac:spMkLst>
        </pc:spChg>
        <pc:picChg chg="del">
          <ac:chgData name="Fei Zheng" userId="d19317889db4c986" providerId="LiveId" clId="{09C28C91-A8A0-1F4D-84BA-912B639D191F}" dt="2023-04-08T02:07:34.502" v="685" actId="478"/>
          <ac:picMkLst>
            <pc:docMk/>
            <pc:sldMk cId="478480300" sldId="420"/>
            <ac:picMk id="7" creationId="{FD2353E7-E58C-2942-9C03-26A31E1F1948}"/>
          </ac:picMkLst>
        </pc:picChg>
        <pc:picChg chg="add mod">
          <ac:chgData name="Fei Zheng" userId="d19317889db4c986" providerId="LiveId" clId="{09C28C91-A8A0-1F4D-84BA-912B639D191F}" dt="2023-04-08T02:07:40.541" v="686"/>
          <ac:picMkLst>
            <pc:docMk/>
            <pc:sldMk cId="478480300" sldId="420"/>
            <ac:picMk id="8" creationId="{1ABE84FD-FE84-A24F-B255-43E3BBE0C1E7}"/>
          </ac:picMkLst>
        </pc:picChg>
        <pc:picChg chg="del">
          <ac:chgData name="Fei Zheng" userId="d19317889db4c986" providerId="LiveId" clId="{09C28C91-A8A0-1F4D-84BA-912B639D191F}" dt="2023-04-08T02:07:30.337" v="684" actId="478"/>
          <ac:picMkLst>
            <pc:docMk/>
            <pc:sldMk cId="478480300" sldId="420"/>
            <ac:picMk id="11" creationId="{E81ED521-28D9-9E4A-8ECB-38B141C41BCF}"/>
          </ac:picMkLst>
        </pc:picChg>
        <pc:picChg chg="mod">
          <ac:chgData name="Fei Zheng" userId="d19317889db4c986" providerId="LiveId" clId="{09C28C91-A8A0-1F4D-84BA-912B639D191F}" dt="2023-04-08T02:07:46.604" v="688" actId="1076"/>
          <ac:picMkLst>
            <pc:docMk/>
            <pc:sldMk cId="478480300" sldId="420"/>
            <ac:picMk id="13" creationId="{AEA3FE06-7194-DF45-804E-97D2DFB04645}"/>
          </ac:picMkLst>
        </pc:picChg>
        <pc:cxnChg chg="add mod">
          <ac:chgData name="Fei Zheng" userId="d19317889db4c986" providerId="LiveId" clId="{09C28C91-A8A0-1F4D-84BA-912B639D191F}" dt="2023-04-07T15:18:58.212" v="491"/>
          <ac:cxnSpMkLst>
            <pc:docMk/>
            <pc:sldMk cId="478480300" sldId="420"/>
            <ac:cxnSpMk id="2" creationId="{2D2D170D-125A-E8E4-3A43-13E6FE47B315}"/>
          </ac:cxnSpMkLst>
        </pc:cxnChg>
      </pc:sldChg>
      <pc:sldChg chg="addSp modSp mod">
        <pc:chgData name="Fei Zheng" userId="d19317889db4c986" providerId="LiveId" clId="{09C28C91-A8A0-1F4D-84BA-912B639D191F}" dt="2023-04-07T15:18:47.508" v="485"/>
        <pc:sldMkLst>
          <pc:docMk/>
          <pc:sldMk cId="2155513266" sldId="422"/>
        </pc:sldMkLst>
        <pc:spChg chg="mod">
          <ac:chgData name="Fei Zheng" userId="d19317889db4c986" providerId="LiveId" clId="{09C28C91-A8A0-1F4D-84BA-912B639D191F}" dt="2023-04-07T15:12:30.321" v="368" actId="20577"/>
          <ac:spMkLst>
            <pc:docMk/>
            <pc:sldMk cId="2155513266" sldId="422"/>
            <ac:spMk id="3" creationId="{C139C1D9-B944-95B2-D337-6672873EE39E}"/>
          </ac:spMkLst>
        </pc:spChg>
        <pc:spChg chg="mod">
          <ac:chgData name="Fei Zheng" userId="d19317889db4c986" providerId="LiveId" clId="{09C28C91-A8A0-1F4D-84BA-912B639D191F}" dt="2023-04-07T15:17:38.303" v="475" actId="207"/>
          <ac:spMkLst>
            <pc:docMk/>
            <pc:sldMk cId="2155513266" sldId="422"/>
            <ac:spMk id="6" creationId="{45F61D67-8106-33D7-D01E-5B260B63A8F5}"/>
          </ac:spMkLst>
        </pc:spChg>
        <pc:cxnChg chg="add mod">
          <ac:chgData name="Fei Zheng" userId="d19317889db4c986" providerId="LiveId" clId="{09C28C91-A8A0-1F4D-84BA-912B639D191F}" dt="2023-04-07T15:18:47.508" v="485"/>
          <ac:cxnSpMkLst>
            <pc:docMk/>
            <pc:sldMk cId="2155513266" sldId="422"/>
            <ac:cxnSpMk id="2" creationId="{2B367394-DDFB-11FD-1508-C05C0BBA5BD3}"/>
          </ac:cxnSpMkLst>
        </pc:cxnChg>
      </pc:sldChg>
      <pc:sldChg chg="addSp delSp modSp mod">
        <pc:chgData name="Fei Zheng" userId="d19317889db4c986" providerId="LiveId" clId="{09C28C91-A8A0-1F4D-84BA-912B639D191F}" dt="2023-04-07T15:18:52.471" v="488"/>
        <pc:sldMkLst>
          <pc:docMk/>
          <pc:sldMk cId="4170541912" sldId="423"/>
        </pc:sldMkLst>
        <pc:spChg chg="del mod">
          <ac:chgData name="Fei Zheng" userId="d19317889db4c986" providerId="LiveId" clId="{09C28C91-A8A0-1F4D-84BA-912B639D191F}" dt="2023-04-07T15:13:41.903" v="388" actId="478"/>
          <ac:spMkLst>
            <pc:docMk/>
            <pc:sldMk cId="4170541912" sldId="423"/>
            <ac:spMk id="3" creationId="{7D2B4430-D268-5F24-B677-28A080E32402}"/>
          </ac:spMkLst>
        </pc:spChg>
        <pc:spChg chg="mod">
          <ac:chgData name="Fei Zheng" userId="d19317889db4c986" providerId="LiveId" clId="{09C28C91-A8A0-1F4D-84BA-912B639D191F}" dt="2023-04-07T15:17:50.013" v="478" actId="207"/>
          <ac:spMkLst>
            <pc:docMk/>
            <pc:sldMk cId="4170541912" sldId="423"/>
            <ac:spMk id="4" creationId="{A379EE26-1DFA-FCB2-D8D5-53E7D894C706}"/>
          </ac:spMkLst>
        </pc:spChg>
        <pc:spChg chg="add del mod">
          <ac:chgData name="Fei Zheng" userId="d19317889db4c986" providerId="LiveId" clId="{09C28C91-A8A0-1F4D-84BA-912B639D191F}" dt="2023-04-07T15:13:45.067" v="389" actId="478"/>
          <ac:spMkLst>
            <pc:docMk/>
            <pc:sldMk cId="4170541912" sldId="423"/>
            <ac:spMk id="5" creationId="{62DE3CF4-DAA2-0ECC-E4AC-F7EE73579537}"/>
          </ac:spMkLst>
        </pc:spChg>
        <pc:spChg chg="add mod">
          <ac:chgData name="Fei Zheng" userId="d19317889db4c986" providerId="LiveId" clId="{09C28C91-A8A0-1F4D-84BA-912B639D191F}" dt="2023-04-07T15:14:17.597" v="400" actId="1076"/>
          <ac:spMkLst>
            <pc:docMk/>
            <pc:sldMk cId="4170541912" sldId="423"/>
            <ac:spMk id="7" creationId="{C2A2DBF7-E1F5-982E-9F58-FE87B93C29F3}"/>
          </ac:spMkLst>
        </pc:spChg>
        <pc:cxnChg chg="add mod">
          <ac:chgData name="Fei Zheng" userId="d19317889db4c986" providerId="LiveId" clId="{09C28C91-A8A0-1F4D-84BA-912B639D191F}" dt="2023-04-07T15:18:52.471" v="488"/>
          <ac:cxnSpMkLst>
            <pc:docMk/>
            <pc:sldMk cId="4170541912" sldId="423"/>
            <ac:cxnSpMk id="8" creationId="{6DC6E519-C854-B864-C950-3ACC8F98B53C}"/>
          </ac:cxnSpMkLst>
        </pc:cxnChg>
      </pc:sldChg>
      <pc:sldChg chg="addSp modSp mod modAnim">
        <pc:chgData name="Fei Zheng" userId="d19317889db4c986" providerId="LiveId" clId="{09C28C91-A8A0-1F4D-84BA-912B639D191F}" dt="2023-04-08T02:05:47.972" v="667"/>
        <pc:sldMkLst>
          <pc:docMk/>
          <pc:sldMk cId="234948118" sldId="424"/>
        </pc:sldMkLst>
        <pc:spChg chg="mod">
          <ac:chgData name="Fei Zheng" userId="d19317889db4c986" providerId="LiveId" clId="{09C28C91-A8A0-1F4D-84BA-912B639D191F}" dt="2023-04-08T02:05:28.254" v="662" actId="1076"/>
          <ac:spMkLst>
            <pc:docMk/>
            <pc:sldMk cId="234948118" sldId="424"/>
            <ac:spMk id="3" creationId="{7D2B4430-D268-5F24-B677-28A080E32402}"/>
          </ac:spMkLst>
        </pc:spChg>
        <pc:spChg chg="mod">
          <ac:chgData name="Fei Zheng" userId="d19317889db4c986" providerId="LiveId" clId="{09C28C91-A8A0-1F4D-84BA-912B639D191F}" dt="2023-04-07T15:17:53.513" v="479" actId="207"/>
          <ac:spMkLst>
            <pc:docMk/>
            <pc:sldMk cId="234948118" sldId="424"/>
            <ac:spMk id="4" creationId="{91CDD4C0-B870-840C-B5BA-3B02EEDF4824}"/>
          </ac:spMkLst>
        </pc:spChg>
        <pc:spChg chg="add mod">
          <ac:chgData name="Fei Zheng" userId="d19317889db4c986" providerId="LiveId" clId="{09C28C91-A8A0-1F4D-84BA-912B639D191F}" dt="2023-04-08T02:05:38.461" v="666" actId="14100"/>
          <ac:spMkLst>
            <pc:docMk/>
            <pc:sldMk cId="234948118" sldId="424"/>
            <ac:spMk id="6" creationId="{8F2A62E8-3E4F-DF4A-8C20-926334A5C946}"/>
          </ac:spMkLst>
        </pc:spChg>
        <pc:cxnChg chg="add mod">
          <ac:chgData name="Fei Zheng" userId="d19317889db4c986" providerId="LiveId" clId="{09C28C91-A8A0-1F4D-84BA-912B639D191F}" dt="2023-04-07T15:18:53.945" v="489"/>
          <ac:cxnSpMkLst>
            <pc:docMk/>
            <pc:sldMk cId="234948118" sldId="424"/>
            <ac:cxnSpMk id="2" creationId="{82AE4F51-1AD1-5AC3-4C89-08B739FE8801}"/>
          </ac:cxnSpMkLst>
        </pc:cxnChg>
      </pc:sldChg>
      <pc:sldChg chg="addSp delSp modSp mod">
        <pc:chgData name="Fei Zheng" userId="d19317889db4c986" providerId="LiveId" clId="{09C28C91-A8A0-1F4D-84BA-912B639D191F}" dt="2023-04-08T02:10:22.922" v="739" actId="1076"/>
        <pc:sldMkLst>
          <pc:docMk/>
          <pc:sldMk cId="2169084619" sldId="425"/>
        </pc:sldMkLst>
        <pc:spChg chg="mod">
          <ac:chgData name="Fei Zheng" userId="d19317889db4c986" providerId="LiveId" clId="{09C28C91-A8A0-1F4D-84BA-912B639D191F}" dt="2023-04-08T02:10:22.922" v="739" actId="1076"/>
          <ac:spMkLst>
            <pc:docMk/>
            <pc:sldMk cId="2169084619" sldId="425"/>
            <ac:spMk id="2" creationId="{130C98CC-D01F-BC47-AD34-4892C33F76F7}"/>
          </ac:spMkLst>
        </pc:spChg>
        <pc:spChg chg="del mod">
          <ac:chgData name="Fei Zheng" userId="d19317889db4c986" providerId="LiveId" clId="{09C28C91-A8A0-1F4D-84BA-912B639D191F}" dt="2023-04-07T15:20:22.492" v="519" actId="478"/>
          <ac:spMkLst>
            <pc:docMk/>
            <pc:sldMk cId="2169084619" sldId="425"/>
            <ac:spMk id="3" creationId="{D8607CDA-5114-8895-3454-418A6493A755}"/>
          </ac:spMkLst>
        </pc:spChg>
        <pc:spChg chg="mod">
          <ac:chgData name="Fei Zheng" userId="d19317889db4c986" providerId="LiveId" clId="{09C28C91-A8A0-1F4D-84BA-912B639D191F}" dt="2023-04-08T02:10:14.628" v="738" actId="20577"/>
          <ac:spMkLst>
            <pc:docMk/>
            <pc:sldMk cId="2169084619" sldId="425"/>
            <ac:spMk id="4" creationId="{AA48F196-386B-26C1-5838-B4DDFC686E65}"/>
          </ac:spMkLst>
        </pc:spChg>
        <pc:spChg chg="add mod">
          <ac:chgData name="Fei Zheng" userId="d19317889db4c986" providerId="LiveId" clId="{09C28C91-A8A0-1F4D-84BA-912B639D191F}" dt="2023-04-07T15:21:23.011" v="534" actId="20577"/>
          <ac:spMkLst>
            <pc:docMk/>
            <pc:sldMk cId="2169084619" sldId="425"/>
            <ac:spMk id="6" creationId="{5E8FA56A-C0BC-1C1F-8168-066EED486F55}"/>
          </ac:spMkLst>
        </pc:spChg>
        <pc:spChg chg="add mod">
          <ac:chgData name="Fei Zheng" userId="d19317889db4c986" providerId="LiveId" clId="{09C28C91-A8A0-1F4D-84BA-912B639D191F}" dt="2023-04-07T15:21:02.768" v="529"/>
          <ac:spMkLst>
            <pc:docMk/>
            <pc:sldMk cId="2169084619" sldId="425"/>
            <ac:spMk id="7" creationId="{B98A3F95-9D0F-87B6-E39B-5DEAB3855CB6}"/>
          </ac:spMkLst>
        </pc:spChg>
        <pc:cxnChg chg="add mod">
          <ac:chgData name="Fei Zheng" userId="d19317889db4c986" providerId="LiveId" clId="{09C28C91-A8A0-1F4D-84BA-912B639D191F}" dt="2023-04-07T15:18:59.852" v="492"/>
          <ac:cxnSpMkLst>
            <pc:docMk/>
            <pc:sldMk cId="2169084619" sldId="425"/>
            <ac:cxnSpMk id="5" creationId="{4F56C93B-D790-9ABC-88D6-6A8E4BE5770D}"/>
          </ac:cxnSpMkLst>
        </pc:cxnChg>
      </pc:sldChg>
      <pc:sldChg chg="addSp delSp modSp mod modAnim">
        <pc:chgData name="Fei Zheng" userId="d19317889db4c986" providerId="LiveId" clId="{09C28C91-A8A0-1F4D-84BA-912B639D191F}" dt="2023-04-13T04:59:29.640" v="1379" actId="2711"/>
        <pc:sldMkLst>
          <pc:docMk/>
          <pc:sldMk cId="1784683979" sldId="426"/>
        </pc:sldMkLst>
        <pc:spChg chg="del">
          <ac:chgData name="Fei Zheng" userId="d19317889db4c986" providerId="LiveId" clId="{09C28C91-A8A0-1F4D-84BA-912B639D191F}" dt="2023-04-07T15:22:24.740" v="551" actId="478"/>
          <ac:spMkLst>
            <pc:docMk/>
            <pc:sldMk cId="1784683979" sldId="426"/>
            <ac:spMk id="3" creationId="{0ED50975-EF88-D5A2-146E-A63062F2D8AC}"/>
          </ac:spMkLst>
        </pc:spChg>
        <pc:spChg chg="mod">
          <ac:chgData name="Fei Zheng" userId="d19317889db4c986" providerId="LiveId" clId="{09C28C91-A8A0-1F4D-84BA-912B639D191F}" dt="2023-04-13T04:59:29.640" v="1379" actId="2711"/>
          <ac:spMkLst>
            <pc:docMk/>
            <pc:sldMk cId="1784683979" sldId="426"/>
            <ac:spMk id="4" creationId="{6E02C1F1-03DF-C9EC-326D-1C1D0E6B238A}"/>
          </ac:spMkLst>
        </pc:spChg>
        <pc:spChg chg="add mod">
          <ac:chgData name="Fei Zheng" userId="d19317889db4c986" providerId="LiveId" clId="{09C28C91-A8A0-1F4D-84BA-912B639D191F}" dt="2023-04-08T12:38:49.318" v="1253" actId="20577"/>
          <ac:spMkLst>
            <pc:docMk/>
            <pc:sldMk cId="1784683979" sldId="426"/>
            <ac:spMk id="5" creationId="{B5267059-34CD-7D6B-520F-50DE08FCFF44}"/>
          </ac:spMkLst>
        </pc:spChg>
        <pc:spChg chg="add del mod">
          <ac:chgData name="Fei Zheng" userId="d19317889db4c986" providerId="LiveId" clId="{09C28C91-A8A0-1F4D-84BA-912B639D191F}" dt="2023-04-07T15:22:53.063" v="556" actId="478"/>
          <ac:spMkLst>
            <pc:docMk/>
            <pc:sldMk cId="1784683979" sldId="426"/>
            <ac:spMk id="6" creationId="{260304FE-8239-C921-B006-266A5866FC4E}"/>
          </ac:spMkLst>
        </pc:spChg>
        <pc:spChg chg="add mod">
          <ac:chgData name="Fei Zheng" userId="d19317889db4c986" providerId="LiveId" clId="{09C28C91-A8A0-1F4D-84BA-912B639D191F}" dt="2023-04-07T15:22:53.493" v="557"/>
          <ac:spMkLst>
            <pc:docMk/>
            <pc:sldMk cId="1784683979" sldId="426"/>
            <ac:spMk id="7" creationId="{2441246A-0A93-5C9B-0751-784BF5575C57}"/>
          </ac:spMkLst>
        </pc:spChg>
        <pc:cxnChg chg="add mod">
          <ac:chgData name="Fei Zheng" userId="d19317889db4c986" providerId="LiveId" clId="{09C28C91-A8A0-1F4D-84BA-912B639D191F}" dt="2023-04-07T15:19:14.605" v="502"/>
          <ac:cxnSpMkLst>
            <pc:docMk/>
            <pc:sldMk cId="1784683979" sldId="426"/>
            <ac:cxnSpMk id="2" creationId="{F89BEAF2-6282-0B46-76C8-672CF955E1F5}"/>
          </ac:cxnSpMkLst>
        </pc:cxnChg>
      </pc:sldChg>
      <pc:sldChg chg="addSp delSp modSp mod delAnim modAnim">
        <pc:chgData name="Fei Zheng" userId="d19317889db4c986" providerId="LiveId" clId="{09C28C91-A8A0-1F4D-84BA-912B639D191F}" dt="2023-04-13T05:03:33.051" v="1406" actId="478"/>
        <pc:sldMkLst>
          <pc:docMk/>
          <pc:sldMk cId="788705185" sldId="427"/>
        </pc:sldMkLst>
        <pc:spChg chg="mod">
          <ac:chgData name="Fei Zheng" userId="d19317889db4c986" providerId="LiveId" clId="{09C28C91-A8A0-1F4D-84BA-912B639D191F}" dt="2023-04-07T15:23:12.527" v="564" actId="207"/>
          <ac:spMkLst>
            <pc:docMk/>
            <pc:sldMk cId="788705185" sldId="427"/>
            <ac:spMk id="3" creationId="{02F07DE8-EAA5-F7AC-8405-2FBE188F9EC7}"/>
          </ac:spMkLst>
        </pc:spChg>
        <pc:spChg chg="mod">
          <ac:chgData name="Fei Zheng" userId="d19317889db4c986" providerId="LiveId" clId="{09C28C91-A8A0-1F4D-84BA-912B639D191F}" dt="2023-04-08T12:36:36.099" v="1247"/>
          <ac:spMkLst>
            <pc:docMk/>
            <pc:sldMk cId="788705185" sldId="427"/>
            <ac:spMk id="4" creationId="{2CAB757C-A467-9233-8004-ED3F81182CFD}"/>
          </ac:spMkLst>
        </pc:spChg>
        <pc:spChg chg="del mod">
          <ac:chgData name="Fei Zheng" userId="d19317889db4c986" providerId="LiveId" clId="{09C28C91-A8A0-1F4D-84BA-912B639D191F}" dt="2023-04-13T05:03:33.051" v="1406" actId="478"/>
          <ac:spMkLst>
            <pc:docMk/>
            <pc:sldMk cId="788705185" sldId="427"/>
            <ac:spMk id="6" creationId="{247DF578-BBAC-395E-F305-CC381589259B}"/>
          </ac:spMkLst>
        </pc:spChg>
        <pc:spChg chg="mod">
          <ac:chgData name="Fei Zheng" userId="d19317889db4c986" providerId="LiveId" clId="{09C28C91-A8A0-1F4D-84BA-912B639D191F}" dt="2023-04-13T05:02:21.217" v="1390" actId="14100"/>
          <ac:spMkLst>
            <pc:docMk/>
            <pc:sldMk cId="788705185" sldId="427"/>
            <ac:spMk id="8" creationId="{DF36E7D3-AEB5-B083-B087-9EB9B282BB97}"/>
          </ac:spMkLst>
        </pc:spChg>
        <pc:grpChg chg="add mod">
          <ac:chgData name="Fei Zheng" userId="d19317889db4c986" providerId="LiveId" clId="{09C28C91-A8A0-1F4D-84BA-912B639D191F}" dt="2023-04-13T05:02:32.095" v="1398" actId="1038"/>
          <ac:grpSpMkLst>
            <pc:docMk/>
            <pc:sldMk cId="788705185" sldId="427"/>
            <ac:grpSpMk id="5" creationId="{A9CD9BC3-EA49-DA3D-4D27-059BC11498DC}"/>
          </ac:grpSpMkLst>
        </pc:grpChg>
        <pc:picChg chg="mod">
          <ac:chgData name="Fei Zheng" userId="d19317889db4c986" providerId="LiveId" clId="{09C28C91-A8A0-1F4D-84BA-912B639D191F}" dt="2023-04-13T05:02:14.318" v="1388" actId="14100"/>
          <ac:picMkLst>
            <pc:docMk/>
            <pc:sldMk cId="788705185" sldId="427"/>
            <ac:picMk id="7" creationId="{487FE8A8-3C78-73E3-C1C0-71DB618BCB0C}"/>
          </ac:picMkLst>
        </pc:picChg>
        <pc:cxnChg chg="add mod">
          <ac:chgData name="Fei Zheng" userId="d19317889db4c986" providerId="LiveId" clId="{09C28C91-A8A0-1F4D-84BA-912B639D191F}" dt="2023-04-07T15:19:17.876" v="504"/>
          <ac:cxnSpMkLst>
            <pc:docMk/>
            <pc:sldMk cId="788705185" sldId="427"/>
            <ac:cxnSpMk id="2" creationId="{CE293555-FB3F-EF5B-B6C4-B7118D92C967}"/>
          </ac:cxnSpMkLst>
        </pc:cxnChg>
      </pc:sldChg>
      <pc:sldChg chg="addSp modSp mod modAnim">
        <pc:chgData name="Fei Zheng" userId="d19317889db4c986" providerId="LiveId" clId="{09C28C91-A8A0-1F4D-84BA-912B639D191F}" dt="2023-04-08T12:43:06.464" v="1299" actId="114"/>
        <pc:sldMkLst>
          <pc:docMk/>
          <pc:sldMk cId="1350384850" sldId="428"/>
        </pc:sldMkLst>
        <pc:spChg chg="mod">
          <ac:chgData name="Fei Zheng" userId="d19317889db4c986" providerId="LiveId" clId="{09C28C91-A8A0-1F4D-84BA-912B639D191F}" dt="2023-04-07T15:23:52.042" v="570" actId="207"/>
          <ac:spMkLst>
            <pc:docMk/>
            <pc:sldMk cId="1350384850" sldId="428"/>
            <ac:spMk id="3" creationId="{E86F41D3-5C8E-ED08-FED9-0ECEEA1AFF50}"/>
          </ac:spMkLst>
        </pc:spChg>
        <pc:spChg chg="mod">
          <ac:chgData name="Fei Zheng" userId="d19317889db4c986" providerId="LiveId" clId="{09C28C91-A8A0-1F4D-84BA-912B639D191F}" dt="2023-04-08T12:43:06.464" v="1299" actId="114"/>
          <ac:spMkLst>
            <pc:docMk/>
            <pc:sldMk cId="1350384850" sldId="428"/>
            <ac:spMk id="4" creationId="{ED1CE5B3-EDAD-4AD2-EDD7-5AD3DA1589BE}"/>
          </ac:spMkLst>
        </pc:spChg>
        <pc:spChg chg="mod">
          <ac:chgData name="Fei Zheng" userId="d19317889db4c986" providerId="LiveId" clId="{09C28C91-A8A0-1F4D-84BA-912B639D191F}" dt="2023-04-08T12:41:51.546" v="1287" actId="948"/>
          <ac:spMkLst>
            <pc:docMk/>
            <pc:sldMk cId="1350384850" sldId="428"/>
            <ac:spMk id="8" creationId="{6E4A464C-869F-0B23-AB6D-6F46168AB9DB}"/>
          </ac:spMkLst>
        </pc:spChg>
        <pc:cxnChg chg="add mod">
          <ac:chgData name="Fei Zheng" userId="d19317889db4c986" providerId="LiveId" clId="{09C28C91-A8A0-1F4D-84BA-912B639D191F}" dt="2023-04-07T15:19:22.548" v="507"/>
          <ac:cxnSpMkLst>
            <pc:docMk/>
            <pc:sldMk cId="1350384850" sldId="428"/>
            <ac:cxnSpMk id="5" creationId="{98FC8353-3F82-9E85-776C-4B6C98999EAC}"/>
          </ac:cxnSpMkLst>
        </pc:cxnChg>
      </pc:sldChg>
      <pc:sldChg chg="addSp delSp modSp mod modAnim">
        <pc:chgData name="Fei Zheng" userId="d19317889db4c986" providerId="LiveId" clId="{09C28C91-A8A0-1F4D-84BA-912B639D191F}" dt="2023-04-13T05:37:42.227" v="1745" actId="732"/>
        <pc:sldMkLst>
          <pc:docMk/>
          <pc:sldMk cId="3064721684" sldId="431"/>
        </pc:sldMkLst>
        <pc:spChg chg="mod">
          <ac:chgData name="Fei Zheng" userId="d19317889db4c986" providerId="LiveId" clId="{09C28C91-A8A0-1F4D-84BA-912B639D191F}" dt="2023-04-13T05:36:21.325" v="1738" actId="1076"/>
          <ac:spMkLst>
            <pc:docMk/>
            <pc:sldMk cId="3064721684" sldId="431"/>
            <ac:spMk id="3" creationId="{0136DB84-4DE2-68F5-DFCB-51F7AE07D74B}"/>
          </ac:spMkLst>
        </pc:spChg>
        <pc:spChg chg="del">
          <ac:chgData name="Fei Zheng" userId="d19317889db4c986" providerId="LiveId" clId="{09C28C91-A8A0-1F4D-84BA-912B639D191F}" dt="2023-04-07T15:23:59.868" v="572" actId="478"/>
          <ac:spMkLst>
            <pc:docMk/>
            <pc:sldMk cId="3064721684" sldId="431"/>
            <ac:spMk id="4" creationId="{D34F015C-ADAF-F630-E07C-AB56E9076A93}"/>
          </ac:spMkLst>
        </pc:spChg>
        <pc:spChg chg="add mod">
          <ac:chgData name="Fei Zheng" userId="d19317889db4c986" providerId="LiveId" clId="{09C28C91-A8A0-1F4D-84BA-912B639D191F}" dt="2023-04-07T15:24:00.373" v="573"/>
          <ac:spMkLst>
            <pc:docMk/>
            <pc:sldMk cId="3064721684" sldId="431"/>
            <ac:spMk id="6" creationId="{0773223E-46AB-99D0-C11D-40EC85834441}"/>
          </ac:spMkLst>
        </pc:spChg>
        <pc:spChg chg="del">
          <ac:chgData name="Fei Zheng" userId="d19317889db4c986" providerId="LiveId" clId="{09C28C91-A8A0-1F4D-84BA-912B639D191F}" dt="2023-04-08T03:01:36.422" v="1093" actId="478"/>
          <ac:spMkLst>
            <pc:docMk/>
            <pc:sldMk cId="3064721684" sldId="431"/>
            <ac:spMk id="7" creationId="{F1357A3B-E3EC-8C5D-5EB4-8A06D9B99A8E}"/>
          </ac:spMkLst>
        </pc:spChg>
        <pc:spChg chg="mod">
          <ac:chgData name="Fei Zheng" userId="d19317889db4c986" providerId="LiveId" clId="{09C28C91-A8A0-1F4D-84BA-912B639D191F}" dt="2023-04-13T05:36:16.196" v="1736"/>
          <ac:spMkLst>
            <pc:docMk/>
            <pc:sldMk cId="3064721684" sldId="431"/>
            <ac:spMk id="8" creationId="{CAC811FD-DE4E-CAF3-64BE-92258D2E6245}"/>
          </ac:spMkLst>
        </pc:spChg>
        <pc:grpChg chg="add mod">
          <ac:chgData name="Fei Zheng" userId="d19317889db4c986" providerId="LiveId" clId="{09C28C91-A8A0-1F4D-84BA-912B639D191F}" dt="2023-04-13T05:36:34.393" v="1743" actId="1076"/>
          <ac:grpSpMkLst>
            <pc:docMk/>
            <pc:sldMk cId="3064721684" sldId="431"/>
            <ac:grpSpMk id="4" creationId="{FC61F2E6-540E-6F69-F4D0-9FDF62BA875F}"/>
          </ac:grpSpMkLst>
        </pc:grpChg>
        <pc:picChg chg="mod modCrop">
          <ac:chgData name="Fei Zheng" userId="d19317889db4c986" providerId="LiveId" clId="{09C28C91-A8A0-1F4D-84BA-912B639D191F}" dt="2023-04-13T05:37:42.227" v="1745" actId="732"/>
          <ac:picMkLst>
            <pc:docMk/>
            <pc:sldMk cId="3064721684" sldId="431"/>
            <ac:picMk id="5" creationId="{FDB0FB99-759E-E32F-03DC-6688706CCDD8}"/>
          </ac:picMkLst>
        </pc:picChg>
        <pc:picChg chg="mod">
          <ac:chgData name="Fei Zheng" userId="d19317889db4c986" providerId="LiveId" clId="{09C28C91-A8A0-1F4D-84BA-912B639D191F}" dt="2023-04-13T05:36:16.196" v="1736"/>
          <ac:picMkLst>
            <pc:docMk/>
            <pc:sldMk cId="3064721684" sldId="431"/>
            <ac:picMk id="7" creationId="{445BE515-18C5-0F7A-A28B-0D98801A7A16}"/>
          </ac:picMkLst>
        </pc:picChg>
        <pc:cxnChg chg="add mod">
          <ac:chgData name="Fei Zheng" userId="d19317889db4c986" providerId="LiveId" clId="{09C28C91-A8A0-1F4D-84BA-912B639D191F}" dt="2023-04-07T15:19:25.567" v="509"/>
          <ac:cxnSpMkLst>
            <pc:docMk/>
            <pc:sldMk cId="3064721684" sldId="431"/>
            <ac:cxnSpMk id="2" creationId="{09B5691E-63A2-5448-19B1-967A60CB022F}"/>
          </ac:cxnSpMkLst>
        </pc:cxnChg>
      </pc:sldChg>
      <pc:sldChg chg="addSp delSp modSp mod">
        <pc:chgData name="Fei Zheng" userId="d19317889db4c986" providerId="LiveId" clId="{09C28C91-A8A0-1F4D-84BA-912B639D191F}" dt="2023-04-08T12:49:56.285" v="1360" actId="20577"/>
        <pc:sldMkLst>
          <pc:docMk/>
          <pc:sldMk cId="1607983298" sldId="433"/>
        </pc:sldMkLst>
        <pc:spChg chg="add mod">
          <ac:chgData name="Fei Zheng" userId="d19317889db4c986" providerId="LiveId" clId="{09C28C91-A8A0-1F4D-84BA-912B639D191F}" dt="2023-04-08T12:49:56.285" v="1360" actId="20577"/>
          <ac:spMkLst>
            <pc:docMk/>
            <pc:sldMk cId="1607983298" sldId="433"/>
            <ac:spMk id="3" creationId="{9584FFB2-1325-247F-6F64-E7A7A065BCC0}"/>
          </ac:spMkLst>
        </pc:spChg>
        <pc:spChg chg="del">
          <ac:chgData name="Fei Zheng" userId="d19317889db4c986" providerId="LiveId" clId="{09C28C91-A8A0-1F4D-84BA-912B639D191F}" dt="2023-04-07T15:24:45.198" v="582" actId="478"/>
          <ac:spMkLst>
            <pc:docMk/>
            <pc:sldMk cId="1607983298" sldId="433"/>
            <ac:spMk id="4" creationId="{D34F015C-ADAF-F630-E07C-AB56E9076A93}"/>
          </ac:spMkLst>
        </pc:spChg>
        <pc:spChg chg="add del mod">
          <ac:chgData name="Fei Zheng" userId="d19317889db4c986" providerId="LiveId" clId="{09C28C91-A8A0-1F4D-84BA-912B639D191F}" dt="2023-04-07T15:25:20.365" v="613" actId="478"/>
          <ac:spMkLst>
            <pc:docMk/>
            <pc:sldMk cId="1607983298" sldId="433"/>
            <ac:spMk id="8" creationId="{4D5FDEEE-6E2D-654A-B30F-EDEC0EB8569D}"/>
          </ac:spMkLst>
        </pc:spChg>
        <pc:spChg chg="add mod">
          <ac:chgData name="Fei Zheng" userId="d19317889db4c986" providerId="LiveId" clId="{09C28C91-A8A0-1F4D-84BA-912B639D191F}" dt="2023-04-07T15:25:20.966" v="614"/>
          <ac:spMkLst>
            <pc:docMk/>
            <pc:sldMk cId="1607983298" sldId="433"/>
            <ac:spMk id="9" creationId="{4B95AD1F-EB3F-8E86-F72E-E503056243A1}"/>
          </ac:spMkLst>
        </pc:spChg>
        <pc:picChg chg="mod">
          <ac:chgData name="Fei Zheng" userId="d19317889db4c986" providerId="LiveId" clId="{09C28C91-A8A0-1F4D-84BA-912B639D191F}" dt="2023-04-08T03:03:10.993" v="1106" actId="1076"/>
          <ac:picMkLst>
            <pc:docMk/>
            <pc:sldMk cId="1607983298" sldId="433"/>
            <ac:picMk id="5" creationId="{D761555F-C767-2FE9-9950-6A6377BB4C0C}"/>
          </ac:picMkLst>
        </pc:picChg>
        <pc:cxnChg chg="add mod">
          <ac:chgData name="Fei Zheng" userId="d19317889db4c986" providerId="LiveId" clId="{09C28C91-A8A0-1F4D-84BA-912B639D191F}" dt="2023-04-07T15:19:33.377" v="514"/>
          <ac:cxnSpMkLst>
            <pc:docMk/>
            <pc:sldMk cId="1607983298" sldId="433"/>
            <ac:cxnSpMk id="2" creationId="{E9EE194E-9918-3AFB-BDBB-916265CF0161}"/>
          </ac:cxnSpMkLst>
        </pc:cxnChg>
      </pc:sldChg>
      <pc:sldChg chg="addSp delSp modSp mod">
        <pc:chgData name="Fei Zheng" userId="d19317889db4c986" providerId="LiveId" clId="{09C28C91-A8A0-1F4D-84BA-912B639D191F}" dt="2023-04-08T12:50:00.027" v="1363" actId="20577"/>
        <pc:sldMkLst>
          <pc:docMk/>
          <pc:sldMk cId="961105554" sldId="434"/>
        </pc:sldMkLst>
        <pc:spChg chg="add mod">
          <ac:chgData name="Fei Zheng" userId="d19317889db4c986" providerId="LiveId" clId="{09C28C91-A8A0-1F4D-84BA-912B639D191F}" dt="2023-04-08T12:50:00.027" v="1363" actId="20577"/>
          <ac:spMkLst>
            <pc:docMk/>
            <pc:sldMk cId="961105554" sldId="434"/>
            <ac:spMk id="3" creationId="{FB3DDB7A-13BC-1B3F-695A-AC51E4222F3D}"/>
          </ac:spMkLst>
        </pc:spChg>
        <pc:spChg chg="del">
          <ac:chgData name="Fei Zheng" userId="d19317889db4c986" providerId="LiveId" clId="{09C28C91-A8A0-1F4D-84BA-912B639D191F}" dt="2023-04-07T15:24:53.657" v="586" actId="478"/>
          <ac:spMkLst>
            <pc:docMk/>
            <pc:sldMk cId="961105554" sldId="434"/>
            <ac:spMk id="4" creationId="{D34F015C-ADAF-F630-E07C-AB56E9076A93}"/>
          </ac:spMkLst>
        </pc:spChg>
        <pc:spChg chg="add del mod">
          <ac:chgData name="Fei Zheng" userId="d19317889db4c986" providerId="LiveId" clId="{09C28C91-A8A0-1F4D-84BA-912B639D191F}" dt="2023-04-07T15:25:23.047" v="615" actId="478"/>
          <ac:spMkLst>
            <pc:docMk/>
            <pc:sldMk cId="961105554" sldId="434"/>
            <ac:spMk id="6" creationId="{4460A2A2-E238-82A5-F1FF-D6A67B136B59}"/>
          </ac:spMkLst>
        </pc:spChg>
        <pc:spChg chg="add mod">
          <ac:chgData name="Fei Zheng" userId="d19317889db4c986" providerId="LiveId" clId="{09C28C91-A8A0-1F4D-84BA-912B639D191F}" dt="2023-04-07T15:25:23.429" v="616"/>
          <ac:spMkLst>
            <pc:docMk/>
            <pc:sldMk cId="961105554" sldId="434"/>
            <ac:spMk id="7" creationId="{EBD6C595-29A4-5C21-26B1-6E0FD8FF4DE0}"/>
          </ac:spMkLst>
        </pc:spChg>
        <pc:picChg chg="mod">
          <ac:chgData name="Fei Zheng" userId="d19317889db4c986" providerId="LiveId" clId="{09C28C91-A8A0-1F4D-84BA-912B639D191F}" dt="2023-04-08T03:03:38.894" v="1108" actId="1076"/>
          <ac:picMkLst>
            <pc:docMk/>
            <pc:sldMk cId="961105554" sldId="434"/>
            <ac:picMk id="5" creationId="{A14E1233-5FB7-435E-98AF-6BA4E4160005}"/>
          </ac:picMkLst>
        </pc:picChg>
        <pc:cxnChg chg="add mod">
          <ac:chgData name="Fei Zheng" userId="d19317889db4c986" providerId="LiveId" clId="{09C28C91-A8A0-1F4D-84BA-912B639D191F}" dt="2023-04-07T15:19:35.240" v="515"/>
          <ac:cxnSpMkLst>
            <pc:docMk/>
            <pc:sldMk cId="961105554" sldId="434"/>
            <ac:cxnSpMk id="2" creationId="{6238F80F-4295-97C5-6384-2ED8F60D8782}"/>
          </ac:cxnSpMkLst>
        </pc:cxnChg>
      </pc:sldChg>
      <pc:sldChg chg="addSp modSp mod modAnim">
        <pc:chgData name="Fei Zheng" userId="d19317889db4c986" providerId="LiveId" clId="{09C28C91-A8A0-1F4D-84BA-912B639D191F}" dt="2023-04-08T12:28:03.954" v="1198" actId="20577"/>
        <pc:sldMkLst>
          <pc:docMk/>
          <pc:sldMk cId="2827639505" sldId="442"/>
        </pc:sldMkLst>
        <pc:spChg chg="mod">
          <ac:chgData name="Fei Zheng" userId="d19317889db4c986" providerId="LiveId" clId="{09C28C91-A8A0-1F4D-84BA-912B639D191F}" dt="2023-04-07T15:21:40.844" v="541" actId="207"/>
          <ac:spMkLst>
            <pc:docMk/>
            <pc:sldMk cId="2827639505" sldId="442"/>
            <ac:spMk id="3" creationId="{90B3119B-6B2A-3E27-820C-4CA44DA930C3}"/>
          </ac:spMkLst>
        </pc:spChg>
        <pc:spChg chg="mod">
          <ac:chgData name="Fei Zheng" userId="d19317889db4c986" providerId="LiveId" clId="{09C28C91-A8A0-1F4D-84BA-912B639D191F}" dt="2023-04-08T12:28:03.954" v="1198" actId="20577"/>
          <ac:spMkLst>
            <pc:docMk/>
            <pc:sldMk cId="2827639505" sldId="442"/>
            <ac:spMk id="4" creationId="{A3AF2A84-CE80-A21B-5116-1819569DF796}"/>
          </ac:spMkLst>
        </pc:spChg>
        <pc:cxnChg chg="add mod">
          <ac:chgData name="Fei Zheng" userId="d19317889db4c986" providerId="LiveId" clId="{09C28C91-A8A0-1F4D-84BA-912B639D191F}" dt="2023-04-07T15:19:05.926" v="496"/>
          <ac:cxnSpMkLst>
            <pc:docMk/>
            <pc:sldMk cId="2827639505" sldId="442"/>
            <ac:cxnSpMk id="2" creationId="{BA90FD6F-6D6D-BF56-B29D-D96FA0A101F6}"/>
          </ac:cxnSpMkLst>
        </pc:cxnChg>
      </pc:sldChg>
      <pc:sldChg chg="addSp modSp">
        <pc:chgData name="Fei Zheng" userId="d19317889db4c986" providerId="LiveId" clId="{09C28C91-A8A0-1F4D-84BA-912B639D191F}" dt="2023-04-13T04:55:09.311" v="1369"/>
        <pc:sldMkLst>
          <pc:docMk/>
          <pc:sldMk cId="4118247310" sldId="443"/>
        </pc:sldMkLst>
        <pc:spChg chg="mod">
          <ac:chgData name="Fei Zheng" userId="d19317889db4c986" providerId="LiveId" clId="{09C28C91-A8A0-1F4D-84BA-912B639D191F}" dt="2023-04-07T15:21:51.594" v="544" actId="207"/>
          <ac:spMkLst>
            <pc:docMk/>
            <pc:sldMk cId="4118247310" sldId="443"/>
            <ac:spMk id="3" creationId="{90B3119B-6B2A-3E27-820C-4CA44DA930C3}"/>
          </ac:spMkLst>
        </pc:spChg>
        <pc:spChg chg="mod">
          <ac:chgData name="Fei Zheng" userId="d19317889db4c986" providerId="LiveId" clId="{09C28C91-A8A0-1F4D-84BA-912B639D191F}" dt="2023-04-13T04:55:09.311" v="1369"/>
          <ac:spMkLst>
            <pc:docMk/>
            <pc:sldMk cId="4118247310" sldId="443"/>
            <ac:spMk id="4" creationId="{A3AF2A84-CE80-A21B-5116-1819569DF796}"/>
          </ac:spMkLst>
        </pc:spChg>
        <pc:cxnChg chg="add mod">
          <ac:chgData name="Fei Zheng" userId="d19317889db4c986" providerId="LiveId" clId="{09C28C91-A8A0-1F4D-84BA-912B639D191F}" dt="2023-04-07T15:19:10.284" v="499"/>
          <ac:cxnSpMkLst>
            <pc:docMk/>
            <pc:sldMk cId="4118247310" sldId="443"/>
            <ac:cxnSpMk id="2" creationId="{83EFFB7C-D1F4-0E6D-F610-DAE427E10C9C}"/>
          </ac:cxnSpMkLst>
        </pc:cxnChg>
      </pc:sldChg>
      <pc:sldChg chg="addSp delSp modSp mod delAnim modAnim">
        <pc:chgData name="Fei Zheng" userId="d19317889db4c986" providerId="LiveId" clId="{09C28C91-A8A0-1F4D-84BA-912B639D191F}" dt="2023-04-13T04:53:08.968" v="1368" actId="20577"/>
        <pc:sldMkLst>
          <pc:docMk/>
          <pc:sldMk cId="2645170493" sldId="444"/>
        </pc:sldMkLst>
        <pc:spChg chg="del mod">
          <ac:chgData name="Fei Zheng" userId="d19317889db4c986" providerId="LiveId" clId="{09C28C91-A8A0-1F4D-84BA-912B639D191F}" dt="2023-04-13T04:53:02.135" v="1367" actId="478"/>
          <ac:spMkLst>
            <pc:docMk/>
            <pc:sldMk cId="2645170493" sldId="444"/>
            <ac:spMk id="2" creationId="{0B6811DD-5998-45DB-1A17-59EDFCF10C7A}"/>
          </ac:spMkLst>
        </pc:spChg>
        <pc:spChg chg="mod">
          <ac:chgData name="Fei Zheng" userId="d19317889db4c986" providerId="LiveId" clId="{09C28C91-A8A0-1F4D-84BA-912B639D191F}" dt="2023-04-07T15:21:47.992" v="543" actId="207"/>
          <ac:spMkLst>
            <pc:docMk/>
            <pc:sldMk cId="2645170493" sldId="444"/>
            <ac:spMk id="3" creationId="{90B3119B-6B2A-3E27-820C-4CA44DA930C3}"/>
          </ac:spMkLst>
        </pc:spChg>
        <pc:spChg chg="mod">
          <ac:chgData name="Fei Zheng" userId="d19317889db4c986" providerId="LiveId" clId="{09C28C91-A8A0-1F4D-84BA-912B639D191F}" dt="2023-04-13T04:53:08.968" v="1368" actId="20577"/>
          <ac:spMkLst>
            <pc:docMk/>
            <pc:sldMk cId="2645170493" sldId="444"/>
            <ac:spMk id="4" creationId="{A3AF2A84-CE80-A21B-5116-1819569DF796}"/>
          </ac:spMkLst>
        </pc:spChg>
        <pc:cxnChg chg="add mod">
          <ac:chgData name="Fei Zheng" userId="d19317889db4c986" providerId="LiveId" clId="{09C28C91-A8A0-1F4D-84BA-912B639D191F}" dt="2023-04-07T15:19:08.876" v="498"/>
          <ac:cxnSpMkLst>
            <pc:docMk/>
            <pc:sldMk cId="2645170493" sldId="444"/>
            <ac:cxnSpMk id="5" creationId="{83D4B081-145E-38EF-B364-C4EDD8428E5C}"/>
          </ac:cxnSpMkLst>
        </pc:cxnChg>
      </pc:sldChg>
      <pc:sldChg chg="addSp delSp modSp mod modAnim">
        <pc:chgData name="Fei Zheng" userId="d19317889db4c986" providerId="LiveId" clId="{09C28C91-A8A0-1F4D-84BA-912B639D191F}" dt="2023-04-13T05:41:52.325" v="1803" actId="1076"/>
        <pc:sldMkLst>
          <pc:docMk/>
          <pc:sldMk cId="4005447236" sldId="446"/>
        </pc:sldMkLst>
        <pc:spChg chg="del">
          <ac:chgData name="Fei Zheng" userId="d19317889db4c986" providerId="LiveId" clId="{09C28C91-A8A0-1F4D-84BA-912B639D191F}" dt="2023-04-07T15:24:03.092" v="574" actId="478"/>
          <ac:spMkLst>
            <pc:docMk/>
            <pc:sldMk cId="4005447236" sldId="446"/>
            <ac:spMk id="3" creationId="{D34F015C-ADAF-F630-E07C-AB56E9076A93}"/>
          </ac:spMkLst>
        </pc:spChg>
        <pc:spChg chg="mod">
          <ac:chgData name="Fei Zheng" userId="d19317889db4c986" providerId="LiveId" clId="{09C28C91-A8A0-1F4D-84BA-912B639D191F}" dt="2023-04-13T05:41:48.418" v="1802" actId="20577"/>
          <ac:spMkLst>
            <pc:docMk/>
            <pc:sldMk cId="4005447236" sldId="446"/>
            <ac:spMk id="4" creationId="{DC9FDF2C-3144-C001-ED12-FD5B1BF3D272}"/>
          </ac:spMkLst>
        </pc:spChg>
        <pc:spChg chg="del">
          <ac:chgData name="Fei Zheng" userId="d19317889db4c986" providerId="LiveId" clId="{09C28C91-A8A0-1F4D-84BA-912B639D191F}" dt="2023-04-08T03:01:52.468" v="1095" actId="478"/>
          <ac:spMkLst>
            <pc:docMk/>
            <pc:sldMk cId="4005447236" sldId="446"/>
            <ac:spMk id="5" creationId="{5BB1F458-681C-27F8-27E8-A6336806FCC6}"/>
          </ac:spMkLst>
        </pc:spChg>
        <pc:spChg chg="add mod">
          <ac:chgData name="Fei Zheng" userId="d19317889db4c986" providerId="LiveId" clId="{09C28C91-A8A0-1F4D-84BA-912B639D191F}" dt="2023-04-07T15:24:03.540" v="575"/>
          <ac:spMkLst>
            <pc:docMk/>
            <pc:sldMk cId="4005447236" sldId="446"/>
            <ac:spMk id="6" creationId="{9DBD0ADD-6B54-8367-AD5E-44B7C631C752}"/>
          </ac:spMkLst>
        </pc:spChg>
        <pc:spChg chg="mod">
          <ac:chgData name="Fei Zheng" userId="d19317889db4c986" providerId="LiveId" clId="{09C28C91-A8A0-1F4D-84BA-912B639D191F}" dt="2023-04-13T05:38:22.493" v="1763"/>
          <ac:spMkLst>
            <pc:docMk/>
            <pc:sldMk cId="4005447236" sldId="446"/>
            <ac:spMk id="8" creationId="{ACC924FB-DC43-D9AA-4062-E8AC2DE6F602}"/>
          </ac:spMkLst>
        </pc:spChg>
        <pc:grpChg chg="add mod">
          <ac:chgData name="Fei Zheng" userId="d19317889db4c986" providerId="LiveId" clId="{09C28C91-A8A0-1F4D-84BA-912B639D191F}" dt="2023-04-13T05:38:22.493" v="1763"/>
          <ac:grpSpMkLst>
            <pc:docMk/>
            <pc:sldMk cId="4005447236" sldId="446"/>
            <ac:grpSpMk id="3" creationId="{BAF04947-ADBF-E784-55FF-CB4CF39EEE10}"/>
          </ac:grpSpMkLst>
        </pc:grpChg>
        <pc:picChg chg="add mod">
          <ac:chgData name="Fei Zheng" userId="d19317889db4c986" providerId="LiveId" clId="{09C28C91-A8A0-1F4D-84BA-912B639D191F}" dt="2023-04-13T05:41:52.325" v="1803" actId="1076"/>
          <ac:picMkLst>
            <pc:docMk/>
            <pc:sldMk cId="4005447236" sldId="446"/>
            <ac:picMk id="5" creationId="{63FEF740-6C2D-EBB8-A6A3-7432AB615F46}"/>
          </ac:picMkLst>
        </pc:picChg>
        <pc:picChg chg="mod">
          <ac:chgData name="Fei Zheng" userId="d19317889db4c986" providerId="LiveId" clId="{09C28C91-A8A0-1F4D-84BA-912B639D191F}" dt="2023-04-13T05:38:22.493" v="1763"/>
          <ac:picMkLst>
            <pc:docMk/>
            <pc:sldMk cId="4005447236" sldId="446"/>
            <ac:picMk id="7" creationId="{796AB7E3-4ABE-4AEB-C055-8F9F3BEC6B7F}"/>
          </ac:picMkLst>
        </pc:picChg>
        <pc:cxnChg chg="add mod">
          <ac:chgData name="Fei Zheng" userId="d19317889db4c986" providerId="LiveId" clId="{09C28C91-A8A0-1F4D-84BA-912B639D191F}" dt="2023-04-07T15:19:27.168" v="510"/>
          <ac:cxnSpMkLst>
            <pc:docMk/>
            <pc:sldMk cId="4005447236" sldId="446"/>
            <ac:cxnSpMk id="2" creationId="{43DD4C57-F324-EF7A-523A-E97F03EB6FDD}"/>
          </ac:cxnSpMkLst>
        </pc:cxnChg>
      </pc:sldChg>
      <pc:sldChg chg="modSp">
        <pc:chgData name="Fei Zheng" userId="d19317889db4c986" providerId="LiveId" clId="{09C28C91-A8A0-1F4D-84BA-912B639D191F}" dt="2023-04-07T15:17:15.581" v="470" actId="207"/>
        <pc:sldMkLst>
          <pc:docMk/>
          <pc:sldMk cId="398862953" sldId="447"/>
        </pc:sldMkLst>
        <pc:spChg chg="mod">
          <ac:chgData name="Fei Zheng" userId="d19317889db4c986" providerId="LiveId" clId="{09C28C91-A8A0-1F4D-84BA-912B639D191F}" dt="2023-04-07T15:17:15.581" v="470" actId="207"/>
          <ac:spMkLst>
            <pc:docMk/>
            <pc:sldMk cId="398862953" sldId="447"/>
            <ac:spMk id="3" creationId="{9979D594-9100-0446-A19F-7140E5533581}"/>
          </ac:spMkLst>
        </pc:spChg>
      </pc:sldChg>
      <pc:sldChg chg="del">
        <pc:chgData name="Fei Zheng" userId="d19317889db4c986" providerId="LiveId" clId="{09C28C91-A8A0-1F4D-84BA-912B639D191F}" dt="2023-04-07T15:16:30.987" v="468" actId="2696"/>
        <pc:sldMkLst>
          <pc:docMk/>
          <pc:sldMk cId="0" sldId="450"/>
        </pc:sldMkLst>
      </pc:sldChg>
      <pc:sldChg chg="del">
        <pc:chgData name="Fei Zheng" userId="d19317889db4c986" providerId="LiveId" clId="{09C28C91-A8A0-1F4D-84BA-912B639D191F}" dt="2023-04-07T15:16:32.287" v="469" actId="2696"/>
        <pc:sldMkLst>
          <pc:docMk/>
          <pc:sldMk cId="0" sldId="451"/>
        </pc:sldMkLst>
      </pc:sldChg>
      <pc:sldChg chg="addSp modSp mod modAnim">
        <pc:chgData name="Fei Zheng" userId="d19317889db4c986" providerId="LiveId" clId="{09C28C91-A8A0-1F4D-84BA-912B639D191F}" dt="2023-04-13T05:11:06.091" v="1432"/>
        <pc:sldMkLst>
          <pc:docMk/>
          <pc:sldMk cId="187936852" sldId="452"/>
        </pc:sldMkLst>
        <pc:spChg chg="mod">
          <ac:chgData name="Fei Zheng" userId="d19317889db4c986" providerId="LiveId" clId="{09C28C91-A8A0-1F4D-84BA-912B639D191F}" dt="2023-04-13T05:10:54.728" v="1430" actId="1076"/>
          <ac:spMkLst>
            <pc:docMk/>
            <pc:sldMk cId="187936852" sldId="452"/>
            <ac:spMk id="3" creationId="{CA2E96A8-775C-2F6B-073A-7D7682C273FD}"/>
          </ac:spMkLst>
        </pc:spChg>
        <pc:spChg chg="add mod">
          <ac:chgData name="Fei Zheng" userId="d19317889db4c986" providerId="LiveId" clId="{09C28C91-A8A0-1F4D-84BA-912B639D191F}" dt="2023-04-13T05:10:58.076" v="1431" actId="1076"/>
          <ac:spMkLst>
            <pc:docMk/>
            <pc:sldMk cId="187936852" sldId="452"/>
            <ac:spMk id="4" creationId="{76D40586-2AB5-3352-1674-6D54FD00D38E}"/>
          </ac:spMkLst>
        </pc:spChg>
        <pc:spChg chg="add mod">
          <ac:chgData name="Fei Zheng" userId="d19317889db4c986" providerId="LiveId" clId="{09C28C91-A8A0-1F4D-84BA-912B639D191F}" dt="2023-04-13T05:10:48.846" v="1429" actId="207"/>
          <ac:spMkLst>
            <pc:docMk/>
            <pc:sldMk cId="187936852" sldId="452"/>
            <ac:spMk id="5" creationId="{B8E5D9C0-B34D-903F-2AA8-778207778CE5}"/>
          </ac:spMkLst>
        </pc:spChg>
      </pc:sldChg>
      <pc:sldChg chg="addSp delSp modSp mod">
        <pc:chgData name="Fei Zheng" userId="d19317889db4c986" providerId="LiveId" clId="{09C28C91-A8A0-1F4D-84BA-912B639D191F}" dt="2023-04-08T12:49:42.279" v="1355" actId="20577"/>
        <pc:sldMkLst>
          <pc:docMk/>
          <pc:sldMk cId="0" sldId="453"/>
        </pc:sldMkLst>
        <pc:spChg chg="add mod">
          <ac:chgData name="Fei Zheng" userId="d19317889db4c986" providerId="LiveId" clId="{09C28C91-A8A0-1F4D-84BA-912B639D191F}" dt="2023-04-08T12:49:42.279" v="1355" actId="20577"/>
          <ac:spMkLst>
            <pc:docMk/>
            <pc:sldMk cId="0" sldId="453"/>
            <ac:spMk id="3" creationId="{B05EB84C-105C-5076-9A21-BD675958FD8F}"/>
          </ac:spMkLst>
        </pc:spChg>
        <pc:spChg chg="add mod">
          <ac:chgData name="Fei Zheng" userId="d19317889db4c986" providerId="LiveId" clId="{09C28C91-A8A0-1F4D-84BA-912B639D191F}" dt="2023-04-07T15:24:35.299" v="579"/>
          <ac:spMkLst>
            <pc:docMk/>
            <pc:sldMk cId="0" sldId="453"/>
            <ac:spMk id="4" creationId="{9CB7F3BD-0871-108A-C0EF-D3812C9D8848}"/>
          </ac:spMkLst>
        </pc:spChg>
        <pc:spChg chg="del">
          <ac:chgData name="Fei Zheng" userId="d19317889db4c986" providerId="LiveId" clId="{09C28C91-A8A0-1F4D-84BA-912B639D191F}" dt="2023-04-07T15:24:12.777" v="578" actId="478"/>
          <ac:spMkLst>
            <pc:docMk/>
            <pc:sldMk cId="0" sldId="453"/>
            <ac:spMk id="11" creationId="{4F71F795-01D3-B7AD-39E7-A3C0147BB732}"/>
          </ac:spMkLst>
        </pc:spChg>
        <pc:spChg chg="del mod">
          <ac:chgData name="Fei Zheng" userId="d19317889db4c986" providerId="LiveId" clId="{09C28C91-A8A0-1F4D-84BA-912B639D191F}" dt="2023-04-08T03:02:21.131" v="1098" actId="478"/>
          <ac:spMkLst>
            <pc:docMk/>
            <pc:sldMk cId="0" sldId="453"/>
            <ac:spMk id="18435" creationId="{3712F005-A0AE-6C88-31B9-3C07ED20ADAB}"/>
          </ac:spMkLst>
        </pc:spChg>
        <pc:spChg chg="mod">
          <ac:chgData name="Fei Zheng" userId="d19317889db4c986" providerId="LiveId" clId="{09C28C91-A8A0-1F4D-84BA-912B639D191F}" dt="2023-04-08T03:02:25.143" v="1099" actId="1076"/>
          <ac:spMkLst>
            <pc:docMk/>
            <pc:sldMk cId="0" sldId="453"/>
            <ac:spMk id="18436" creationId="{0AAF1638-0418-FCA4-3294-6366C18060BC}"/>
          </ac:spMkLst>
        </pc:spChg>
        <pc:spChg chg="mod">
          <ac:chgData name="Fei Zheng" userId="d19317889db4c986" providerId="LiveId" clId="{09C28C91-A8A0-1F4D-84BA-912B639D191F}" dt="2023-04-08T03:02:33.744" v="1100"/>
          <ac:spMkLst>
            <pc:docMk/>
            <pc:sldMk cId="0" sldId="453"/>
            <ac:spMk id="18437" creationId="{0E251B0D-68A0-4F66-27E5-48CA727DE313}"/>
          </ac:spMkLst>
        </pc:spChg>
        <pc:cxnChg chg="add mod">
          <ac:chgData name="Fei Zheng" userId="d19317889db4c986" providerId="LiveId" clId="{09C28C91-A8A0-1F4D-84BA-912B639D191F}" dt="2023-04-07T15:19:30.161" v="512"/>
          <ac:cxnSpMkLst>
            <pc:docMk/>
            <pc:sldMk cId="0" sldId="453"/>
            <ac:cxnSpMk id="2" creationId="{9D6E9D16-08E9-4299-7709-89F04BD27537}"/>
          </ac:cxnSpMkLst>
        </pc:cxnChg>
      </pc:sldChg>
      <pc:sldChg chg="addSp modSp mod">
        <pc:chgData name="Fei Zheng" userId="d19317889db4c986" providerId="LiveId" clId="{09C28C91-A8A0-1F4D-84BA-912B639D191F}" dt="2023-04-08T12:49:45.613" v="1357" actId="20577"/>
        <pc:sldMkLst>
          <pc:docMk/>
          <pc:sldMk cId="0" sldId="454"/>
        </pc:sldMkLst>
        <pc:spChg chg="add mod">
          <ac:chgData name="Fei Zheng" userId="d19317889db4c986" providerId="LiveId" clId="{09C28C91-A8A0-1F4D-84BA-912B639D191F}" dt="2023-04-08T12:49:45.613" v="1357" actId="20577"/>
          <ac:spMkLst>
            <pc:docMk/>
            <pc:sldMk cId="0" sldId="454"/>
            <ac:spMk id="3" creationId="{FAC986E4-5B97-D970-41A3-2F29E61772C0}"/>
          </ac:spMkLst>
        </pc:spChg>
        <pc:spChg chg="add mod">
          <ac:chgData name="Fei Zheng" userId="d19317889db4c986" providerId="LiveId" clId="{09C28C91-A8A0-1F4D-84BA-912B639D191F}" dt="2023-04-07T15:25:05.307" v="590"/>
          <ac:spMkLst>
            <pc:docMk/>
            <pc:sldMk cId="0" sldId="454"/>
            <ac:spMk id="4" creationId="{32E3C69B-6627-F5E0-1C18-0E786B9DA9E6}"/>
          </ac:spMkLst>
        </pc:spChg>
        <pc:spChg chg="add mod">
          <ac:chgData name="Fei Zheng" userId="d19317889db4c986" providerId="LiveId" clId="{09C28C91-A8A0-1F4D-84BA-912B639D191F}" dt="2023-04-08T03:02:55.967" v="1104"/>
          <ac:spMkLst>
            <pc:docMk/>
            <pc:sldMk cId="0" sldId="454"/>
            <ac:spMk id="5" creationId="{25FACA1D-A53C-8C00-7E8C-B92786B053F2}"/>
          </ac:spMkLst>
        </pc:spChg>
        <pc:spChg chg="mod">
          <ac:chgData name="Fei Zheng" userId="d19317889db4c986" providerId="LiveId" clId="{09C28C91-A8A0-1F4D-84BA-912B639D191F}" dt="2023-04-08T03:02:43.961" v="1101" actId="1076"/>
          <ac:spMkLst>
            <pc:docMk/>
            <pc:sldMk cId="0" sldId="454"/>
            <ac:spMk id="17411" creationId="{B6FB24D8-9E98-B407-C376-8879AC344923}"/>
          </ac:spMkLst>
        </pc:spChg>
        <pc:spChg chg="mod">
          <ac:chgData name="Fei Zheng" userId="d19317889db4c986" providerId="LiveId" clId="{09C28C91-A8A0-1F4D-84BA-912B639D191F}" dt="2023-04-08T03:02:43.961" v="1101" actId="1076"/>
          <ac:spMkLst>
            <pc:docMk/>
            <pc:sldMk cId="0" sldId="454"/>
            <ac:spMk id="17413" creationId="{C8B8BC61-72C0-8F4C-1CF2-31BB7CEA2075}"/>
          </ac:spMkLst>
        </pc:spChg>
        <pc:graphicFrameChg chg="mod">
          <ac:chgData name="Fei Zheng" userId="d19317889db4c986" providerId="LiveId" clId="{09C28C91-A8A0-1F4D-84BA-912B639D191F}" dt="2023-04-08T03:02:47.874" v="1102" actId="14100"/>
          <ac:graphicFrameMkLst>
            <pc:docMk/>
            <pc:sldMk cId="0" sldId="454"/>
            <ac:graphicFrameMk id="17410" creationId="{E8436256-A3B1-1170-222C-A358E054AB6F}"/>
          </ac:graphicFrameMkLst>
        </pc:graphicFrameChg>
        <pc:graphicFrameChg chg="mod">
          <ac:chgData name="Fei Zheng" userId="d19317889db4c986" providerId="LiveId" clId="{09C28C91-A8A0-1F4D-84BA-912B639D191F}" dt="2023-04-08T03:02:49.961" v="1103" actId="14100"/>
          <ac:graphicFrameMkLst>
            <pc:docMk/>
            <pc:sldMk cId="0" sldId="454"/>
            <ac:graphicFrameMk id="17412" creationId="{8DFCEA32-980C-E2FB-3F83-59A05C5394B1}"/>
          </ac:graphicFrameMkLst>
        </pc:graphicFrameChg>
        <pc:cxnChg chg="add mod">
          <ac:chgData name="Fei Zheng" userId="d19317889db4c986" providerId="LiveId" clId="{09C28C91-A8A0-1F4D-84BA-912B639D191F}" dt="2023-04-07T15:19:31.807" v="513"/>
          <ac:cxnSpMkLst>
            <pc:docMk/>
            <pc:sldMk cId="0" sldId="454"/>
            <ac:cxnSpMk id="2" creationId="{F988C33C-8072-FC4E-91F5-3EF8D7F1D367}"/>
          </ac:cxnSpMkLst>
        </pc:cxnChg>
      </pc:sldChg>
      <pc:sldChg chg="del">
        <pc:chgData name="Fei Zheng" userId="d19317889db4c986" providerId="LiveId" clId="{09C28C91-A8A0-1F4D-84BA-912B639D191F}" dt="2023-04-04T07:20:29.932" v="0" actId="2696"/>
        <pc:sldMkLst>
          <pc:docMk/>
          <pc:sldMk cId="436179780" sldId="455"/>
        </pc:sldMkLst>
      </pc:sldChg>
      <pc:sldChg chg="addSp delSp modSp add mod modAnim">
        <pc:chgData name="Fei Zheng" userId="d19317889db4c986" providerId="LiveId" clId="{09C28C91-A8A0-1F4D-84BA-912B639D191F}" dt="2023-04-07T15:18:44.041" v="483"/>
        <pc:sldMkLst>
          <pc:docMk/>
          <pc:sldMk cId="2498738512" sldId="455"/>
        </pc:sldMkLst>
        <pc:spChg chg="add del mod">
          <ac:chgData name="Fei Zheng" userId="d19317889db4c986" providerId="LiveId" clId="{09C28C91-A8A0-1F4D-84BA-912B639D191F}" dt="2023-04-07T14:56:44.789" v="8"/>
          <ac:spMkLst>
            <pc:docMk/>
            <pc:sldMk cId="2498738512" sldId="455"/>
            <ac:spMk id="2" creationId="{5D431583-1171-7DAF-3DB3-D3069C27EADF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5" creationId="{E5173E18-E2BA-03B0-A004-30A63B752DC0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6" creationId="{1C9462BE-6380-031D-6176-E6C78E8EDA5F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7" creationId="{B15EE132-3894-BF78-3238-54C0660211A7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8" creationId="{732324DD-B528-CFEC-700C-BFC92288DFDB}"/>
          </ac:spMkLst>
        </pc:spChg>
        <pc:spChg chg="del mod topLvl">
          <ac:chgData name="Fei Zheng" userId="d19317889db4c986" providerId="LiveId" clId="{09C28C91-A8A0-1F4D-84BA-912B639D191F}" dt="2023-04-07T14:59:43.909" v="103" actId="478"/>
          <ac:spMkLst>
            <pc:docMk/>
            <pc:sldMk cId="2498738512" sldId="455"/>
            <ac:spMk id="9" creationId="{2FC0EEE3-2E35-FFE8-BF81-DC7794F7C4A0}"/>
          </ac:spMkLst>
        </pc:spChg>
        <pc:spChg chg="del mod topLvl">
          <ac:chgData name="Fei Zheng" userId="d19317889db4c986" providerId="LiveId" clId="{09C28C91-A8A0-1F4D-84BA-912B639D191F}" dt="2023-04-07T14:59:46.006" v="104" actId="478"/>
          <ac:spMkLst>
            <pc:docMk/>
            <pc:sldMk cId="2498738512" sldId="455"/>
            <ac:spMk id="10" creationId="{128927B4-637F-3A91-0336-77491848B09E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11" creationId="{675B5870-C6EA-36FC-9E0E-CD5C20F057AC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14" creationId="{0A94FD98-1AA6-93F3-5ED5-07CD9D24800C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15" creationId="{E8BC426F-9F2A-7E12-E8EE-7F85F67C56BD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16" creationId="{6F7DB766-E2CE-E4A6-FF80-7F23311565E8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17" creationId="{1EAD3CD7-3099-8F02-44E7-C3FD6CBCE7DE}"/>
          </ac:spMkLst>
        </pc:spChg>
        <pc:spChg chg="del mod topLvl">
          <ac:chgData name="Fei Zheng" userId="d19317889db4c986" providerId="LiveId" clId="{09C28C91-A8A0-1F4D-84BA-912B639D191F}" dt="2023-04-07T15:00:11.520" v="146" actId="478"/>
          <ac:spMkLst>
            <pc:docMk/>
            <pc:sldMk cId="2498738512" sldId="455"/>
            <ac:spMk id="18" creationId="{34F13C8D-7C76-1809-38BE-F7D265F43D15}"/>
          </ac:spMkLst>
        </pc:spChg>
        <pc:spChg chg="del mod topLvl">
          <ac:chgData name="Fei Zheng" userId="d19317889db4c986" providerId="LiveId" clId="{09C28C91-A8A0-1F4D-84BA-912B639D191F}" dt="2023-04-07T15:00:25.082" v="147" actId="478"/>
          <ac:spMkLst>
            <pc:docMk/>
            <pc:sldMk cId="2498738512" sldId="455"/>
            <ac:spMk id="19" creationId="{0CD65135-C35B-CF75-B5C8-BF945E3DFAE1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20" creationId="{0994148D-4232-CD0F-80A0-55B435F97E83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23" creationId="{92F26F8A-B986-63DB-2A5A-0E799C13B3F2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24" creationId="{16794612-4191-832B-B4BA-762314E4BC0E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25" creationId="{E09E6AEA-1E79-F66E-DF9B-3C028BB449CC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26" creationId="{B1E39E06-ACEC-34B3-6162-9CE6E73D2C1F}"/>
          </ac:spMkLst>
        </pc:spChg>
        <pc:spChg chg="del mod topLvl">
          <ac:chgData name="Fei Zheng" userId="d19317889db4c986" providerId="LiveId" clId="{09C28C91-A8A0-1F4D-84BA-912B639D191F}" dt="2023-04-07T15:00:29.012" v="149" actId="478"/>
          <ac:spMkLst>
            <pc:docMk/>
            <pc:sldMk cId="2498738512" sldId="455"/>
            <ac:spMk id="27" creationId="{17DEED27-42FC-5659-2968-9127F3BAA9C4}"/>
          </ac:spMkLst>
        </pc:spChg>
        <pc:spChg chg="del mod topLvl">
          <ac:chgData name="Fei Zheng" userId="d19317889db4c986" providerId="LiveId" clId="{09C28C91-A8A0-1F4D-84BA-912B639D191F}" dt="2023-04-07T15:00:26.924" v="148" actId="478"/>
          <ac:spMkLst>
            <pc:docMk/>
            <pc:sldMk cId="2498738512" sldId="455"/>
            <ac:spMk id="28" creationId="{D283165A-F06C-21DB-581C-7E8A133BC03C}"/>
          </ac:spMkLst>
        </pc:spChg>
        <pc:spChg chg="mod topLvl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29" creationId="{165BB31C-AFFF-08E1-EE8B-4679760237A7}"/>
          </ac:spMkLst>
        </pc:spChg>
        <pc:spChg chg="add mod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31" creationId="{A1536F6C-37DE-AC84-A61A-CC5BCC286CD5}"/>
          </ac:spMkLst>
        </pc:spChg>
        <pc:spChg chg="add mod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32" creationId="{949C37A3-3640-2B90-DCE7-E1C94E21376A}"/>
          </ac:spMkLst>
        </pc:spChg>
        <pc:spChg chg="add mod">
          <ac:chgData name="Fei Zheng" userId="d19317889db4c986" providerId="LiveId" clId="{09C28C91-A8A0-1F4D-84BA-912B639D191F}" dt="2023-04-07T15:04:37.114" v="262" actId="1037"/>
          <ac:spMkLst>
            <pc:docMk/>
            <pc:sldMk cId="2498738512" sldId="455"/>
            <ac:spMk id="33" creationId="{75EB1C3C-DD7C-4526-8A72-CF9C377CFB33}"/>
          </ac:spMkLst>
        </pc:spChg>
        <pc:spChg chg="mod">
          <ac:chgData name="Fei Zheng" userId="d19317889db4c986" providerId="LiveId" clId="{09C28C91-A8A0-1F4D-84BA-912B639D191F}" dt="2023-04-07T15:17:30.680" v="473" actId="207"/>
          <ac:spMkLst>
            <pc:docMk/>
            <pc:sldMk cId="2498738512" sldId="455"/>
            <ac:spMk id="6146" creationId="{670A5C70-F74C-954E-8EDC-9880898BA50D}"/>
          </ac:spMkLst>
        </pc:spChg>
        <pc:spChg chg="del">
          <ac:chgData name="Fei Zheng" userId="d19317889db4c986" providerId="LiveId" clId="{09C28C91-A8A0-1F4D-84BA-912B639D191F}" dt="2023-04-07T14:55:44.234" v="3" actId="478"/>
          <ac:spMkLst>
            <pc:docMk/>
            <pc:sldMk cId="2498738512" sldId="455"/>
            <ac:spMk id="6147" creationId="{60DE3882-6960-6A42-8289-DDCC91FB783C}"/>
          </ac:spMkLst>
        </pc:spChg>
        <pc:spChg chg="del">
          <ac:chgData name="Fei Zheng" userId="d19317889db4c986" providerId="LiveId" clId="{09C28C91-A8A0-1F4D-84BA-912B639D191F}" dt="2023-04-07T14:55:44.234" v="3" actId="478"/>
          <ac:spMkLst>
            <pc:docMk/>
            <pc:sldMk cId="2498738512" sldId="455"/>
            <ac:spMk id="6156" creationId="{ED4FB34D-AE19-CF48-AB49-C7E1B8421E81}"/>
          </ac:spMkLst>
        </pc:spChg>
        <pc:spChg chg="del">
          <ac:chgData name="Fei Zheng" userId="d19317889db4c986" providerId="LiveId" clId="{09C28C91-A8A0-1F4D-84BA-912B639D191F}" dt="2023-04-07T14:55:39.124" v="2" actId="478"/>
          <ac:spMkLst>
            <pc:docMk/>
            <pc:sldMk cId="2498738512" sldId="455"/>
            <ac:spMk id="6166" creationId="{425C6BB4-57A2-3F43-B125-8BD7A1F765D6}"/>
          </ac:spMkLst>
        </pc:spChg>
        <pc:spChg chg="del">
          <ac:chgData name="Fei Zheng" userId="d19317889db4c986" providerId="LiveId" clId="{09C28C91-A8A0-1F4D-84BA-912B639D191F}" dt="2023-04-07T14:55:44.234" v="3" actId="478"/>
          <ac:spMkLst>
            <pc:docMk/>
            <pc:sldMk cId="2498738512" sldId="455"/>
            <ac:spMk id="6167" creationId="{BD34B6A3-0E4C-7445-84EA-3D105F3C56D2}"/>
          </ac:spMkLst>
        </pc:spChg>
        <pc:grpChg chg="add del mod">
          <ac:chgData name="Fei Zheng" userId="d19317889db4c986" providerId="LiveId" clId="{09C28C91-A8A0-1F4D-84BA-912B639D191F}" dt="2023-04-07T14:58:48.507" v="94" actId="165"/>
          <ac:grpSpMkLst>
            <pc:docMk/>
            <pc:sldMk cId="2498738512" sldId="455"/>
            <ac:grpSpMk id="3" creationId="{7C7AECA2-AE93-5560-305D-A660AAAA1869}"/>
          </ac:grpSpMkLst>
        </pc:grpChg>
        <pc:grpChg chg="del mod topLvl">
          <ac:chgData name="Fei Zheng" userId="d19317889db4c986" providerId="LiveId" clId="{09C28C91-A8A0-1F4D-84BA-912B639D191F}" dt="2023-04-07T14:59:07.365" v="95" actId="165"/>
          <ac:grpSpMkLst>
            <pc:docMk/>
            <pc:sldMk cId="2498738512" sldId="455"/>
            <ac:grpSpMk id="4" creationId="{59199F79-2628-9AA0-F9D8-C869CAF23FBB}"/>
          </ac:grpSpMkLst>
        </pc:grpChg>
        <pc:grpChg chg="add del mod">
          <ac:chgData name="Fei Zheng" userId="d19317889db4c986" providerId="LiveId" clId="{09C28C91-A8A0-1F4D-84BA-912B639D191F}" dt="2023-04-07T14:58:48.507" v="94" actId="165"/>
          <ac:grpSpMkLst>
            <pc:docMk/>
            <pc:sldMk cId="2498738512" sldId="455"/>
            <ac:grpSpMk id="12" creationId="{722597F0-D065-E37C-9280-011194AC6AF3}"/>
          </ac:grpSpMkLst>
        </pc:grpChg>
        <pc:grpChg chg="del mod topLvl">
          <ac:chgData name="Fei Zheng" userId="d19317889db4c986" providerId="LiveId" clId="{09C28C91-A8A0-1F4D-84BA-912B639D191F}" dt="2023-04-07T14:59:12.371" v="96" actId="165"/>
          <ac:grpSpMkLst>
            <pc:docMk/>
            <pc:sldMk cId="2498738512" sldId="455"/>
            <ac:grpSpMk id="13" creationId="{2EE29080-F4D9-B546-3AD0-AD3DB6EE14B8}"/>
          </ac:grpSpMkLst>
        </pc:grpChg>
        <pc:grpChg chg="add del mod">
          <ac:chgData name="Fei Zheng" userId="d19317889db4c986" providerId="LiveId" clId="{09C28C91-A8A0-1F4D-84BA-912B639D191F}" dt="2023-04-07T14:58:48.507" v="94" actId="165"/>
          <ac:grpSpMkLst>
            <pc:docMk/>
            <pc:sldMk cId="2498738512" sldId="455"/>
            <ac:grpSpMk id="21" creationId="{AE7F34B8-C999-6AC7-C9BC-A08715ADBC5C}"/>
          </ac:grpSpMkLst>
        </pc:grpChg>
        <pc:grpChg chg="del mod topLvl">
          <ac:chgData name="Fei Zheng" userId="d19317889db4c986" providerId="LiveId" clId="{09C28C91-A8A0-1F4D-84BA-912B639D191F}" dt="2023-04-07T14:59:17.082" v="97" actId="165"/>
          <ac:grpSpMkLst>
            <pc:docMk/>
            <pc:sldMk cId="2498738512" sldId="455"/>
            <ac:grpSpMk id="22" creationId="{B25D2993-3DA7-85EF-79D8-76CC5C149214}"/>
          </ac:grpSpMkLst>
        </pc:grpChg>
        <pc:grpChg chg="del">
          <ac:chgData name="Fei Zheng" userId="d19317889db4c986" providerId="LiveId" clId="{09C28C91-A8A0-1F4D-84BA-912B639D191F}" dt="2023-04-07T14:55:44.234" v="3" actId="478"/>
          <ac:grpSpMkLst>
            <pc:docMk/>
            <pc:sldMk cId="2498738512" sldId="455"/>
            <ac:grpSpMk id="6149" creationId="{76437C65-84B0-D041-93A3-4E8B7F3C7B8E}"/>
          </ac:grpSpMkLst>
        </pc:grpChg>
        <pc:grpChg chg="del">
          <ac:chgData name="Fei Zheng" userId="d19317889db4c986" providerId="LiveId" clId="{09C28C91-A8A0-1F4D-84BA-912B639D191F}" dt="2023-04-07T14:55:44.234" v="3" actId="478"/>
          <ac:grpSpMkLst>
            <pc:docMk/>
            <pc:sldMk cId="2498738512" sldId="455"/>
            <ac:grpSpMk id="6158" creationId="{E69BD2FE-15DC-364D-886F-EB7C9D5F800F}"/>
          </ac:grpSpMkLst>
        </pc:grpChg>
        <pc:cxnChg chg="add mod">
          <ac:chgData name="Fei Zheng" userId="d19317889db4c986" providerId="LiveId" clId="{09C28C91-A8A0-1F4D-84BA-912B639D191F}" dt="2023-04-07T15:18:44.041" v="483"/>
          <ac:cxnSpMkLst>
            <pc:docMk/>
            <pc:sldMk cId="2498738512" sldId="455"/>
            <ac:cxnSpMk id="34" creationId="{8C68516E-997C-0DC8-D43F-11BF4AB86812}"/>
          </ac:cxnSpMkLst>
        </pc:cxnChg>
      </pc:sldChg>
      <pc:sldChg chg="addSp delSp modSp new mod modAnim">
        <pc:chgData name="Fei Zheng" userId="d19317889db4c986" providerId="LiveId" clId="{09C28C91-A8A0-1F4D-84BA-912B639D191F}" dt="2023-04-07T15:18:45.984" v="484"/>
        <pc:sldMkLst>
          <pc:docMk/>
          <pc:sldMk cId="2591453916" sldId="456"/>
        </pc:sldMkLst>
        <pc:spChg chg="del mod">
          <ac:chgData name="Fei Zheng" userId="d19317889db4c986" providerId="LiveId" clId="{09C28C91-A8A0-1F4D-84BA-912B639D191F}" dt="2023-04-07T15:06:18.646" v="274" actId="478"/>
          <ac:spMkLst>
            <pc:docMk/>
            <pc:sldMk cId="2591453916" sldId="456"/>
            <ac:spMk id="4" creationId="{189752AD-2FEB-2C3B-078F-FDE861B27097}"/>
          </ac:spMkLst>
        </pc:spChg>
        <pc:spChg chg="del mod">
          <ac:chgData name="Fei Zheng" userId="d19317889db4c986" providerId="LiveId" clId="{09C28C91-A8A0-1F4D-84BA-912B639D191F}" dt="2023-04-07T15:06:20.781" v="275" actId="478"/>
          <ac:spMkLst>
            <pc:docMk/>
            <pc:sldMk cId="2591453916" sldId="456"/>
            <ac:spMk id="5" creationId="{2A8B344D-F8E3-244C-D274-5D5231B06E88}"/>
          </ac:spMkLst>
        </pc:spChg>
        <pc:spChg chg="del mod">
          <ac:chgData name="Fei Zheng" userId="d19317889db4c986" providerId="LiveId" clId="{09C28C91-A8A0-1F4D-84BA-912B639D191F}" dt="2023-04-07T15:06:22.603" v="276" actId="478"/>
          <ac:spMkLst>
            <pc:docMk/>
            <pc:sldMk cId="2591453916" sldId="456"/>
            <ac:spMk id="6" creationId="{33A7D609-35AE-FF01-E980-44F917171512}"/>
          </ac:spMkLst>
        </pc:spChg>
        <pc:spChg chg="add mod">
          <ac:chgData name="Fei Zheng" userId="d19317889db4c986" providerId="LiveId" clId="{09C28C91-A8A0-1F4D-84BA-912B639D191F}" dt="2023-04-07T15:17:34.513" v="474" actId="207"/>
          <ac:spMkLst>
            <pc:docMk/>
            <pc:sldMk cId="2591453916" sldId="456"/>
            <ac:spMk id="9" creationId="{B7637A66-620A-DB98-D1E7-93E9B9F26DFE}"/>
          </ac:spMkLst>
        </pc:spChg>
        <pc:grpChg chg="add del mod">
          <ac:chgData name="Fei Zheng" userId="d19317889db4c986" providerId="LiveId" clId="{09C28C91-A8A0-1F4D-84BA-912B639D191F}" dt="2023-04-07T15:06:22.603" v="276" actId="478"/>
          <ac:grpSpMkLst>
            <pc:docMk/>
            <pc:sldMk cId="2591453916" sldId="456"/>
            <ac:grpSpMk id="2" creationId="{4F38F496-A40F-C54D-DC5B-12B5B20A1E6C}"/>
          </ac:grpSpMkLst>
        </pc:grpChg>
        <pc:graphicFrameChg chg="mod">
          <ac:chgData name="Fei Zheng" userId="d19317889db4c986" providerId="LiveId" clId="{09C28C91-A8A0-1F4D-84BA-912B639D191F}" dt="2023-04-07T15:06:29.189" v="277" actId="1076"/>
          <ac:graphicFrameMkLst>
            <pc:docMk/>
            <pc:sldMk cId="2591453916" sldId="456"/>
            <ac:graphicFrameMk id="3" creationId="{B2B0D585-2DFB-3D83-BE2B-04B22272B3EB}"/>
          </ac:graphicFrameMkLst>
        </pc:graphicFrameChg>
        <pc:graphicFrameChg chg="del mod">
          <ac:chgData name="Fei Zheng" userId="d19317889db4c986" providerId="LiveId" clId="{09C28C91-A8A0-1F4D-84BA-912B639D191F}" dt="2023-04-07T15:06:14.519" v="273" actId="478"/>
          <ac:graphicFrameMkLst>
            <pc:docMk/>
            <pc:sldMk cId="2591453916" sldId="456"/>
            <ac:graphicFrameMk id="7" creationId="{8F7C5304-7FCC-E1B2-E4A6-37B55970D105}"/>
          </ac:graphicFrameMkLst>
        </pc:graphicFrameChg>
        <pc:graphicFrameChg chg="del mod">
          <ac:chgData name="Fei Zheng" userId="d19317889db4c986" providerId="LiveId" clId="{09C28C91-A8A0-1F4D-84BA-912B639D191F}" dt="2023-04-07T15:06:12.028" v="272" actId="478"/>
          <ac:graphicFrameMkLst>
            <pc:docMk/>
            <pc:sldMk cId="2591453916" sldId="456"/>
            <ac:graphicFrameMk id="8" creationId="{1506ACFB-82B7-331D-DB0A-73140D8CC132}"/>
          </ac:graphicFrameMkLst>
        </pc:graphicFrameChg>
        <pc:cxnChg chg="add mod">
          <ac:chgData name="Fei Zheng" userId="d19317889db4c986" providerId="LiveId" clId="{09C28C91-A8A0-1F4D-84BA-912B639D191F}" dt="2023-04-07T15:18:45.984" v="484"/>
          <ac:cxnSpMkLst>
            <pc:docMk/>
            <pc:sldMk cId="2591453916" sldId="456"/>
            <ac:cxnSpMk id="10" creationId="{F5B796C3-1F7F-716C-8560-2A4E11F28F00}"/>
          </ac:cxnSpMkLst>
        </pc:cxnChg>
      </pc:sldChg>
      <pc:sldChg chg="addSp modSp add mod modAnim">
        <pc:chgData name="Fei Zheng" userId="d19317889db4c986" providerId="LiveId" clId="{09C28C91-A8A0-1F4D-84BA-912B639D191F}" dt="2023-04-08T02:30:16.369" v="1075"/>
        <pc:sldMkLst>
          <pc:docMk/>
          <pc:sldMk cId="743391394" sldId="457"/>
        </pc:sldMkLst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2" creationId="{6D700060-50BB-6DED-F254-11114CAE9EFA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3" creationId="{BF48B48C-2BC0-E715-562F-FA12008A93B4}"/>
          </ac:spMkLst>
        </pc:spChg>
        <pc:spChg chg="mod">
          <ac:chgData name="Fei Zheng" userId="d19317889db4c986" providerId="LiveId" clId="{09C28C91-A8A0-1F4D-84BA-912B639D191F}" dt="2023-04-07T15:29:21.290" v="642" actId="14100"/>
          <ac:spMkLst>
            <pc:docMk/>
            <pc:sldMk cId="743391394" sldId="457"/>
            <ac:spMk id="4" creationId="{BA9A0CE9-FCC7-17D3-B4FE-8B50C9241AA6}"/>
          </ac:spMkLst>
        </pc:spChg>
        <pc:spChg chg="mod">
          <ac:chgData name="Fei Zheng" userId="d19317889db4c986" providerId="LiveId" clId="{09C28C91-A8A0-1F4D-84BA-912B639D191F}" dt="2023-04-07T15:29:18.595" v="641" actId="14100"/>
          <ac:spMkLst>
            <pc:docMk/>
            <pc:sldMk cId="743391394" sldId="457"/>
            <ac:spMk id="5" creationId="{79A92392-B3A6-D0DF-46C6-654BCF587E4E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6" creationId="{724EE681-B1BB-807C-A06C-8B947D41BB44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7" creationId="{FE94538E-25FD-FF40-83C3-1AD0C7A1ABC6}"/>
          </ac:spMkLst>
        </pc:spChg>
        <pc:spChg chg="add mod">
          <ac:chgData name="Fei Zheng" userId="d19317889db4c986" providerId="LiveId" clId="{09C28C91-A8A0-1F4D-84BA-912B639D191F}" dt="2023-04-08T02:26:52.456" v="1034" actId="20577"/>
          <ac:spMkLst>
            <pc:docMk/>
            <pc:sldMk cId="743391394" sldId="457"/>
            <ac:spMk id="8" creationId="{71254734-8F03-D8D5-0B40-532FBD4CDAA4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9" creationId="{766517B1-AD13-5D97-2BAD-5147A06A85DD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10" creationId="{BA9CDE11-D923-8591-AF56-E789C10498F2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11" creationId="{C64C584D-AE3C-006C-A0A2-77155F16784C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12" creationId="{97C8C065-E3B1-CD52-7928-C7589109398B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13" creationId="{5DF02DCE-D3EE-6CD7-C05D-87CEE52F4A2D}"/>
          </ac:spMkLst>
        </pc:spChg>
        <pc:spChg chg="mod">
          <ac:chgData name="Fei Zheng" userId="d19317889db4c986" providerId="LiveId" clId="{09C28C91-A8A0-1F4D-84BA-912B639D191F}" dt="2023-04-07T15:29:14.336" v="640" actId="1076"/>
          <ac:spMkLst>
            <pc:docMk/>
            <pc:sldMk cId="743391394" sldId="457"/>
            <ac:spMk id="14" creationId="{2DA93BC8-19D1-043E-1E54-F93610B91427}"/>
          </ac:spMkLst>
        </pc:spChg>
        <pc:spChg chg="add mod">
          <ac:chgData name="Fei Zheng" userId="d19317889db4c986" providerId="LiveId" clId="{09C28C91-A8A0-1F4D-84BA-912B639D191F}" dt="2023-04-07T15:29:43.295" v="650" actId="20577"/>
          <ac:spMkLst>
            <pc:docMk/>
            <pc:sldMk cId="743391394" sldId="457"/>
            <ac:spMk id="15" creationId="{B2C0E80E-05EB-46C2-4FF4-CC27F844661A}"/>
          </ac:spMkLst>
        </pc:spChg>
        <pc:spChg chg="add mod">
          <ac:chgData name="Fei Zheng" userId="d19317889db4c986" providerId="LiveId" clId="{09C28C91-A8A0-1F4D-84BA-912B639D191F}" dt="2023-04-08T02:27:42.263" v="1047" actId="14100"/>
          <ac:spMkLst>
            <pc:docMk/>
            <pc:sldMk cId="743391394" sldId="457"/>
            <ac:spMk id="16" creationId="{8E39B5FF-99DD-C421-BEED-ADA6223C699B}"/>
          </ac:spMkLst>
        </pc:spChg>
        <pc:spChg chg="add mod">
          <ac:chgData name="Fei Zheng" userId="d19317889db4c986" providerId="LiveId" clId="{09C28C91-A8A0-1F4D-84BA-912B639D191F}" dt="2023-04-08T02:28:10.894" v="1052" actId="20577"/>
          <ac:spMkLst>
            <pc:docMk/>
            <pc:sldMk cId="743391394" sldId="457"/>
            <ac:spMk id="17" creationId="{FC933484-F328-94B7-E07A-75E0729D33DE}"/>
          </ac:spMkLst>
        </pc:spChg>
        <pc:spChg chg="add mod">
          <ac:chgData name="Fei Zheng" userId="d19317889db4c986" providerId="LiveId" clId="{09C28C91-A8A0-1F4D-84BA-912B639D191F}" dt="2023-04-08T02:28:27.358" v="1057" actId="20577"/>
          <ac:spMkLst>
            <pc:docMk/>
            <pc:sldMk cId="743391394" sldId="457"/>
            <ac:spMk id="18" creationId="{822435F4-2ECF-D261-A1AB-659734DAEBF7}"/>
          </ac:spMkLst>
        </pc:spChg>
        <pc:spChg chg="add mod">
          <ac:chgData name="Fei Zheng" userId="d19317889db4c986" providerId="LiveId" clId="{09C28C91-A8A0-1F4D-84BA-912B639D191F}" dt="2023-04-08T02:28:54.793" v="1063" actId="1076"/>
          <ac:spMkLst>
            <pc:docMk/>
            <pc:sldMk cId="743391394" sldId="457"/>
            <ac:spMk id="19" creationId="{4CA43A3F-F957-54B7-315B-560635E45553}"/>
          </ac:spMkLst>
        </pc:spChg>
      </pc:sldChg>
      <pc:sldChg chg="delSp modSp add mod ord delAnim modAnim">
        <pc:chgData name="Fei Zheng" userId="d19317889db4c986" providerId="LiveId" clId="{09C28C91-A8A0-1F4D-84BA-912B639D191F}" dt="2023-04-08T02:07:51.404" v="689"/>
        <pc:sldMkLst>
          <pc:docMk/>
          <pc:sldMk cId="2429770727" sldId="458"/>
        </pc:sldMkLst>
        <pc:spChg chg="mod">
          <ac:chgData name="Fei Zheng" userId="d19317889db4c986" providerId="LiveId" clId="{09C28C91-A8A0-1F4D-84BA-912B639D191F}" dt="2023-04-08T02:07:12.537" v="682" actId="114"/>
          <ac:spMkLst>
            <pc:docMk/>
            <pc:sldMk cId="2429770727" sldId="458"/>
            <ac:spMk id="5" creationId="{AB3030AB-4365-1B40-A32A-0B02BAFC5FC3}"/>
          </ac:spMkLst>
        </pc:spChg>
        <pc:spChg chg="mod">
          <ac:chgData name="Fei Zheng" userId="d19317889db4c986" providerId="LiveId" clId="{09C28C91-A8A0-1F4D-84BA-912B639D191F}" dt="2023-04-08T02:06:18.171" v="674" actId="403"/>
          <ac:spMkLst>
            <pc:docMk/>
            <pc:sldMk cId="2429770727" sldId="458"/>
            <ac:spMk id="9" creationId="{DAF8F415-A75F-904F-BE3F-30A2A115A0B3}"/>
          </ac:spMkLst>
        </pc:spChg>
        <pc:picChg chg="mod">
          <ac:chgData name="Fei Zheng" userId="d19317889db4c986" providerId="LiveId" clId="{09C28C91-A8A0-1F4D-84BA-912B639D191F}" dt="2023-04-08T02:06:26.786" v="676" actId="1076"/>
          <ac:picMkLst>
            <pc:docMk/>
            <pc:sldMk cId="2429770727" sldId="458"/>
            <ac:picMk id="7" creationId="{FD2353E7-E58C-2942-9C03-26A31E1F1948}"/>
          </ac:picMkLst>
        </pc:picChg>
        <pc:picChg chg="mod">
          <ac:chgData name="Fei Zheng" userId="d19317889db4c986" providerId="LiveId" clId="{09C28C91-A8A0-1F4D-84BA-912B639D191F}" dt="2023-04-08T02:06:10.952" v="671" actId="14100"/>
          <ac:picMkLst>
            <pc:docMk/>
            <pc:sldMk cId="2429770727" sldId="458"/>
            <ac:picMk id="11" creationId="{E81ED521-28D9-9E4A-8ECB-38B141C41BCF}"/>
          </ac:picMkLst>
        </pc:picChg>
        <pc:picChg chg="del">
          <ac:chgData name="Fei Zheng" userId="d19317889db4c986" providerId="LiveId" clId="{09C28C91-A8A0-1F4D-84BA-912B639D191F}" dt="2023-04-08T02:06:04.540" v="669" actId="478"/>
          <ac:picMkLst>
            <pc:docMk/>
            <pc:sldMk cId="2429770727" sldId="458"/>
            <ac:picMk id="13" creationId="{AEA3FE06-7194-DF45-804E-97D2DFB04645}"/>
          </ac:picMkLst>
        </pc:picChg>
      </pc:sldChg>
      <pc:sldChg chg="addSp delSp modSp add mod delAnim modAnim">
        <pc:chgData name="Fei Zheng" userId="d19317889db4c986" providerId="LiveId" clId="{09C28C91-A8A0-1F4D-84BA-912B639D191F}" dt="2023-04-13T04:58:25.516" v="1376"/>
        <pc:sldMkLst>
          <pc:docMk/>
          <pc:sldMk cId="3229996204" sldId="459"/>
        </pc:sldMkLst>
        <pc:spChg chg="del">
          <ac:chgData name="Fei Zheng" userId="d19317889db4c986" providerId="LiveId" clId="{09C28C91-A8A0-1F4D-84BA-912B639D191F}" dt="2023-04-13T04:57:32.592" v="1371" actId="478"/>
          <ac:spMkLst>
            <pc:docMk/>
            <pc:sldMk cId="3229996204" sldId="459"/>
            <ac:spMk id="18" creationId="{822435F4-2ECF-D261-A1AB-659734DAEBF7}"/>
          </ac:spMkLst>
        </pc:spChg>
        <pc:spChg chg="del">
          <ac:chgData name="Fei Zheng" userId="d19317889db4c986" providerId="LiveId" clId="{09C28C91-A8A0-1F4D-84BA-912B639D191F}" dt="2023-04-13T04:57:34.673" v="1372" actId="478"/>
          <ac:spMkLst>
            <pc:docMk/>
            <pc:sldMk cId="3229996204" sldId="459"/>
            <ac:spMk id="19" creationId="{4CA43A3F-F957-54B7-315B-560635E45553}"/>
          </ac:spMkLst>
        </pc:spChg>
        <pc:picChg chg="add mod">
          <ac:chgData name="Fei Zheng" userId="d19317889db4c986" providerId="LiveId" clId="{09C28C91-A8A0-1F4D-84BA-912B639D191F}" dt="2023-04-13T04:58:12.154" v="1375" actId="207"/>
          <ac:picMkLst>
            <pc:docMk/>
            <pc:sldMk cId="3229996204" sldId="459"/>
            <ac:picMk id="21" creationId="{F32EE2D6-CF5A-BC1A-1949-500BA49D41A4}"/>
          </ac:picMkLst>
        </pc:picChg>
      </pc:sldChg>
      <pc:sldChg chg="delSp add mod modAnim">
        <pc:chgData name="Fei Zheng" userId="d19317889db4c986" providerId="LiveId" clId="{09C28C91-A8A0-1F4D-84BA-912B639D191F}" dt="2023-04-13T05:03:50.236" v="1408" actId="478"/>
        <pc:sldMkLst>
          <pc:docMk/>
          <pc:sldMk cId="1884168293" sldId="460"/>
        </pc:sldMkLst>
        <pc:grpChg chg="del">
          <ac:chgData name="Fei Zheng" userId="d19317889db4c986" providerId="LiveId" clId="{09C28C91-A8A0-1F4D-84BA-912B639D191F}" dt="2023-04-13T05:03:50.236" v="1408" actId="478"/>
          <ac:grpSpMkLst>
            <pc:docMk/>
            <pc:sldMk cId="1884168293" sldId="460"/>
            <ac:grpSpMk id="5" creationId="{A9CD9BC3-EA49-DA3D-4D27-059BC11498DC}"/>
          </ac:grpSpMkLst>
        </pc:grpChg>
      </pc:sldChg>
      <pc:sldChg chg="add">
        <pc:chgData name="Fei Zheng" userId="d19317889db4c986" providerId="LiveId" clId="{09C28C91-A8A0-1F4D-84BA-912B639D191F}" dt="2023-04-13T05:05:32.949" v="1409"/>
        <pc:sldMkLst>
          <pc:docMk/>
          <pc:sldMk cId="2886971305" sldId="461"/>
        </pc:sldMkLst>
      </pc:sldChg>
      <pc:sldChg chg="add modAnim">
        <pc:chgData name="Fei Zheng" userId="d19317889db4c986" providerId="LiveId" clId="{09C28C91-A8A0-1F4D-84BA-912B639D191F}" dt="2023-04-13T05:06:31.962" v="1413"/>
        <pc:sldMkLst>
          <pc:docMk/>
          <pc:sldMk cId="2569518518" sldId="462"/>
        </pc:sldMkLst>
      </pc:sldChg>
      <pc:sldChg chg="addSp modSp add mod">
        <pc:chgData name="Fei Zheng" userId="d19317889db4c986" providerId="LiveId" clId="{09C28C91-A8A0-1F4D-84BA-912B639D191F}" dt="2023-04-13T05:12:24.059" v="1656" actId="20577"/>
        <pc:sldMkLst>
          <pc:docMk/>
          <pc:sldMk cId="1955502143" sldId="463"/>
        </pc:sldMkLst>
        <pc:spChg chg="add mod">
          <ac:chgData name="Fei Zheng" userId="d19317889db4c986" providerId="LiveId" clId="{09C28C91-A8A0-1F4D-84BA-912B639D191F}" dt="2023-04-13T05:12:24.059" v="1656" actId="20577"/>
          <ac:spMkLst>
            <pc:docMk/>
            <pc:sldMk cId="1955502143" sldId="463"/>
            <ac:spMk id="2" creationId="{6C8DC10C-5370-93C0-FE0E-B6A9CEA6EB15}"/>
          </ac:spMkLst>
        </pc:spChg>
      </pc:sldChg>
      <pc:sldChg chg="modSp add ord">
        <pc:chgData name="Fei Zheng" userId="d19317889db4c986" providerId="LiveId" clId="{09C28C91-A8A0-1F4D-84BA-912B639D191F}" dt="2023-04-13T05:13:39.324" v="1663" actId="20578"/>
        <pc:sldMkLst>
          <pc:docMk/>
          <pc:sldMk cId="3479328382" sldId="464"/>
        </pc:sldMkLst>
        <pc:spChg chg="mod">
          <ac:chgData name="Fei Zheng" userId="d19317889db4c986" providerId="LiveId" clId="{09C28C91-A8A0-1F4D-84BA-912B639D191F}" dt="2023-04-13T05:13:14.357" v="1662" actId="20577"/>
          <ac:spMkLst>
            <pc:docMk/>
            <pc:sldMk cId="3479328382" sldId="464"/>
            <ac:spMk id="4" creationId="{AA48F196-386B-26C1-5838-B4DDFC686E65}"/>
          </ac:spMkLst>
        </pc:spChg>
      </pc:sldChg>
      <pc:sldChg chg="addSp delSp modSp add mod">
        <pc:chgData name="Fei Zheng" userId="d19317889db4c986" providerId="LiveId" clId="{09C28C91-A8A0-1F4D-84BA-912B639D191F}" dt="2023-04-13T05:27:56.112" v="1732" actId="255"/>
        <pc:sldMkLst>
          <pc:docMk/>
          <pc:sldMk cId="1022612834" sldId="465"/>
        </pc:sldMkLst>
        <pc:spChg chg="del">
          <ac:chgData name="Fei Zheng" userId="d19317889db4c986" providerId="LiveId" clId="{09C28C91-A8A0-1F4D-84BA-912B639D191F}" dt="2023-04-13T05:15:12.823" v="1665" actId="478"/>
          <ac:spMkLst>
            <pc:docMk/>
            <pc:sldMk cId="1022612834" sldId="465"/>
            <ac:spMk id="4" creationId="{AA48F196-386B-26C1-5838-B4DDFC686E65}"/>
          </ac:spMkLst>
        </pc:spChg>
        <pc:spChg chg="add del mod">
          <ac:chgData name="Fei Zheng" userId="d19317889db4c986" providerId="LiveId" clId="{09C28C91-A8A0-1F4D-84BA-912B639D191F}" dt="2023-04-13T05:15:14.528" v="1666" actId="478"/>
          <ac:spMkLst>
            <pc:docMk/>
            <pc:sldMk cId="1022612834" sldId="465"/>
            <ac:spMk id="6" creationId="{87B29579-5CCB-D387-6A8B-ECB05DC294CE}"/>
          </ac:spMkLst>
        </pc:spChg>
        <pc:graphicFrameChg chg="add del mod">
          <ac:chgData name="Fei Zheng" userId="d19317889db4c986" providerId="LiveId" clId="{09C28C91-A8A0-1F4D-84BA-912B639D191F}" dt="2023-04-13T05:25:22.712" v="1668"/>
          <ac:graphicFrameMkLst>
            <pc:docMk/>
            <pc:sldMk cId="1022612834" sldId="465"/>
            <ac:graphicFrameMk id="7" creationId="{69A1908C-8DEB-90D7-DF76-30412ACD6231}"/>
          </ac:graphicFrameMkLst>
        </pc:graphicFrameChg>
        <pc:graphicFrameChg chg="add mod modGraphic">
          <ac:chgData name="Fei Zheng" userId="d19317889db4c986" providerId="LiveId" clId="{09C28C91-A8A0-1F4D-84BA-912B639D191F}" dt="2023-04-13T05:25:41.360" v="1678" actId="403"/>
          <ac:graphicFrameMkLst>
            <pc:docMk/>
            <pc:sldMk cId="1022612834" sldId="465"/>
            <ac:graphicFrameMk id="8" creationId="{D6C1A3A3-15C7-C758-B826-0A72745FDFA9}"/>
          </ac:graphicFrameMkLst>
        </pc:graphicFrameChg>
        <pc:graphicFrameChg chg="add mod">
          <ac:chgData name="Fei Zheng" userId="d19317889db4c986" providerId="LiveId" clId="{09C28C91-A8A0-1F4D-84BA-912B639D191F}" dt="2023-04-13T05:27:56.112" v="1732" actId="255"/>
          <ac:graphicFrameMkLst>
            <pc:docMk/>
            <pc:sldMk cId="1022612834" sldId="465"/>
            <ac:graphicFrameMk id="9" creationId="{D3B8B5C9-3F19-8A00-AE58-6E6C1B659E06}"/>
          </ac:graphicFrameMkLst>
        </pc:graphicFrameChg>
      </pc:sldChg>
      <pc:sldChg chg="addSp delSp modSp add mod">
        <pc:chgData name="Fei Zheng" userId="d19317889db4c986" providerId="LiveId" clId="{09C28C91-A8A0-1F4D-84BA-912B639D191F}" dt="2023-04-13T05:28:01.671" v="1733" actId="255"/>
        <pc:sldMkLst>
          <pc:docMk/>
          <pc:sldMk cId="65143981" sldId="466"/>
        </pc:sldMkLst>
        <pc:graphicFrameChg chg="add mod">
          <ac:chgData name="Fei Zheng" userId="d19317889db4c986" providerId="LiveId" clId="{09C28C91-A8A0-1F4D-84BA-912B639D191F}" dt="2023-04-13T05:28:01.671" v="1733" actId="255"/>
          <ac:graphicFrameMkLst>
            <pc:docMk/>
            <pc:sldMk cId="65143981" sldId="466"/>
            <ac:graphicFrameMk id="4" creationId="{6BAB5C43-7621-5A42-875F-7D90642BEB30}"/>
          </ac:graphicFrameMkLst>
        </pc:graphicFrameChg>
        <pc:graphicFrameChg chg="mod modGraphic">
          <ac:chgData name="Fei Zheng" userId="d19317889db4c986" providerId="LiveId" clId="{09C28C91-A8A0-1F4D-84BA-912B639D191F}" dt="2023-04-13T05:27:12.978" v="1717" actId="20577"/>
          <ac:graphicFrameMkLst>
            <pc:docMk/>
            <pc:sldMk cId="65143981" sldId="466"/>
            <ac:graphicFrameMk id="8" creationId="{D6C1A3A3-15C7-C758-B826-0A72745FDFA9}"/>
          </ac:graphicFrameMkLst>
        </pc:graphicFrameChg>
        <pc:graphicFrameChg chg="del">
          <ac:chgData name="Fei Zheng" userId="d19317889db4c986" providerId="LiveId" clId="{09C28C91-A8A0-1F4D-84BA-912B639D191F}" dt="2023-04-13T05:27:14.894" v="1718" actId="478"/>
          <ac:graphicFrameMkLst>
            <pc:docMk/>
            <pc:sldMk cId="65143981" sldId="466"/>
            <ac:graphicFrameMk id="9" creationId="{D3B8B5C9-3F19-8A00-AE58-6E6C1B659E06}"/>
          </ac:graphicFrameMkLst>
        </pc:graphicFrameChg>
      </pc:sldChg>
      <pc:sldChg chg="add">
        <pc:chgData name="Fei Zheng" userId="d19317889db4c986" providerId="LiveId" clId="{09C28C91-A8A0-1F4D-84BA-912B639D191F}" dt="2023-04-13T05:28:50.852" v="1734"/>
        <pc:sldMkLst>
          <pc:docMk/>
          <pc:sldMk cId="2354296275" sldId="467"/>
        </pc:sldMkLst>
      </pc:sldChg>
      <pc:sldChg chg="add">
        <pc:chgData name="Fei Zheng" userId="d19317889db4c986" providerId="LiveId" clId="{09C28C91-A8A0-1F4D-84BA-912B639D191F}" dt="2023-04-13T05:29:06.726" v="1735"/>
        <pc:sldMkLst>
          <pc:docMk/>
          <pc:sldMk cId="2460818792" sldId="468"/>
        </pc:sldMkLst>
      </pc:sldChg>
    </pc:docChg>
  </pc:docChgLst>
  <pc:docChgLst>
    <pc:chgData name="Fei Zheng" userId="d19317889db4c986" providerId="LiveId" clId="{E95C906F-C452-F246-AE65-54CFDBC5E23D}"/>
    <pc:docChg chg="delSld modSld">
      <pc:chgData name="Fei Zheng" userId="d19317889db4c986" providerId="LiveId" clId="{E95C906F-C452-F246-AE65-54CFDBC5E23D}" dt="2022-12-25T05:21:45.633" v="29" actId="1076"/>
      <pc:docMkLst>
        <pc:docMk/>
      </pc:docMkLst>
      <pc:sldChg chg="del">
        <pc:chgData name="Fei Zheng" userId="d19317889db4c986" providerId="LiveId" clId="{E95C906F-C452-F246-AE65-54CFDBC5E23D}" dt="2022-12-25T05:20:58.710" v="13" actId="2696"/>
        <pc:sldMkLst>
          <pc:docMk/>
          <pc:sldMk cId="3734968570" sldId="272"/>
        </pc:sldMkLst>
      </pc:sldChg>
      <pc:sldChg chg="del">
        <pc:chgData name="Fei Zheng" userId="d19317889db4c986" providerId="LiveId" clId="{E95C906F-C452-F246-AE65-54CFDBC5E23D}" dt="2022-12-25T05:20:58.863" v="16" actId="2696"/>
        <pc:sldMkLst>
          <pc:docMk/>
          <pc:sldMk cId="3894190169" sldId="275"/>
        </pc:sldMkLst>
      </pc:sldChg>
      <pc:sldChg chg="del">
        <pc:chgData name="Fei Zheng" userId="d19317889db4c986" providerId="LiveId" clId="{E95C906F-C452-F246-AE65-54CFDBC5E23D}" dt="2022-12-25T05:20:58.957" v="18" actId="2696"/>
        <pc:sldMkLst>
          <pc:docMk/>
          <pc:sldMk cId="276061757" sldId="284"/>
        </pc:sldMkLst>
      </pc:sldChg>
      <pc:sldChg chg="addSp delSp modSp mod">
        <pc:chgData name="Fei Zheng" userId="d19317889db4c986" providerId="LiveId" clId="{E95C906F-C452-F246-AE65-54CFDBC5E23D}" dt="2022-12-25T05:21:45.633" v="29" actId="1076"/>
        <pc:sldMkLst>
          <pc:docMk/>
          <pc:sldMk cId="0" sldId="289"/>
        </pc:sldMkLst>
        <pc:spChg chg="add del mod">
          <ac:chgData name="Fei Zheng" userId="d19317889db4c986" providerId="LiveId" clId="{E95C906F-C452-F246-AE65-54CFDBC5E23D}" dt="2022-12-25T05:20:26.070" v="7"/>
          <ac:spMkLst>
            <pc:docMk/>
            <pc:sldMk cId="0" sldId="289"/>
            <ac:spMk id="2" creationId="{E2765D6F-BCDC-E96D-0F78-27FDD34286DE}"/>
          </ac:spMkLst>
        </pc:spChg>
        <pc:spChg chg="add mod">
          <ac:chgData name="Fei Zheng" userId="d19317889db4c986" providerId="LiveId" clId="{E95C906F-C452-F246-AE65-54CFDBC5E23D}" dt="2022-12-25T05:21:20.197" v="26"/>
          <ac:spMkLst>
            <pc:docMk/>
            <pc:sldMk cId="0" sldId="289"/>
            <ac:spMk id="3" creationId="{7B477353-956D-3CC6-C42C-49F72AAAF91B}"/>
          </ac:spMkLst>
        </pc:spChg>
        <pc:spChg chg="mod">
          <ac:chgData name="Fei Zheng" userId="d19317889db4c986" providerId="LiveId" clId="{E95C906F-C452-F246-AE65-54CFDBC5E23D}" dt="2022-12-25T05:21:45.633" v="29" actId="1076"/>
          <ac:spMkLst>
            <pc:docMk/>
            <pc:sldMk cId="0" sldId="289"/>
            <ac:spMk id="9" creationId="{A2A32693-FA85-46ED-9F52-424F364119E5}"/>
          </ac:spMkLst>
        </pc:spChg>
        <pc:spChg chg="del">
          <ac:chgData name="Fei Zheng" userId="d19317889db4c986" providerId="LiveId" clId="{E95C906F-C452-F246-AE65-54CFDBC5E23D}" dt="2022-12-25T05:21:19.663" v="25" actId="478"/>
          <ac:spMkLst>
            <pc:docMk/>
            <pc:sldMk cId="0" sldId="289"/>
            <ac:spMk id="61442" creationId="{9979D594-9100-0446-A19F-7140E5533581}"/>
          </ac:spMkLst>
        </pc:spChg>
        <pc:spChg chg="mod">
          <ac:chgData name="Fei Zheng" userId="d19317889db4c986" providerId="LiveId" clId="{E95C906F-C452-F246-AE65-54CFDBC5E23D}" dt="2022-12-25T05:21:45.633" v="29" actId="1076"/>
          <ac:spMkLst>
            <pc:docMk/>
            <pc:sldMk cId="0" sldId="289"/>
            <ac:spMk id="61444" creationId="{601F1377-4EC1-A648-9D08-93B0CEF44388}"/>
          </ac:spMkLst>
        </pc:spChg>
        <pc:spChg chg="mod">
          <ac:chgData name="Fei Zheng" userId="d19317889db4c986" providerId="LiveId" clId="{E95C906F-C452-F246-AE65-54CFDBC5E23D}" dt="2022-12-25T05:21:45.633" v="29" actId="1076"/>
          <ac:spMkLst>
            <pc:docMk/>
            <pc:sldMk cId="0" sldId="289"/>
            <ac:spMk id="61445" creationId="{D75E15BB-A7A5-2C46-90D2-B9B92ACCDED9}"/>
          </ac:spMkLst>
        </pc:spChg>
        <pc:spChg chg="mod">
          <ac:chgData name="Fei Zheng" userId="d19317889db4c986" providerId="LiveId" clId="{E95C906F-C452-F246-AE65-54CFDBC5E23D}" dt="2022-12-25T05:21:45.633" v="29" actId="1076"/>
          <ac:spMkLst>
            <pc:docMk/>
            <pc:sldMk cId="0" sldId="289"/>
            <ac:spMk id="61446" creationId="{3CA5D0EF-1412-D449-86E5-3BEFAEB9289A}"/>
          </ac:spMkLst>
        </pc:spChg>
      </pc:sldChg>
      <pc:sldChg chg="del">
        <pc:chgData name="Fei Zheng" userId="d19317889db4c986" providerId="LiveId" clId="{E95C906F-C452-F246-AE65-54CFDBC5E23D}" dt="2022-12-25T05:20:59.143" v="22" actId="2696"/>
        <pc:sldMkLst>
          <pc:docMk/>
          <pc:sldMk cId="1873751283" sldId="320"/>
        </pc:sldMkLst>
      </pc:sldChg>
      <pc:sldChg chg="del">
        <pc:chgData name="Fei Zheng" userId="d19317889db4c986" providerId="LiveId" clId="{E95C906F-C452-F246-AE65-54CFDBC5E23D}" dt="2022-12-25T05:20:58.647" v="11" actId="2696"/>
        <pc:sldMkLst>
          <pc:docMk/>
          <pc:sldMk cId="3978420858" sldId="410"/>
        </pc:sldMkLst>
      </pc:sldChg>
      <pc:sldChg chg="del">
        <pc:chgData name="Fei Zheng" userId="d19317889db4c986" providerId="LiveId" clId="{E95C906F-C452-F246-AE65-54CFDBC5E23D}" dt="2022-12-25T05:20:58.709" v="12" actId="2696"/>
        <pc:sldMkLst>
          <pc:docMk/>
          <pc:sldMk cId="4254538466" sldId="411"/>
        </pc:sldMkLst>
      </pc:sldChg>
      <pc:sldChg chg="del">
        <pc:chgData name="Fei Zheng" userId="d19317889db4c986" providerId="LiveId" clId="{E95C906F-C452-F246-AE65-54CFDBC5E23D}" dt="2022-12-25T05:20:58.767" v="15" actId="2696"/>
        <pc:sldMkLst>
          <pc:docMk/>
          <pc:sldMk cId="831065671" sldId="413"/>
        </pc:sldMkLst>
      </pc:sldChg>
      <pc:sldChg chg="del">
        <pc:chgData name="Fei Zheng" userId="d19317889db4c986" providerId="LiveId" clId="{E95C906F-C452-F246-AE65-54CFDBC5E23D}" dt="2022-12-25T05:20:58.375" v="8" actId="2696"/>
        <pc:sldMkLst>
          <pc:docMk/>
          <pc:sldMk cId="604693719" sldId="414"/>
        </pc:sldMkLst>
      </pc:sldChg>
      <pc:sldChg chg="del">
        <pc:chgData name="Fei Zheng" userId="d19317889db4c986" providerId="LiveId" clId="{E95C906F-C452-F246-AE65-54CFDBC5E23D}" dt="2022-12-25T05:20:59.123" v="20" actId="2696"/>
        <pc:sldMkLst>
          <pc:docMk/>
          <pc:sldMk cId="2125619489" sldId="415"/>
        </pc:sldMkLst>
      </pc:sldChg>
      <pc:sldChg chg="del">
        <pc:chgData name="Fei Zheng" userId="d19317889db4c986" providerId="LiveId" clId="{E95C906F-C452-F246-AE65-54CFDBC5E23D}" dt="2022-12-25T05:20:58.571" v="10" actId="2696"/>
        <pc:sldMkLst>
          <pc:docMk/>
          <pc:sldMk cId="1395355874" sldId="417"/>
        </pc:sldMkLst>
      </pc:sldChg>
      <pc:sldChg chg="del">
        <pc:chgData name="Fei Zheng" userId="d19317889db4c986" providerId="LiveId" clId="{E95C906F-C452-F246-AE65-54CFDBC5E23D}" dt="2022-12-25T05:20:58.916" v="17" actId="2696"/>
        <pc:sldMkLst>
          <pc:docMk/>
          <pc:sldMk cId="3621321667" sldId="435"/>
        </pc:sldMkLst>
      </pc:sldChg>
      <pc:sldChg chg="del">
        <pc:chgData name="Fei Zheng" userId="d19317889db4c986" providerId="LiveId" clId="{E95C906F-C452-F246-AE65-54CFDBC5E23D}" dt="2022-12-25T05:20:59.134" v="21" actId="2696"/>
        <pc:sldMkLst>
          <pc:docMk/>
          <pc:sldMk cId="258570365" sldId="436"/>
        </pc:sldMkLst>
      </pc:sldChg>
      <pc:sldChg chg="del">
        <pc:chgData name="Fei Zheng" userId="d19317889db4c986" providerId="LiveId" clId="{E95C906F-C452-F246-AE65-54CFDBC5E23D}" dt="2022-12-25T05:20:59.017" v="19" actId="2696"/>
        <pc:sldMkLst>
          <pc:docMk/>
          <pc:sldMk cId="2359660627" sldId="439"/>
        </pc:sldMkLst>
      </pc:sldChg>
      <pc:sldChg chg="del">
        <pc:chgData name="Fei Zheng" userId="d19317889db4c986" providerId="LiveId" clId="{E95C906F-C452-F246-AE65-54CFDBC5E23D}" dt="2022-12-25T05:20:58.714" v="14" actId="2696"/>
        <pc:sldMkLst>
          <pc:docMk/>
          <pc:sldMk cId="2405140433" sldId="440"/>
        </pc:sldMkLst>
      </pc:sldChg>
      <pc:sldChg chg="del">
        <pc:chgData name="Fei Zheng" userId="d19317889db4c986" providerId="LiveId" clId="{E95C906F-C452-F246-AE65-54CFDBC5E23D}" dt="2022-12-25T05:20:58.534" v="9" actId="2696"/>
        <pc:sldMkLst>
          <pc:docMk/>
          <pc:sldMk cId="2654702425" sldId="441"/>
        </pc:sldMkLst>
      </pc:sldChg>
      <pc:sldChg chg="modSp mod">
        <pc:chgData name="Fei Zheng" userId="d19317889db4c986" providerId="LiveId" clId="{E95C906F-C452-F246-AE65-54CFDBC5E23D}" dt="2022-12-25T05:21:30.150" v="27" actId="12788"/>
        <pc:sldMkLst>
          <pc:docMk/>
          <pc:sldMk cId="398862953" sldId="447"/>
        </pc:sldMkLst>
        <pc:spChg chg="mod">
          <ac:chgData name="Fei Zheng" userId="d19317889db4c986" providerId="LiveId" clId="{E95C906F-C452-F246-AE65-54CFDBC5E23D}" dt="2022-12-25T05:21:30.150" v="27" actId="12788"/>
          <ac:spMkLst>
            <pc:docMk/>
            <pc:sldMk cId="398862953" sldId="447"/>
            <ac:spMk id="2" creationId="{28360B5C-F593-CA9D-6B0B-AC1B546BC537}"/>
          </ac:spMkLst>
        </pc:spChg>
        <pc:spChg chg="mod">
          <ac:chgData name="Fei Zheng" userId="d19317889db4c986" providerId="LiveId" clId="{E95C906F-C452-F246-AE65-54CFDBC5E23D}" dt="2022-12-25T05:21:15.472" v="24" actId="12788"/>
          <ac:spMkLst>
            <pc:docMk/>
            <pc:sldMk cId="398862953" sldId="447"/>
            <ac:spMk id="3" creationId="{9979D594-9100-0446-A19F-7140E5533581}"/>
          </ac:spMkLst>
        </pc:spChg>
      </pc:sldChg>
      <pc:sldChg chg="del">
        <pc:chgData name="Fei Zheng" userId="d19317889db4c986" providerId="LiveId" clId="{E95C906F-C452-F246-AE65-54CFDBC5E23D}" dt="2022-12-25T05:21:03.227" v="23" actId="2696"/>
        <pc:sldMkLst>
          <pc:docMk/>
          <pc:sldMk cId="719741231" sldId="449"/>
        </pc:sldMkLst>
      </pc:sldChg>
    </pc:docChg>
  </pc:docChgLst>
  <pc:docChgLst>
    <pc:chgData name="Zheng Fei" userId="d19317889db4c986" providerId="LiveId" clId="{A946E73E-6F9A-7C48-80A8-1599DBF7B4E8}"/>
    <pc:docChg chg="undo custSel addSld delSld modSld sldOrd">
      <pc:chgData name="Zheng Fei" userId="d19317889db4c986" providerId="LiveId" clId="{A946E73E-6F9A-7C48-80A8-1599DBF7B4E8}" dt="2022-05-17T09:34:13.727" v="324" actId="20577"/>
      <pc:docMkLst>
        <pc:docMk/>
      </pc:docMkLst>
      <pc:sldChg chg="modAnim">
        <pc:chgData name="Zheng Fei" userId="d19317889db4c986" providerId="LiveId" clId="{A946E73E-6F9A-7C48-80A8-1599DBF7B4E8}" dt="2022-05-17T07:31:29.401" v="63"/>
        <pc:sldMkLst>
          <pc:docMk/>
          <pc:sldMk cId="2650816285" sldId="259"/>
        </pc:sldMkLst>
      </pc:sldChg>
      <pc:sldChg chg="modAnim">
        <pc:chgData name="Zheng Fei" userId="d19317889db4c986" providerId="LiveId" clId="{A946E73E-6F9A-7C48-80A8-1599DBF7B4E8}" dt="2022-05-17T07:50:04.446" v="79"/>
        <pc:sldMkLst>
          <pc:docMk/>
          <pc:sldMk cId="707216198" sldId="261"/>
        </pc:sldMkLst>
      </pc:sldChg>
      <pc:sldChg chg="modSp mod">
        <pc:chgData name="Zheng Fei" userId="d19317889db4c986" providerId="LiveId" clId="{A946E73E-6F9A-7C48-80A8-1599DBF7B4E8}" dt="2022-05-17T08:52:32.179" v="100" actId="1037"/>
        <pc:sldMkLst>
          <pc:docMk/>
          <pc:sldMk cId="1366214973" sldId="264"/>
        </pc:sldMkLst>
        <pc:spChg chg="mod">
          <ac:chgData name="Zheng Fei" userId="d19317889db4c986" providerId="LiveId" clId="{A946E73E-6F9A-7C48-80A8-1599DBF7B4E8}" dt="2022-05-17T08:52:32.179" v="100" actId="1037"/>
          <ac:spMkLst>
            <pc:docMk/>
            <pc:sldMk cId="1366214973" sldId="264"/>
            <ac:spMk id="2" creationId="{0B6811DD-5998-45DB-1A17-59EDFCF10C7A}"/>
          </ac:spMkLst>
        </pc:spChg>
      </pc:sldChg>
      <pc:sldChg chg="modSp">
        <pc:chgData name="Zheng Fei" userId="d19317889db4c986" providerId="LiveId" clId="{A946E73E-6F9A-7C48-80A8-1599DBF7B4E8}" dt="2022-05-17T09:01:19.268" v="113" actId="20577"/>
        <pc:sldMkLst>
          <pc:docMk/>
          <pc:sldMk cId="205551090" sldId="268"/>
        </pc:sldMkLst>
        <pc:spChg chg="mod">
          <ac:chgData name="Zheng Fei" userId="d19317889db4c986" providerId="LiveId" clId="{A946E73E-6F9A-7C48-80A8-1599DBF7B4E8}" dt="2022-05-17T09:01:19.268" v="113" actId="20577"/>
          <ac:spMkLst>
            <pc:docMk/>
            <pc:sldMk cId="205551090" sldId="268"/>
            <ac:spMk id="4" creationId="{2CAB757C-A467-9233-8004-ED3F81182CFD}"/>
          </ac:spMkLst>
        </pc:spChg>
      </pc:sldChg>
      <pc:sldChg chg="addSp delSp modSp mod">
        <pc:chgData name="Zheng Fei" userId="d19317889db4c986" providerId="LiveId" clId="{A946E73E-6F9A-7C48-80A8-1599DBF7B4E8}" dt="2022-05-17T09:21:00.649" v="143" actId="1076"/>
        <pc:sldMkLst>
          <pc:docMk/>
          <pc:sldMk cId="1551269373" sldId="270"/>
        </pc:sldMkLst>
        <pc:spChg chg="mod">
          <ac:chgData name="Zheng Fei" userId="d19317889db4c986" providerId="LiveId" clId="{A946E73E-6F9A-7C48-80A8-1599DBF7B4E8}" dt="2022-05-17T09:16:49.850" v="127" actId="20577"/>
          <ac:spMkLst>
            <pc:docMk/>
            <pc:sldMk cId="1551269373" sldId="270"/>
            <ac:spMk id="4" creationId="{DC9FDF2C-3144-C001-ED12-FD5B1BF3D272}"/>
          </ac:spMkLst>
        </pc:spChg>
        <pc:spChg chg="add del mod">
          <ac:chgData name="Zheng Fei" userId="d19317889db4c986" providerId="LiveId" clId="{A946E73E-6F9A-7C48-80A8-1599DBF7B4E8}" dt="2022-05-17T09:20:37.244" v="134" actId="478"/>
          <ac:spMkLst>
            <pc:docMk/>
            <pc:sldMk cId="1551269373" sldId="270"/>
            <ac:spMk id="5" creationId="{EDD4CB83-964A-A73F-A725-C9B4CDA7F9CD}"/>
          </ac:spMkLst>
        </pc:spChg>
        <pc:spChg chg="add mod">
          <ac:chgData name="Zheng Fei" userId="d19317889db4c986" providerId="LiveId" clId="{A946E73E-6F9A-7C48-80A8-1599DBF7B4E8}" dt="2022-05-17T09:21:00.649" v="143" actId="1076"/>
          <ac:spMkLst>
            <pc:docMk/>
            <pc:sldMk cId="1551269373" sldId="270"/>
            <ac:spMk id="6" creationId="{1087AB2E-4026-826A-A958-0BFAD950C8AB}"/>
          </ac:spMkLst>
        </pc:spChg>
      </pc:sldChg>
      <pc:sldChg chg="modSp mod">
        <pc:chgData name="Zheng Fei" userId="d19317889db4c986" providerId="LiveId" clId="{A946E73E-6F9A-7C48-80A8-1599DBF7B4E8}" dt="2022-05-17T09:25:35.166" v="164"/>
        <pc:sldMkLst>
          <pc:docMk/>
          <pc:sldMk cId="1002160116" sldId="271"/>
        </pc:sldMkLst>
        <pc:spChg chg="mod">
          <ac:chgData name="Zheng Fei" userId="d19317889db4c986" providerId="LiveId" clId="{A946E73E-6F9A-7C48-80A8-1599DBF7B4E8}" dt="2022-05-17T09:25:35.166" v="164"/>
          <ac:spMkLst>
            <pc:docMk/>
            <pc:sldMk cId="1002160116" sldId="271"/>
            <ac:spMk id="5" creationId="{1794C937-A99A-277D-4DC8-A4C4CFB330B9}"/>
          </ac:spMkLst>
        </pc:spChg>
      </pc:sldChg>
      <pc:sldChg chg="add">
        <pc:chgData name="Zheng Fei" userId="d19317889db4c986" providerId="LiveId" clId="{A946E73E-6F9A-7C48-80A8-1599DBF7B4E8}" dt="2022-05-17T07:53:12.576" v="80"/>
        <pc:sldMkLst>
          <pc:docMk/>
          <pc:sldMk cId="3734968570" sldId="272"/>
        </pc:sldMkLst>
      </pc:sldChg>
      <pc:sldChg chg="add">
        <pc:chgData name="Zheng Fei" userId="d19317889db4c986" providerId="LiveId" clId="{A946E73E-6F9A-7C48-80A8-1599DBF7B4E8}" dt="2022-05-17T07:53:12.576" v="80"/>
        <pc:sldMkLst>
          <pc:docMk/>
          <pc:sldMk cId="3894190169" sldId="275"/>
        </pc:sldMkLst>
      </pc:sldChg>
      <pc:sldChg chg="modSp mod ord">
        <pc:chgData name="Zheng Fei" userId="d19317889db4c986" providerId="LiveId" clId="{A946E73E-6F9A-7C48-80A8-1599DBF7B4E8}" dt="2022-05-17T07:26:25.687" v="4" actId="20577"/>
        <pc:sldMkLst>
          <pc:docMk/>
          <pc:sldMk cId="276061757" sldId="284"/>
        </pc:sldMkLst>
        <pc:spChg chg="mod">
          <ac:chgData name="Zheng Fei" userId="d19317889db4c986" providerId="LiveId" clId="{A946E73E-6F9A-7C48-80A8-1599DBF7B4E8}" dt="2022-05-17T07:26:25.687" v="4" actId="20577"/>
          <ac:spMkLst>
            <pc:docMk/>
            <pc:sldMk cId="276061757" sldId="284"/>
            <ac:spMk id="7" creationId="{02CE701F-1F1D-4765-9CD5-03D38460DB86}"/>
          </ac:spMkLst>
        </pc:spChg>
      </pc:sldChg>
      <pc:sldChg chg="modAnim">
        <pc:chgData name="Zheng Fei" userId="d19317889db4c986" providerId="LiveId" clId="{A946E73E-6F9A-7C48-80A8-1599DBF7B4E8}" dt="2022-05-17T07:25:19.538" v="0"/>
        <pc:sldMkLst>
          <pc:docMk/>
          <pc:sldMk cId="1873751283" sldId="320"/>
        </pc:sldMkLst>
      </pc:sldChg>
      <pc:sldChg chg="add">
        <pc:chgData name="Zheng Fei" userId="d19317889db4c986" providerId="LiveId" clId="{A946E73E-6F9A-7C48-80A8-1599DBF7B4E8}" dt="2022-05-17T07:53:12.576" v="80"/>
        <pc:sldMkLst>
          <pc:docMk/>
          <pc:sldMk cId="2125619489" sldId="415"/>
        </pc:sldMkLst>
      </pc:sldChg>
      <pc:sldChg chg="modSp">
        <pc:chgData name="Zheng Fei" userId="d19317889db4c986" providerId="LiveId" clId="{A946E73E-6F9A-7C48-80A8-1599DBF7B4E8}" dt="2022-05-17T07:26:06.177" v="2" actId="20578"/>
        <pc:sldMkLst>
          <pc:docMk/>
          <pc:sldMk cId="1395355874" sldId="417"/>
        </pc:sldMkLst>
        <pc:spChg chg="mod">
          <ac:chgData name="Zheng Fei" userId="d19317889db4c986" providerId="LiveId" clId="{A946E73E-6F9A-7C48-80A8-1599DBF7B4E8}" dt="2022-05-17T07:26:06.177" v="2" actId="20578"/>
          <ac:spMkLst>
            <pc:docMk/>
            <pc:sldMk cId="1395355874" sldId="417"/>
            <ac:spMk id="14" creationId="{92C790B6-9F7E-2159-6679-060B189EED7E}"/>
          </ac:spMkLst>
        </pc:spChg>
      </pc:sldChg>
      <pc:sldChg chg="add">
        <pc:chgData name="Zheng Fei" userId="d19317889db4c986" providerId="LiveId" clId="{A946E73E-6F9A-7C48-80A8-1599DBF7B4E8}" dt="2022-05-17T09:03:39.638" v="119"/>
        <pc:sldMkLst>
          <pc:docMk/>
          <pc:sldMk cId="478480300" sldId="420"/>
        </pc:sldMkLst>
      </pc:sldChg>
      <pc:sldChg chg="modSp del mod">
        <pc:chgData name="Zheng Fei" userId="d19317889db4c986" providerId="LiveId" clId="{A946E73E-6F9A-7C48-80A8-1599DBF7B4E8}" dt="2022-05-17T09:03:20.670" v="118" actId="2696"/>
        <pc:sldMkLst>
          <pc:docMk/>
          <pc:sldMk cId="3312295248" sldId="420"/>
        </pc:sldMkLst>
        <pc:spChg chg="mod">
          <ac:chgData name="Zheng Fei" userId="d19317889db4c986" providerId="LiveId" clId="{A946E73E-6F9A-7C48-80A8-1599DBF7B4E8}" dt="2022-05-17T09:02:17.947" v="117" actId="1076"/>
          <ac:spMkLst>
            <pc:docMk/>
            <pc:sldMk cId="3312295248" sldId="420"/>
            <ac:spMk id="5" creationId="{AB3030AB-4365-1B40-A32A-0B02BAFC5FC3}"/>
          </ac:spMkLst>
        </pc:spChg>
      </pc:sldChg>
      <pc:sldChg chg="modSp mod">
        <pc:chgData name="Zheng Fei" userId="d19317889db4c986" providerId="LiveId" clId="{A946E73E-6F9A-7C48-80A8-1599DBF7B4E8}" dt="2022-05-17T08:59:49.029" v="106" actId="27636"/>
        <pc:sldMkLst>
          <pc:docMk/>
          <pc:sldMk cId="1784683979" sldId="426"/>
        </pc:sldMkLst>
        <pc:spChg chg="mod">
          <ac:chgData name="Zheng Fei" userId="d19317889db4c986" providerId="LiveId" clId="{A946E73E-6F9A-7C48-80A8-1599DBF7B4E8}" dt="2022-05-17T08:59:49.029" v="106" actId="27636"/>
          <ac:spMkLst>
            <pc:docMk/>
            <pc:sldMk cId="1784683979" sldId="426"/>
            <ac:spMk id="4" creationId="{6E02C1F1-03DF-C9EC-326D-1C1D0E6B238A}"/>
          </ac:spMkLst>
        </pc:spChg>
      </pc:sldChg>
      <pc:sldChg chg="modSp mod">
        <pc:chgData name="Zheng Fei" userId="d19317889db4c986" providerId="LiveId" clId="{A946E73E-6F9A-7C48-80A8-1599DBF7B4E8}" dt="2022-05-17T09:20:55.547" v="142" actId="20577"/>
        <pc:sldMkLst>
          <pc:docMk/>
          <pc:sldMk cId="1350384850" sldId="428"/>
        </pc:sldMkLst>
        <pc:spChg chg="mod">
          <ac:chgData name="Zheng Fei" userId="d19317889db4c986" providerId="LiveId" clId="{A946E73E-6F9A-7C48-80A8-1599DBF7B4E8}" dt="2022-05-17T09:07:37.667" v="126" actId="20577"/>
          <ac:spMkLst>
            <pc:docMk/>
            <pc:sldMk cId="1350384850" sldId="428"/>
            <ac:spMk id="4" creationId="{ED1CE5B3-EDAD-4AD2-EDD7-5AD3DA1589BE}"/>
          </ac:spMkLst>
        </pc:spChg>
        <pc:spChg chg="mod">
          <ac:chgData name="Zheng Fei" userId="d19317889db4c986" providerId="LiveId" clId="{A946E73E-6F9A-7C48-80A8-1599DBF7B4E8}" dt="2022-05-17T09:20:55.547" v="142" actId="20577"/>
          <ac:spMkLst>
            <pc:docMk/>
            <pc:sldMk cId="1350384850" sldId="428"/>
            <ac:spMk id="8" creationId="{6E4A464C-869F-0B23-AB6D-6F46168AB9DB}"/>
          </ac:spMkLst>
        </pc:spChg>
      </pc:sldChg>
      <pc:sldChg chg="addSp delSp modSp mod">
        <pc:chgData name="Zheng Fei" userId="d19317889db4c986" providerId="LiveId" clId="{A946E73E-6F9A-7C48-80A8-1599DBF7B4E8}" dt="2022-05-17T09:21:13.367" v="145"/>
        <pc:sldMkLst>
          <pc:docMk/>
          <pc:sldMk cId="3064721684" sldId="431"/>
        </pc:sldMkLst>
        <pc:spChg chg="del">
          <ac:chgData name="Zheng Fei" userId="d19317889db4c986" providerId="LiveId" clId="{A946E73E-6F9A-7C48-80A8-1599DBF7B4E8}" dt="2022-05-17T09:21:12.747" v="144" actId="478"/>
          <ac:spMkLst>
            <pc:docMk/>
            <pc:sldMk cId="3064721684" sldId="431"/>
            <ac:spMk id="6" creationId="{AEEB5630-BE6F-5BB9-760F-F1468FEAD2D9}"/>
          </ac:spMkLst>
        </pc:spChg>
        <pc:spChg chg="add mod">
          <ac:chgData name="Zheng Fei" userId="d19317889db4c986" providerId="LiveId" clId="{A946E73E-6F9A-7C48-80A8-1599DBF7B4E8}" dt="2022-05-17T09:21:13.367" v="145"/>
          <ac:spMkLst>
            <pc:docMk/>
            <pc:sldMk cId="3064721684" sldId="431"/>
            <ac:spMk id="7" creationId="{F1357A3B-E3EC-8C5D-5EB4-8A06D9B99A8E}"/>
          </ac:spMkLst>
        </pc:spChg>
      </pc:sldChg>
      <pc:sldChg chg="addSp modSp mod modAnim">
        <pc:chgData name="Zheng Fei" userId="d19317889db4c986" providerId="LiveId" clId="{A946E73E-6F9A-7C48-80A8-1599DBF7B4E8}" dt="2022-05-17T07:30:25.253" v="57" actId="20577"/>
        <pc:sldMkLst>
          <pc:docMk/>
          <pc:sldMk cId="3621321667" sldId="435"/>
        </pc:sldMkLst>
        <pc:spChg chg="mod">
          <ac:chgData name="Zheng Fei" userId="d19317889db4c986" providerId="LiveId" clId="{A946E73E-6F9A-7C48-80A8-1599DBF7B4E8}" dt="2022-05-17T07:30:25.253" v="57" actId="20577"/>
          <ac:spMkLst>
            <pc:docMk/>
            <pc:sldMk cId="3621321667" sldId="435"/>
            <ac:spMk id="3" creationId="{36822F84-3D88-3D38-BCAF-A134BD80DE53}"/>
          </ac:spMkLst>
        </pc:spChg>
        <pc:spChg chg="add mod">
          <ac:chgData name="Zheng Fei" userId="d19317889db4c986" providerId="LiveId" clId="{A946E73E-6F9A-7C48-80A8-1599DBF7B4E8}" dt="2022-05-17T07:28:43.764" v="17" actId="20577"/>
          <ac:spMkLst>
            <pc:docMk/>
            <pc:sldMk cId="3621321667" sldId="435"/>
            <ac:spMk id="4" creationId="{2EA0DD44-E4BD-D38B-E911-C6DFFCA401EE}"/>
          </ac:spMkLst>
        </pc:spChg>
        <pc:spChg chg="add mod">
          <ac:chgData name="Zheng Fei" userId="d19317889db4c986" providerId="LiveId" clId="{A946E73E-6F9A-7C48-80A8-1599DBF7B4E8}" dt="2022-05-17T07:29:57.835" v="43" actId="1076"/>
          <ac:spMkLst>
            <pc:docMk/>
            <pc:sldMk cId="3621321667" sldId="435"/>
            <ac:spMk id="5" creationId="{96F25164-B554-27B8-FA7B-5D2ACCE4844E}"/>
          </ac:spMkLst>
        </pc:spChg>
      </pc:sldChg>
      <pc:sldChg chg="addSp delSp modSp mod modAnim">
        <pc:chgData name="Zheng Fei" userId="d19317889db4c986" providerId="LiveId" clId="{A946E73E-6F9A-7C48-80A8-1599DBF7B4E8}" dt="2022-05-17T07:30:41.318" v="62" actId="1076"/>
        <pc:sldMkLst>
          <pc:docMk/>
          <pc:sldMk cId="258570365" sldId="436"/>
        </pc:sldMkLst>
        <pc:spChg chg="add del mod">
          <ac:chgData name="Zheng Fei" userId="d19317889db4c986" providerId="LiveId" clId="{A946E73E-6F9A-7C48-80A8-1599DBF7B4E8}" dt="2022-05-17T07:30:41.318" v="62" actId="1076"/>
          <ac:spMkLst>
            <pc:docMk/>
            <pc:sldMk cId="258570365" sldId="436"/>
            <ac:spMk id="3" creationId="{36822F84-3D88-3D38-BCAF-A134BD80DE53}"/>
          </ac:spMkLst>
        </pc:spChg>
        <pc:spChg chg="add del mod">
          <ac:chgData name="Zheng Fei" userId="d19317889db4c986" providerId="LiveId" clId="{A946E73E-6F9A-7C48-80A8-1599DBF7B4E8}" dt="2022-05-17T07:29:27.708" v="24" actId="478"/>
          <ac:spMkLst>
            <pc:docMk/>
            <pc:sldMk cId="258570365" sldId="436"/>
            <ac:spMk id="4" creationId="{FF703B7E-AF75-7318-8854-6AE8EFC96BF6}"/>
          </ac:spMkLst>
        </pc:spChg>
        <pc:spChg chg="mod">
          <ac:chgData name="Zheng Fei" userId="d19317889db4c986" providerId="LiveId" clId="{A946E73E-6F9A-7C48-80A8-1599DBF7B4E8}" dt="2022-05-17T07:29:17.999" v="20"/>
          <ac:spMkLst>
            <pc:docMk/>
            <pc:sldMk cId="258570365" sldId="436"/>
            <ac:spMk id="7" creationId="{05C28D09-D6D7-46CB-65E3-1CD61282902C}"/>
          </ac:spMkLst>
        </pc:spChg>
        <pc:spChg chg="add del mod">
          <ac:chgData name="Zheng Fei" userId="d19317889db4c986" providerId="LiveId" clId="{A946E73E-6F9A-7C48-80A8-1599DBF7B4E8}" dt="2022-05-17T07:29:23.687" v="22" actId="478"/>
          <ac:spMkLst>
            <pc:docMk/>
            <pc:sldMk cId="258570365" sldId="436"/>
            <ac:spMk id="8" creationId="{A42051DB-0A74-02A5-49F6-C774D0CF30D2}"/>
          </ac:spMkLst>
        </pc:spChg>
        <pc:spChg chg="add mod">
          <ac:chgData name="Zheng Fei" userId="d19317889db4c986" providerId="LiveId" clId="{A946E73E-6F9A-7C48-80A8-1599DBF7B4E8}" dt="2022-05-17T07:30:19.524" v="55" actId="20577"/>
          <ac:spMkLst>
            <pc:docMk/>
            <pc:sldMk cId="258570365" sldId="436"/>
            <ac:spMk id="9" creationId="{2BC0C319-01D9-036E-2FD9-4351A16477FA}"/>
          </ac:spMkLst>
        </pc:spChg>
        <pc:grpChg chg="add mod">
          <ac:chgData name="Zheng Fei" userId="d19317889db4c986" providerId="LiveId" clId="{A946E73E-6F9A-7C48-80A8-1599DBF7B4E8}" dt="2022-05-17T07:29:17.999" v="20"/>
          <ac:grpSpMkLst>
            <pc:docMk/>
            <pc:sldMk cId="258570365" sldId="436"/>
            <ac:grpSpMk id="5" creationId="{88BF8159-B5D6-637C-00D4-D490310E03E9}"/>
          </ac:grpSpMkLst>
        </pc:grpChg>
        <pc:picChg chg="mod">
          <ac:chgData name="Zheng Fei" userId="d19317889db4c986" providerId="LiveId" clId="{A946E73E-6F9A-7C48-80A8-1599DBF7B4E8}" dt="2022-05-17T07:29:17.999" v="20"/>
          <ac:picMkLst>
            <pc:docMk/>
            <pc:sldMk cId="258570365" sldId="436"/>
            <ac:picMk id="6" creationId="{9F259A8C-C538-F3F7-D2DC-D5C548ECD9B1}"/>
          </ac:picMkLst>
        </pc:picChg>
      </pc:sldChg>
      <pc:sldChg chg="ord">
        <pc:chgData name="Zheng Fei" userId="d19317889db4c986" providerId="LiveId" clId="{A946E73E-6F9A-7C48-80A8-1599DBF7B4E8}" dt="2022-05-17T07:27:06.940" v="5" actId="20578"/>
        <pc:sldMkLst>
          <pc:docMk/>
          <pc:sldMk cId="2654702425" sldId="441"/>
        </pc:sldMkLst>
      </pc:sldChg>
      <pc:sldChg chg="modSp">
        <pc:chgData name="Zheng Fei" userId="d19317889db4c986" providerId="LiveId" clId="{A946E73E-6F9A-7C48-80A8-1599DBF7B4E8}" dt="2022-05-17T08:43:38.752" v="84" actId="20577"/>
        <pc:sldMkLst>
          <pc:docMk/>
          <pc:sldMk cId="2827639505" sldId="442"/>
        </pc:sldMkLst>
        <pc:spChg chg="mod">
          <ac:chgData name="Zheng Fei" userId="d19317889db4c986" providerId="LiveId" clId="{A946E73E-6F9A-7C48-80A8-1599DBF7B4E8}" dt="2022-05-17T08:43:38.752" v="84" actId="20577"/>
          <ac:spMkLst>
            <pc:docMk/>
            <pc:sldMk cId="2827639505" sldId="442"/>
            <ac:spMk id="4" creationId="{A3AF2A84-CE80-A21B-5116-1819569DF796}"/>
          </ac:spMkLst>
        </pc:spChg>
      </pc:sldChg>
      <pc:sldChg chg="modSp">
        <pc:chgData name="Zheng Fei" userId="d19317889db4c986" providerId="LiveId" clId="{A946E73E-6F9A-7C48-80A8-1599DBF7B4E8}" dt="2022-05-17T08:57:30.799" v="104"/>
        <pc:sldMkLst>
          <pc:docMk/>
          <pc:sldMk cId="4118247310" sldId="443"/>
        </pc:sldMkLst>
        <pc:spChg chg="mod">
          <ac:chgData name="Zheng Fei" userId="d19317889db4c986" providerId="LiveId" clId="{A946E73E-6F9A-7C48-80A8-1599DBF7B4E8}" dt="2022-05-17T08:57:30.799" v="104"/>
          <ac:spMkLst>
            <pc:docMk/>
            <pc:sldMk cId="4118247310" sldId="443"/>
            <ac:spMk id="4" creationId="{A3AF2A84-CE80-A21B-5116-1819569DF796}"/>
          </ac:spMkLst>
        </pc:spChg>
      </pc:sldChg>
      <pc:sldChg chg="addSp delSp modSp mod">
        <pc:chgData name="Zheng Fei" userId="d19317889db4c986" providerId="LiveId" clId="{A946E73E-6F9A-7C48-80A8-1599DBF7B4E8}" dt="2022-05-17T09:21:29.583" v="149" actId="1076"/>
        <pc:sldMkLst>
          <pc:docMk/>
          <pc:sldMk cId="4005447236" sldId="446"/>
        </pc:sldMkLst>
        <pc:spChg chg="mod">
          <ac:chgData name="Zheng Fei" userId="d19317889db4c986" providerId="LiveId" clId="{A946E73E-6F9A-7C48-80A8-1599DBF7B4E8}" dt="2022-05-17T09:21:19.482" v="146" actId="20577"/>
          <ac:spMkLst>
            <pc:docMk/>
            <pc:sldMk cId="4005447236" sldId="446"/>
            <ac:spMk id="4" creationId="{DC9FDF2C-3144-C001-ED12-FD5B1BF3D272}"/>
          </ac:spMkLst>
        </pc:spChg>
        <pc:spChg chg="add mod">
          <ac:chgData name="Zheng Fei" userId="d19317889db4c986" providerId="LiveId" clId="{A946E73E-6F9A-7C48-80A8-1599DBF7B4E8}" dt="2022-05-17T09:21:29.583" v="149" actId="1076"/>
          <ac:spMkLst>
            <pc:docMk/>
            <pc:sldMk cId="4005447236" sldId="446"/>
            <ac:spMk id="5" creationId="{5BB1F458-681C-27F8-27E8-A6336806FCC6}"/>
          </ac:spMkLst>
        </pc:spChg>
        <pc:spChg chg="del">
          <ac:chgData name="Zheng Fei" userId="d19317889db4c986" providerId="LiveId" clId="{A946E73E-6F9A-7C48-80A8-1599DBF7B4E8}" dt="2022-05-17T09:21:26.652" v="147" actId="478"/>
          <ac:spMkLst>
            <pc:docMk/>
            <pc:sldMk cId="4005447236" sldId="446"/>
            <ac:spMk id="6" creationId="{AEEB5630-BE6F-5BB9-760F-F1468FEAD2D9}"/>
          </ac:spMkLst>
        </pc:spChg>
      </pc:sldChg>
      <pc:sldChg chg="ord">
        <pc:chgData name="Zheng Fei" userId="d19317889db4c986" providerId="LiveId" clId="{A946E73E-6F9A-7C48-80A8-1599DBF7B4E8}" dt="2022-05-17T09:01:53.063" v="115" actId="20578"/>
        <pc:sldMkLst>
          <pc:docMk/>
          <pc:sldMk cId="0" sldId="450"/>
        </pc:sldMkLst>
      </pc:sldChg>
      <pc:sldChg chg="ord">
        <pc:chgData name="Zheng Fei" userId="d19317889db4c986" providerId="LiveId" clId="{A946E73E-6F9A-7C48-80A8-1599DBF7B4E8}" dt="2022-05-17T09:01:50.152" v="114" actId="20578"/>
        <pc:sldMkLst>
          <pc:docMk/>
          <pc:sldMk cId="0" sldId="451"/>
        </pc:sldMkLst>
      </pc:sldChg>
      <pc:sldChg chg="modSp add mod modAnim">
        <pc:chgData name="Zheng Fei" userId="d19317889db4c986" providerId="LiveId" clId="{A946E73E-6F9A-7C48-80A8-1599DBF7B4E8}" dt="2022-05-17T09:27:12.732" v="170" actId="207"/>
        <pc:sldMkLst>
          <pc:docMk/>
          <pc:sldMk cId="0" sldId="453"/>
        </pc:sldMkLst>
        <pc:spChg chg="mod">
          <ac:chgData name="Zheng Fei" userId="d19317889db4c986" providerId="LiveId" clId="{A946E73E-6F9A-7C48-80A8-1599DBF7B4E8}" dt="2022-05-17T09:25:43.966" v="165" actId="113"/>
          <ac:spMkLst>
            <pc:docMk/>
            <pc:sldMk cId="0" sldId="453"/>
            <ac:spMk id="18435" creationId="{3712F005-A0AE-6C88-31B9-3C07ED20ADAB}"/>
          </ac:spMkLst>
        </pc:spChg>
        <pc:spChg chg="mod">
          <ac:chgData name="Zheng Fei" userId="d19317889db4c986" providerId="LiveId" clId="{A946E73E-6F9A-7C48-80A8-1599DBF7B4E8}" dt="2022-05-17T09:27:12.732" v="170" actId="207"/>
          <ac:spMkLst>
            <pc:docMk/>
            <pc:sldMk cId="0" sldId="453"/>
            <ac:spMk id="18436" creationId="{0AAF1638-0418-FCA4-3294-6366C18060BC}"/>
          </ac:spMkLst>
        </pc:spChg>
        <pc:graphicFrameChg chg="mod">
          <ac:chgData name="Zheng Fei" userId="d19317889db4c986" providerId="LiveId" clId="{A946E73E-6F9A-7C48-80A8-1599DBF7B4E8}" dt="2022-05-17T07:34:18.552" v="65" actId="14100"/>
          <ac:graphicFrameMkLst>
            <pc:docMk/>
            <pc:sldMk cId="0" sldId="453"/>
            <ac:graphicFrameMk id="18438" creationId="{E9827C07-772B-1013-2470-2CABD1FBA4A2}"/>
          </ac:graphicFrameMkLst>
        </pc:graphicFrameChg>
        <pc:graphicFrameChg chg="mod">
          <ac:chgData name="Zheng Fei" userId="d19317889db4c986" providerId="LiveId" clId="{A946E73E-6F9A-7C48-80A8-1599DBF7B4E8}" dt="2022-05-17T07:34:22.835" v="67" actId="1076"/>
          <ac:graphicFrameMkLst>
            <pc:docMk/>
            <pc:sldMk cId="0" sldId="453"/>
            <ac:graphicFrameMk id="18440" creationId="{6358FD50-0597-7589-91C1-F37EA927803B}"/>
          </ac:graphicFrameMkLst>
        </pc:graphicFrameChg>
        <pc:graphicFrameChg chg="mod">
          <ac:chgData name="Zheng Fei" userId="d19317889db4c986" providerId="LiveId" clId="{A946E73E-6F9A-7C48-80A8-1599DBF7B4E8}" dt="2022-05-17T07:34:30.168" v="69" actId="1076"/>
          <ac:graphicFrameMkLst>
            <pc:docMk/>
            <pc:sldMk cId="0" sldId="453"/>
            <ac:graphicFrameMk id="18441" creationId="{75A782CB-55C9-2D45-8B5B-342321E2D0B1}"/>
          </ac:graphicFrameMkLst>
        </pc:graphicFrameChg>
      </pc:sldChg>
      <pc:sldChg chg="delSp modSp add mod delAnim modAnim">
        <pc:chgData name="Zheng Fei" userId="d19317889db4c986" providerId="LiveId" clId="{A946E73E-6F9A-7C48-80A8-1599DBF7B4E8}" dt="2022-05-17T09:29:42.180" v="176" actId="2711"/>
        <pc:sldMkLst>
          <pc:docMk/>
          <pc:sldMk cId="0" sldId="454"/>
        </pc:sldMkLst>
        <pc:spChg chg="mod">
          <ac:chgData name="Zheng Fei" userId="d19317889db4c986" providerId="LiveId" clId="{A946E73E-6F9A-7C48-80A8-1599DBF7B4E8}" dt="2022-05-17T09:29:36.349" v="175" actId="2711"/>
          <ac:spMkLst>
            <pc:docMk/>
            <pc:sldMk cId="0" sldId="454"/>
            <ac:spMk id="17411" creationId="{B6FB24D8-9E98-B407-C376-8879AC344923}"/>
          </ac:spMkLst>
        </pc:spChg>
        <pc:spChg chg="mod">
          <ac:chgData name="Zheng Fei" userId="d19317889db4c986" providerId="LiveId" clId="{A946E73E-6F9A-7C48-80A8-1599DBF7B4E8}" dt="2022-05-17T09:29:42.180" v="176" actId="2711"/>
          <ac:spMkLst>
            <pc:docMk/>
            <pc:sldMk cId="0" sldId="454"/>
            <ac:spMk id="17413" creationId="{C8B8BC61-72C0-8F4C-1CF2-31BB7CEA2075}"/>
          </ac:spMkLst>
        </pc:spChg>
        <pc:spChg chg="del">
          <ac:chgData name="Zheng Fei" userId="d19317889db4c986" providerId="LiveId" clId="{A946E73E-6F9A-7C48-80A8-1599DBF7B4E8}" dt="2022-05-17T09:29:27.785" v="173" actId="478"/>
          <ac:spMkLst>
            <pc:docMk/>
            <pc:sldMk cId="0" sldId="454"/>
            <ac:spMk id="17420" creationId="{89E93B76-107F-A147-2C8C-BB3A50471396}"/>
          </ac:spMkLst>
        </pc:spChg>
        <pc:spChg chg="del">
          <ac:chgData name="Zheng Fei" userId="d19317889db4c986" providerId="LiveId" clId="{A946E73E-6F9A-7C48-80A8-1599DBF7B4E8}" dt="2022-05-17T09:29:25.050" v="172" actId="478"/>
          <ac:spMkLst>
            <pc:docMk/>
            <pc:sldMk cId="0" sldId="454"/>
            <ac:spMk id="17421" creationId="{4D8EEB64-E29A-3F55-6008-915710FB8A03}"/>
          </ac:spMkLst>
        </pc:spChg>
        <pc:graphicFrameChg chg="del">
          <ac:chgData name="Zheng Fei" userId="d19317889db4c986" providerId="LiveId" clId="{A946E73E-6F9A-7C48-80A8-1599DBF7B4E8}" dt="2022-05-17T09:29:29.023" v="174" actId="478"/>
          <ac:graphicFrameMkLst>
            <pc:docMk/>
            <pc:sldMk cId="0" sldId="454"/>
            <ac:graphicFrameMk id="17422" creationId="{015C1184-6633-3C9B-108E-232A3641CC3A}"/>
          </ac:graphicFrameMkLst>
        </pc:graphicFrameChg>
      </pc:sldChg>
      <pc:sldChg chg="modSp new mod">
        <pc:chgData name="Zheng Fei" userId="d19317889db4c986" providerId="LiveId" clId="{A946E73E-6F9A-7C48-80A8-1599DBF7B4E8}" dt="2022-05-17T09:34:13.727" v="324" actId="20577"/>
        <pc:sldMkLst>
          <pc:docMk/>
          <pc:sldMk cId="436179780" sldId="455"/>
        </pc:sldMkLst>
        <pc:spChg chg="mod">
          <ac:chgData name="Zheng Fei" userId="d19317889db4c986" providerId="LiveId" clId="{A946E73E-6F9A-7C48-80A8-1599DBF7B4E8}" dt="2022-05-17T09:32:31.467" v="248" actId="20577"/>
          <ac:spMkLst>
            <pc:docMk/>
            <pc:sldMk cId="436179780" sldId="455"/>
            <ac:spMk id="2" creationId="{E760531A-97FE-B16D-600F-C5254C1DA13B}"/>
          </ac:spMkLst>
        </pc:spChg>
        <pc:spChg chg="mod">
          <ac:chgData name="Zheng Fei" userId="d19317889db4c986" providerId="LiveId" clId="{A946E73E-6F9A-7C48-80A8-1599DBF7B4E8}" dt="2022-05-17T09:34:13.727" v="324" actId="20577"/>
          <ac:spMkLst>
            <pc:docMk/>
            <pc:sldMk cId="436179780" sldId="455"/>
            <ac:spMk id="3" creationId="{22BEB113-6F42-CED3-FF93-334A5C194799}"/>
          </ac:spMkLst>
        </pc:spChg>
      </pc:sldChg>
    </pc:docChg>
  </pc:docChgLst>
  <pc:docChgLst>
    <pc:chgData name="Zheng Fei" userId="d19317889db4c986" providerId="LiveId" clId="{F7968E7F-5AAF-AF48-AA60-9BF97F409E57}"/>
    <pc:docChg chg="undo custSel addSld delSld modSld sldOrd">
      <pc:chgData name="Zheng Fei" userId="d19317889db4c986" providerId="LiveId" clId="{F7968E7F-5AAF-AF48-AA60-9BF97F409E57}" dt="2022-04-08T00:34:13.898" v="2697" actId="1076"/>
      <pc:docMkLst>
        <pc:docMk/>
      </pc:docMkLst>
      <pc:sldChg chg="modSp mod">
        <pc:chgData name="Zheng Fei" userId="d19317889db4c986" providerId="LiveId" clId="{F7968E7F-5AAF-AF48-AA60-9BF97F409E57}" dt="2022-03-31T14:38:16.627" v="122" actId="1076"/>
        <pc:sldMkLst>
          <pc:docMk/>
          <pc:sldMk cId="2823787726" sldId="262"/>
        </pc:sldMkLst>
        <pc:spChg chg="mod">
          <ac:chgData name="Zheng Fei" userId="d19317889db4c986" providerId="LiveId" clId="{F7968E7F-5AAF-AF48-AA60-9BF97F409E57}" dt="2022-03-31T14:31:26.597" v="95" actId="114"/>
          <ac:spMkLst>
            <pc:docMk/>
            <pc:sldMk cId="2823787726" sldId="262"/>
            <ac:spMk id="6155" creationId="{6C42F45D-4515-5E45-97A7-922689416595}"/>
          </ac:spMkLst>
        </pc:spChg>
        <pc:graphicFrameChg chg="mod">
          <ac:chgData name="Zheng Fei" userId="d19317889db4c986" providerId="LiveId" clId="{F7968E7F-5AAF-AF48-AA60-9BF97F409E57}" dt="2022-03-31T14:38:16.627" v="122" actId="1076"/>
          <ac:graphicFrameMkLst>
            <pc:docMk/>
            <pc:sldMk cId="2823787726" sldId="262"/>
            <ac:graphicFrameMk id="57359" creationId="{C08098F0-59B8-9E4A-8464-76E6001A5673}"/>
          </ac:graphicFrameMkLst>
        </pc:graphicFrameChg>
        <pc:graphicFrameChg chg="mod">
          <ac:chgData name="Zheng Fei" userId="d19317889db4c986" providerId="LiveId" clId="{F7968E7F-5AAF-AF48-AA60-9BF97F409E57}" dt="2022-03-31T14:38:08.186" v="118" actId="1076"/>
          <ac:graphicFrameMkLst>
            <pc:docMk/>
            <pc:sldMk cId="2823787726" sldId="262"/>
            <ac:graphicFrameMk id="57364" creationId="{63E41539-7DEE-734E-8F24-A178B719F2CD}"/>
          </ac:graphicFrameMkLst>
        </pc:graphicFrameChg>
      </pc:sldChg>
      <pc:sldChg chg="addSp delSp modSp mod ord">
        <pc:chgData name="Zheng Fei" userId="d19317889db4c986" providerId="LiveId" clId="{F7968E7F-5AAF-AF48-AA60-9BF97F409E57}" dt="2022-03-31T17:42:17.407" v="2593" actId="1038"/>
        <pc:sldMkLst>
          <pc:docMk/>
          <pc:sldMk cId="1828726330" sldId="271"/>
        </pc:sldMkLst>
        <pc:spChg chg="add mod">
          <ac:chgData name="Zheng Fei" userId="d19317889db4c986" providerId="LiveId" clId="{F7968E7F-5AAF-AF48-AA60-9BF97F409E57}" dt="2022-03-31T17:42:17.407" v="2593" actId="1038"/>
          <ac:spMkLst>
            <pc:docMk/>
            <pc:sldMk cId="1828726330" sldId="271"/>
            <ac:spMk id="14" creationId="{ACDEFE30-FD46-A74F-85D3-73CB9D85E44B}"/>
          </ac:spMkLst>
        </pc:spChg>
        <pc:spChg chg="add mod">
          <ac:chgData name="Zheng Fei" userId="d19317889db4c986" providerId="LiveId" clId="{F7968E7F-5AAF-AF48-AA60-9BF97F409E57}" dt="2022-03-31T17:42:02.519" v="2581" actId="20577"/>
          <ac:spMkLst>
            <pc:docMk/>
            <pc:sldMk cId="1828726330" sldId="271"/>
            <ac:spMk id="15" creationId="{4E9D3C42-198A-DC47-BD2D-C062A309EDEB}"/>
          </ac:spMkLst>
        </pc:spChg>
        <pc:spChg chg="add mod">
          <ac:chgData name="Zheng Fei" userId="d19317889db4c986" providerId="LiveId" clId="{F7968E7F-5AAF-AF48-AA60-9BF97F409E57}" dt="2022-03-31T17:42:10.915" v="2589" actId="114"/>
          <ac:spMkLst>
            <pc:docMk/>
            <pc:sldMk cId="1828726330" sldId="271"/>
            <ac:spMk id="16" creationId="{B76FF508-6107-EC4D-9F2B-5DCB48F5DF11}"/>
          </ac:spMkLst>
        </pc:spChg>
        <pc:spChg chg="mod topLvl">
          <ac:chgData name="Zheng Fei" userId="d19317889db4c986" providerId="LiveId" clId="{F7968E7F-5AAF-AF48-AA60-9BF97F409E57}" dt="2022-03-31T15:22:11.227" v="990" actId="1076"/>
          <ac:spMkLst>
            <pc:docMk/>
            <pc:sldMk cId="1828726330" sldId="271"/>
            <ac:spMk id="19470" creationId="{344C90CF-B133-6648-A2E7-EC1972CBC842}"/>
          </ac:spMkLst>
        </pc:spChg>
        <pc:grpChg chg="del">
          <ac:chgData name="Zheng Fei" userId="d19317889db4c986" providerId="LiveId" clId="{F7968E7F-5AAF-AF48-AA60-9BF97F409E57}" dt="2022-03-31T15:20:41.411" v="948" actId="478"/>
          <ac:grpSpMkLst>
            <pc:docMk/>
            <pc:sldMk cId="1828726330" sldId="271"/>
            <ac:grpSpMk id="66579" creationId="{9C2963F8-6657-AB46-AB88-76FECB538B5B}"/>
          </ac:grpSpMkLst>
        </pc:grpChg>
        <pc:grpChg chg="del">
          <ac:chgData name="Zheng Fei" userId="d19317889db4c986" providerId="LiveId" clId="{F7968E7F-5AAF-AF48-AA60-9BF97F409E57}" dt="2022-03-31T15:21:34.884" v="972" actId="478"/>
          <ac:grpSpMkLst>
            <pc:docMk/>
            <pc:sldMk cId="1828726330" sldId="271"/>
            <ac:grpSpMk id="66582" creationId="{54553BFA-3E0F-C24A-856D-9DB842556DE5}"/>
          </ac:grpSpMkLst>
        </pc:grpChg>
        <pc:graphicFrameChg chg="del">
          <ac:chgData name="Zheng Fei" userId="d19317889db4c986" providerId="LiveId" clId="{F7968E7F-5AAF-AF48-AA60-9BF97F409E57}" dt="2022-03-31T15:21:32.784" v="971" actId="478"/>
          <ac:graphicFrameMkLst>
            <pc:docMk/>
            <pc:sldMk cId="1828726330" sldId="271"/>
            <ac:graphicFrameMk id="19464" creationId="{8401AF35-BA2A-134C-B77F-2ABD56342015}"/>
          </ac:graphicFrameMkLst>
        </pc:graphicFrameChg>
        <pc:graphicFrameChg chg="del">
          <ac:chgData name="Zheng Fei" userId="d19317889db4c986" providerId="LiveId" clId="{F7968E7F-5AAF-AF48-AA60-9BF97F409E57}" dt="2022-03-31T15:20:57.205" v="956" actId="478"/>
          <ac:graphicFrameMkLst>
            <pc:docMk/>
            <pc:sldMk cId="1828726330" sldId="271"/>
            <ac:graphicFrameMk id="19466" creationId="{DC80508F-CB4A-A848-9EB6-C47234B74308}"/>
          </ac:graphicFrameMkLst>
        </pc:graphicFrameChg>
        <pc:graphicFrameChg chg="del topLvl">
          <ac:chgData name="Zheng Fei" userId="d19317889db4c986" providerId="LiveId" clId="{F7968E7F-5AAF-AF48-AA60-9BF97F409E57}" dt="2022-03-31T15:20:41.411" v="948" actId="478"/>
          <ac:graphicFrameMkLst>
            <pc:docMk/>
            <pc:sldMk cId="1828726330" sldId="271"/>
            <ac:graphicFrameMk id="19468" creationId="{69390A90-C4CF-BF46-A86A-3A3B6F492307}"/>
          </ac:graphicFrameMkLst>
        </pc:graphicFrameChg>
        <pc:graphicFrameChg chg="del">
          <ac:chgData name="Zheng Fei" userId="d19317889db4c986" providerId="LiveId" clId="{F7968E7F-5AAF-AF48-AA60-9BF97F409E57}" dt="2022-03-31T15:21:34.884" v="972" actId="478"/>
          <ac:graphicFrameMkLst>
            <pc:docMk/>
            <pc:sldMk cId="1828726330" sldId="271"/>
            <ac:graphicFrameMk id="66572" creationId="{450DAFEA-C7FD-3948-BA36-E3B0AFAF4F51}"/>
          </ac:graphicFrameMkLst>
        </pc:graphicFrameChg>
      </pc:sldChg>
      <pc:sldChg chg="addSp modSp mod">
        <pc:chgData name="Zheng Fei" userId="d19317889db4c986" providerId="LiveId" clId="{F7968E7F-5AAF-AF48-AA60-9BF97F409E57}" dt="2022-03-31T15:05:12.008" v="852" actId="14100"/>
        <pc:sldMkLst>
          <pc:docMk/>
          <pc:sldMk cId="3734968570" sldId="272"/>
        </pc:sldMkLst>
        <pc:spChg chg="add mod">
          <ac:chgData name="Zheng Fei" userId="d19317889db4c986" providerId="LiveId" clId="{F7968E7F-5AAF-AF48-AA60-9BF97F409E57}" dt="2022-03-31T14:30:21.549" v="79" actId="2711"/>
          <ac:spMkLst>
            <pc:docMk/>
            <pc:sldMk cId="3734968570" sldId="272"/>
            <ac:spMk id="2" creationId="{6C2ABB00-07AA-5643-90BF-0555F434A3DE}"/>
          </ac:spMkLst>
        </pc:spChg>
        <pc:spChg chg="mod">
          <ac:chgData name="Zheng Fei" userId="d19317889db4c986" providerId="LiveId" clId="{F7968E7F-5AAF-AF48-AA60-9BF97F409E57}" dt="2022-03-31T14:28:23.948" v="55" actId="1035"/>
          <ac:spMkLst>
            <pc:docMk/>
            <pc:sldMk cId="3734968570" sldId="272"/>
            <ac:spMk id="18435" creationId="{07512CB6-35CB-4246-82D5-A69477685DB7}"/>
          </ac:spMkLst>
        </pc:spChg>
        <pc:spChg chg="mod">
          <ac:chgData name="Zheng Fei" userId="d19317889db4c986" providerId="LiveId" clId="{F7968E7F-5AAF-AF48-AA60-9BF97F409E57}" dt="2022-03-31T14:30:45.849" v="83" actId="14100"/>
          <ac:spMkLst>
            <pc:docMk/>
            <pc:sldMk cId="3734968570" sldId="272"/>
            <ac:spMk id="18439" creationId="{1CF1199F-0459-9448-B14D-D85D4C746F1E}"/>
          </ac:spMkLst>
        </pc:spChg>
        <pc:spChg chg="mod">
          <ac:chgData name="Zheng Fei" userId="d19317889db4c986" providerId="LiveId" clId="{F7968E7F-5AAF-AF48-AA60-9BF97F409E57}" dt="2022-03-31T14:30:58.708" v="92" actId="20577"/>
          <ac:spMkLst>
            <pc:docMk/>
            <pc:sldMk cId="3734968570" sldId="272"/>
            <ac:spMk id="18444" creationId="{7C1EBEE7-379A-4A4F-8AAD-503C50B907BE}"/>
          </ac:spMkLst>
        </pc:spChg>
        <pc:grpChg chg="mod">
          <ac:chgData name="Zheng Fei" userId="d19317889db4c986" providerId="LiveId" clId="{F7968E7F-5AAF-AF48-AA60-9BF97F409E57}" dt="2022-03-31T14:30:45.849" v="83" actId="14100"/>
          <ac:grpSpMkLst>
            <pc:docMk/>
            <pc:sldMk cId="3734968570" sldId="272"/>
            <ac:grpSpMk id="4" creationId="{4E33DF9D-5608-984D-81EE-82B7697E5F46}"/>
          </ac:grpSpMkLst>
        </pc:grpChg>
        <pc:graphicFrameChg chg="mod">
          <ac:chgData name="Zheng Fei" userId="d19317889db4c986" providerId="LiveId" clId="{F7968E7F-5AAF-AF48-AA60-9BF97F409E57}" dt="2022-03-31T14:30:42.580" v="82" actId="14100"/>
          <ac:graphicFrameMkLst>
            <pc:docMk/>
            <pc:sldMk cId="3734968570" sldId="272"/>
            <ac:graphicFrameMk id="18438" creationId="{452EA17D-93C3-8046-A717-5596F6681175}"/>
          </ac:graphicFrameMkLst>
        </pc:graphicFrameChg>
        <pc:graphicFrameChg chg="mod">
          <ac:chgData name="Zheng Fei" userId="d19317889db4c986" providerId="LiveId" clId="{F7968E7F-5AAF-AF48-AA60-9BF97F409E57}" dt="2022-03-31T14:30:45.849" v="83" actId="14100"/>
          <ac:graphicFrameMkLst>
            <pc:docMk/>
            <pc:sldMk cId="3734968570" sldId="272"/>
            <ac:graphicFrameMk id="18440" creationId="{E70C2EC2-5858-0E4E-A768-558BEA005E31}"/>
          </ac:graphicFrameMkLst>
        </pc:graphicFrameChg>
        <pc:graphicFrameChg chg="mod">
          <ac:chgData name="Zheng Fei" userId="d19317889db4c986" providerId="LiveId" clId="{F7968E7F-5AAF-AF48-AA60-9BF97F409E57}" dt="2022-03-31T14:30:45.849" v="83" actId="14100"/>
          <ac:graphicFrameMkLst>
            <pc:docMk/>
            <pc:sldMk cId="3734968570" sldId="272"/>
            <ac:graphicFrameMk id="18441" creationId="{FDB84F9B-509E-D649-B958-BB717789039B}"/>
          </ac:graphicFrameMkLst>
        </pc:graphicFrameChg>
        <pc:graphicFrameChg chg="mod">
          <ac:chgData name="Zheng Fei" userId="d19317889db4c986" providerId="LiveId" clId="{F7968E7F-5AAF-AF48-AA60-9BF97F409E57}" dt="2022-03-31T14:30:45.849" v="83" actId="14100"/>
          <ac:graphicFrameMkLst>
            <pc:docMk/>
            <pc:sldMk cId="3734968570" sldId="272"/>
            <ac:graphicFrameMk id="18442" creationId="{3C9CC519-A989-E34E-B9BE-792B617F8318}"/>
          </ac:graphicFrameMkLst>
        </pc:graphicFrameChg>
        <pc:graphicFrameChg chg="mod">
          <ac:chgData name="Zheng Fei" userId="d19317889db4c986" providerId="LiveId" clId="{F7968E7F-5AAF-AF48-AA60-9BF97F409E57}" dt="2022-03-31T14:30:47.668" v="84" actId="1076"/>
          <ac:graphicFrameMkLst>
            <pc:docMk/>
            <pc:sldMk cId="3734968570" sldId="272"/>
            <ac:graphicFrameMk id="18443" creationId="{B816EAC4-F2D2-4B46-B613-5DAF14FA538F}"/>
          </ac:graphicFrameMkLst>
        </pc:graphicFrameChg>
        <pc:graphicFrameChg chg="mod">
          <ac:chgData name="Zheng Fei" userId="d19317889db4c986" providerId="LiveId" clId="{F7968E7F-5AAF-AF48-AA60-9BF97F409E57}" dt="2022-03-31T14:31:03.606" v="94" actId="1076"/>
          <ac:graphicFrameMkLst>
            <pc:docMk/>
            <pc:sldMk cId="3734968570" sldId="272"/>
            <ac:graphicFrameMk id="18445" creationId="{94EBBEB9-BB3C-3347-9491-AAFAFD49FE46}"/>
          </ac:graphicFrameMkLst>
        </pc:graphicFrameChg>
        <pc:graphicFrameChg chg="mod">
          <ac:chgData name="Zheng Fei" userId="d19317889db4c986" providerId="LiveId" clId="{F7968E7F-5AAF-AF48-AA60-9BF97F409E57}" dt="2022-03-31T15:05:12.008" v="852" actId="14100"/>
          <ac:graphicFrameMkLst>
            <pc:docMk/>
            <pc:sldMk cId="3734968570" sldId="272"/>
            <ac:graphicFrameMk id="18446" creationId="{936A05E2-0996-1647-AF49-73C9346253C1}"/>
          </ac:graphicFrameMkLst>
        </pc:graphicFrameChg>
      </pc:sldChg>
      <pc:sldChg chg="addSp modSp mod">
        <pc:chgData name="Zheng Fei" userId="d19317889db4c986" providerId="LiveId" clId="{F7968E7F-5AAF-AF48-AA60-9BF97F409E57}" dt="2022-03-31T15:06:02.763" v="859" actId="2711"/>
        <pc:sldMkLst>
          <pc:docMk/>
          <pc:sldMk cId="0" sldId="273"/>
        </pc:sldMkLst>
        <pc:spChg chg="add mod">
          <ac:chgData name="Zheng Fei" userId="d19317889db4c986" providerId="LiveId" clId="{F7968E7F-5AAF-AF48-AA60-9BF97F409E57}" dt="2022-03-31T15:06:02.763" v="859" actId="2711"/>
          <ac:spMkLst>
            <pc:docMk/>
            <pc:sldMk cId="0" sldId="273"/>
            <ac:spMk id="16" creationId="{3FAA9B6C-B55E-8946-AD4F-E63525110E76}"/>
          </ac:spMkLst>
        </pc:spChg>
        <pc:graphicFrameChg chg="add mod">
          <ac:chgData name="Zheng Fei" userId="d19317889db4c986" providerId="LiveId" clId="{F7968E7F-5AAF-AF48-AA60-9BF97F409E57}" dt="2022-03-31T15:05:56.362" v="857" actId="1076"/>
          <ac:graphicFrameMkLst>
            <pc:docMk/>
            <pc:sldMk cId="0" sldId="273"/>
            <ac:graphicFrameMk id="14" creationId="{DC76B9A7-041A-BD48-B3DA-A5C709917CF1}"/>
          </ac:graphicFrameMkLst>
        </pc:graphicFrameChg>
        <pc:cxnChg chg="add mod">
          <ac:chgData name="Zheng Fei" userId="d19317889db4c986" providerId="LiveId" clId="{F7968E7F-5AAF-AF48-AA60-9BF97F409E57}" dt="2022-03-31T15:05:52.382" v="856" actId="1076"/>
          <ac:cxnSpMkLst>
            <pc:docMk/>
            <pc:sldMk cId="0" sldId="273"/>
            <ac:cxnSpMk id="15" creationId="{FFCB3870-80F1-1C42-A626-4A13579D3E56}"/>
          </ac:cxnSpMkLst>
        </pc:cxnChg>
      </pc:sldChg>
      <pc:sldChg chg="addSp delSp modSp mod">
        <pc:chgData name="Zheng Fei" userId="d19317889db4c986" providerId="LiveId" clId="{F7968E7F-5AAF-AF48-AA60-9BF97F409E57}" dt="2022-03-31T17:01:45.947" v="1680" actId="1076"/>
        <pc:sldMkLst>
          <pc:docMk/>
          <pc:sldMk cId="0" sldId="274"/>
        </pc:sldMkLst>
        <pc:spChg chg="del">
          <ac:chgData name="Zheng Fei" userId="d19317889db4c986" providerId="LiveId" clId="{F7968E7F-5AAF-AF48-AA60-9BF97F409E57}" dt="2022-03-31T16:21:48.083" v="1260" actId="478"/>
          <ac:spMkLst>
            <pc:docMk/>
            <pc:sldMk cId="0" sldId="274"/>
            <ac:spMk id="20487" creationId="{4145582C-8F5A-D141-8806-EC9DF343CE06}"/>
          </ac:spMkLst>
        </pc:spChg>
        <pc:spChg chg="mod">
          <ac:chgData name="Zheng Fei" userId="d19317889db4c986" providerId="LiveId" clId="{F7968E7F-5AAF-AF48-AA60-9BF97F409E57}" dt="2022-03-31T16:21:53.318" v="1261" actId="1076"/>
          <ac:spMkLst>
            <pc:docMk/>
            <pc:sldMk cId="0" sldId="274"/>
            <ac:spMk id="20492" creationId="{0204EA60-8365-064E-9795-57CEAAA9B9E9}"/>
          </ac:spMkLst>
        </pc:spChg>
        <pc:spChg chg="mod">
          <ac:chgData name="Zheng Fei" userId="d19317889db4c986" providerId="LiveId" clId="{F7968E7F-5AAF-AF48-AA60-9BF97F409E57}" dt="2022-03-31T17:01:36.006" v="1678" actId="1076"/>
          <ac:spMkLst>
            <pc:docMk/>
            <pc:sldMk cId="0" sldId="274"/>
            <ac:spMk id="20495" creationId="{52DACF16-B865-F047-B154-BF5F29ADCAD0}"/>
          </ac:spMkLst>
        </pc:spChg>
        <pc:graphicFrameChg chg="add mod">
          <ac:chgData name="Zheng Fei" userId="d19317889db4c986" providerId="LiveId" clId="{F7968E7F-5AAF-AF48-AA60-9BF97F409E57}" dt="2022-03-31T17:01:45.947" v="1680" actId="1076"/>
          <ac:graphicFrameMkLst>
            <pc:docMk/>
            <pc:sldMk cId="0" sldId="274"/>
            <ac:graphicFrameMk id="9" creationId="{ADAF8CD0-BA70-D04B-93BC-1736D2F2AA84}"/>
          </ac:graphicFrameMkLst>
        </pc:graphicFrameChg>
        <pc:graphicFrameChg chg="add mod">
          <ac:chgData name="Zheng Fei" userId="d19317889db4c986" providerId="LiveId" clId="{F7968E7F-5AAF-AF48-AA60-9BF97F409E57}" dt="2022-03-31T17:01:41.609" v="1679" actId="1076"/>
          <ac:graphicFrameMkLst>
            <pc:docMk/>
            <pc:sldMk cId="0" sldId="274"/>
            <ac:graphicFrameMk id="10" creationId="{8904A0F6-2FA2-E64E-9557-814668331E5F}"/>
          </ac:graphicFrameMkLst>
        </pc:graphicFrameChg>
        <pc:graphicFrameChg chg="mod">
          <ac:chgData name="Zheng Fei" userId="d19317889db4c986" providerId="LiveId" clId="{F7968E7F-5AAF-AF48-AA60-9BF97F409E57}" dt="2022-03-31T17:01:36.006" v="1678" actId="1076"/>
          <ac:graphicFrameMkLst>
            <pc:docMk/>
            <pc:sldMk cId="0" sldId="274"/>
            <ac:graphicFrameMk id="18" creationId="{E5B05C7A-3C44-7746-BDD9-CB3F26561EC2}"/>
          </ac:graphicFrameMkLst>
        </pc:graphicFrameChg>
        <pc:graphicFrameChg chg="del">
          <ac:chgData name="Zheng Fei" userId="d19317889db4c986" providerId="LiveId" clId="{F7968E7F-5AAF-AF48-AA60-9BF97F409E57}" dt="2022-03-31T16:21:44.078" v="1259" actId="478"/>
          <ac:graphicFrameMkLst>
            <pc:docMk/>
            <pc:sldMk cId="0" sldId="274"/>
            <ac:graphicFrameMk id="20488" creationId="{4CAAE428-B864-6944-B47D-D9F3FCE7613A}"/>
          </ac:graphicFrameMkLst>
        </pc:graphicFrameChg>
        <pc:graphicFrameChg chg="del mod">
          <ac:chgData name="Zheng Fei" userId="d19317889db4c986" providerId="LiveId" clId="{F7968E7F-5AAF-AF48-AA60-9BF97F409E57}" dt="2022-03-31T16:21:44.078" v="1259" actId="478"/>
          <ac:graphicFrameMkLst>
            <pc:docMk/>
            <pc:sldMk cId="0" sldId="274"/>
            <ac:graphicFrameMk id="20489" creationId="{45EAA06F-6F58-7842-90CF-C49F70517DA2}"/>
          </ac:graphicFrameMkLst>
        </pc:graphicFrameChg>
        <pc:graphicFrameChg chg="del">
          <ac:chgData name="Zheng Fei" userId="d19317889db4c986" providerId="LiveId" clId="{F7968E7F-5AAF-AF48-AA60-9BF97F409E57}" dt="2022-03-31T16:21:44.078" v="1259" actId="478"/>
          <ac:graphicFrameMkLst>
            <pc:docMk/>
            <pc:sldMk cId="0" sldId="274"/>
            <ac:graphicFrameMk id="20490" creationId="{FC069273-79B0-C24D-B6D6-D8CF02F6A335}"/>
          </ac:graphicFrameMkLst>
        </pc:graphicFrameChg>
        <pc:graphicFrameChg chg="mod">
          <ac:chgData name="Zheng Fei" userId="d19317889db4c986" providerId="LiveId" clId="{F7968E7F-5AAF-AF48-AA60-9BF97F409E57}" dt="2022-03-31T16:21:53.318" v="1261" actId="1076"/>
          <ac:graphicFrameMkLst>
            <pc:docMk/>
            <pc:sldMk cId="0" sldId="274"/>
            <ac:graphicFrameMk id="20493" creationId="{79D7C027-B237-BC47-A3F6-72A1FE556724}"/>
          </ac:graphicFrameMkLst>
        </pc:graphicFrameChg>
        <pc:graphicFrameChg chg="mod">
          <ac:chgData name="Zheng Fei" userId="d19317889db4c986" providerId="LiveId" clId="{F7968E7F-5AAF-AF48-AA60-9BF97F409E57}" dt="2022-03-31T17:01:16.587" v="1674" actId="1076"/>
          <ac:graphicFrameMkLst>
            <pc:docMk/>
            <pc:sldMk cId="0" sldId="274"/>
            <ac:graphicFrameMk id="20494" creationId="{D11CFBEE-A239-9E48-A2C2-C33AA0A46250}"/>
          </ac:graphicFrameMkLst>
        </pc:graphicFrameChg>
        <pc:graphicFrameChg chg="mod">
          <ac:chgData name="Zheng Fei" userId="d19317889db4c986" providerId="LiveId" clId="{F7968E7F-5AAF-AF48-AA60-9BF97F409E57}" dt="2022-03-31T17:01:36.006" v="1678" actId="1076"/>
          <ac:graphicFrameMkLst>
            <pc:docMk/>
            <pc:sldMk cId="0" sldId="274"/>
            <ac:graphicFrameMk id="20497" creationId="{142A9C3B-1F29-D642-AC1C-CD4A634E243D}"/>
          </ac:graphicFrameMkLst>
        </pc:graphicFrameChg>
      </pc:sldChg>
      <pc:sldChg chg="modSp mod">
        <pc:chgData name="Zheng Fei" userId="d19317889db4c986" providerId="LiveId" clId="{F7968E7F-5AAF-AF48-AA60-9BF97F409E57}" dt="2022-03-31T16:24:47.786" v="1282" actId="6549"/>
        <pc:sldMkLst>
          <pc:docMk/>
          <pc:sldMk cId="3894190169" sldId="275"/>
        </pc:sldMkLst>
        <pc:spChg chg="mod">
          <ac:chgData name="Zheng Fei" userId="d19317889db4c986" providerId="LiveId" clId="{F7968E7F-5AAF-AF48-AA60-9BF97F409E57}" dt="2022-03-31T16:24:32.051" v="1273" actId="1076"/>
          <ac:spMkLst>
            <pc:docMk/>
            <pc:sldMk cId="3894190169" sldId="275"/>
            <ac:spMk id="21512" creationId="{5A30C53E-8034-C64D-AF9F-082C09F8FD94}"/>
          </ac:spMkLst>
        </pc:spChg>
        <pc:spChg chg="mod">
          <ac:chgData name="Zheng Fei" userId="d19317889db4c986" providerId="LiveId" clId="{F7968E7F-5AAF-AF48-AA60-9BF97F409E57}" dt="2022-03-31T16:24:47.786" v="1282" actId="6549"/>
          <ac:spMkLst>
            <pc:docMk/>
            <pc:sldMk cId="3894190169" sldId="275"/>
            <ac:spMk id="21515" creationId="{70A25400-F335-EC49-B6D0-11DFB427944C}"/>
          </ac:spMkLst>
        </pc:spChg>
        <pc:grpChg chg="mod">
          <ac:chgData name="Zheng Fei" userId="d19317889db4c986" providerId="LiveId" clId="{F7968E7F-5AAF-AF48-AA60-9BF97F409E57}" dt="2022-03-31T16:24:32.051" v="1273" actId="1076"/>
          <ac:grpSpMkLst>
            <pc:docMk/>
            <pc:sldMk cId="3894190169" sldId="275"/>
            <ac:grpSpMk id="21521" creationId="{86BE5FD3-F666-B640-8AA0-B768EAEB31A9}"/>
          </ac:grpSpMkLst>
        </pc:grpChg>
        <pc:graphicFrameChg chg="mod">
          <ac:chgData name="Zheng Fei" userId="d19317889db4c986" providerId="LiveId" clId="{F7968E7F-5AAF-AF48-AA60-9BF97F409E57}" dt="2022-03-31T16:24:32.051" v="1273" actId="1076"/>
          <ac:graphicFrameMkLst>
            <pc:docMk/>
            <pc:sldMk cId="3894190169" sldId="275"/>
            <ac:graphicFrameMk id="21513" creationId="{59464954-106A-6849-8B14-B6CA15744D0A}"/>
          </ac:graphicFrameMkLst>
        </pc:graphicFrameChg>
        <pc:graphicFrameChg chg="mod">
          <ac:chgData name="Zheng Fei" userId="d19317889db4c986" providerId="LiveId" clId="{F7968E7F-5AAF-AF48-AA60-9BF97F409E57}" dt="2022-03-31T16:24:34.722" v="1274" actId="1076"/>
          <ac:graphicFrameMkLst>
            <pc:docMk/>
            <pc:sldMk cId="3894190169" sldId="275"/>
            <ac:graphicFrameMk id="21514" creationId="{8DA1ECD5-E3D0-ED4F-BB9A-5626A1A2663A}"/>
          </ac:graphicFrameMkLst>
        </pc:graphicFrameChg>
      </pc:sldChg>
      <pc:sldChg chg="addSp modSp mod">
        <pc:chgData name="Zheng Fei" userId="d19317889db4c986" providerId="LiveId" clId="{F7968E7F-5AAF-AF48-AA60-9BF97F409E57}" dt="2022-03-31T17:31:52.682" v="2378" actId="255"/>
        <pc:sldMkLst>
          <pc:docMk/>
          <pc:sldMk cId="0" sldId="277"/>
        </pc:sldMkLst>
        <pc:spChg chg="add mod">
          <ac:chgData name="Zheng Fei" userId="d19317889db4c986" providerId="LiveId" clId="{F7968E7F-5AAF-AF48-AA60-9BF97F409E57}" dt="2022-03-31T17:23:18.347" v="2157" actId="1582"/>
          <ac:spMkLst>
            <pc:docMk/>
            <pc:sldMk cId="0" sldId="277"/>
            <ac:spMk id="2" creationId="{3B87F74F-1663-984A-8DE3-F36BE0986126}"/>
          </ac:spMkLst>
        </pc:spChg>
        <pc:spChg chg="add mod">
          <ac:chgData name="Zheng Fei" userId="d19317889db4c986" providerId="LiveId" clId="{F7968E7F-5AAF-AF48-AA60-9BF97F409E57}" dt="2022-03-31T17:31:43.301" v="2375" actId="207"/>
          <ac:spMkLst>
            <pc:docMk/>
            <pc:sldMk cId="0" sldId="277"/>
            <ac:spMk id="3" creationId="{17872325-7BA2-3149-B5D0-63BD8049C031}"/>
          </ac:spMkLst>
        </pc:spChg>
        <pc:spChg chg="add mod">
          <ac:chgData name="Zheng Fei" userId="d19317889db4c986" providerId="LiveId" clId="{F7968E7F-5AAF-AF48-AA60-9BF97F409E57}" dt="2022-03-31T17:31:52.682" v="2378" actId="255"/>
          <ac:spMkLst>
            <pc:docMk/>
            <pc:sldMk cId="0" sldId="277"/>
            <ac:spMk id="4" creationId="{AB39B885-B320-054F-A0AA-1D772E7E6FF6}"/>
          </ac:spMkLst>
        </pc:spChg>
        <pc:spChg chg="mod">
          <ac:chgData name="Zheng Fei" userId="d19317889db4c986" providerId="LiveId" clId="{F7968E7F-5AAF-AF48-AA60-9BF97F409E57}" dt="2022-03-31T16:25:38.245" v="1286" actId="114"/>
          <ac:spMkLst>
            <pc:docMk/>
            <pc:sldMk cId="0" sldId="277"/>
            <ac:spMk id="24579" creationId="{F3FF418B-869D-4142-960F-3D8443CB89C8}"/>
          </ac:spMkLst>
        </pc:spChg>
      </pc:sldChg>
      <pc:sldChg chg="modSp mod ord">
        <pc:chgData name="Zheng Fei" userId="d19317889db4c986" providerId="LiveId" clId="{F7968E7F-5AAF-AF48-AA60-9BF97F409E57}" dt="2022-03-31T17:40:00.177" v="2545" actId="20578"/>
        <pc:sldMkLst>
          <pc:docMk/>
          <pc:sldMk cId="0" sldId="278"/>
        </pc:sldMkLst>
        <pc:spChg chg="mod">
          <ac:chgData name="Zheng Fei" userId="d19317889db4c986" providerId="LiveId" clId="{F7968E7F-5AAF-AF48-AA60-9BF97F409E57}" dt="2022-03-31T16:27:20.416" v="1287" actId="114"/>
          <ac:spMkLst>
            <pc:docMk/>
            <pc:sldMk cId="0" sldId="278"/>
            <ac:spMk id="9229" creationId="{24453234-7060-A443-AF79-9A438408F62C}"/>
          </ac:spMkLst>
        </pc:spChg>
        <pc:spChg chg="mod">
          <ac:chgData name="Zheng Fei" userId="d19317889db4c986" providerId="LiveId" clId="{F7968E7F-5AAF-AF48-AA60-9BF97F409E57}" dt="2022-03-31T16:27:22.764" v="1288" actId="114"/>
          <ac:spMkLst>
            <pc:docMk/>
            <pc:sldMk cId="0" sldId="278"/>
            <ac:spMk id="9236" creationId="{2D3E34D3-0C0F-D043-A4A7-735E9BB3AE65}"/>
          </ac:spMkLst>
        </pc:spChg>
      </pc:sldChg>
      <pc:sldChg chg="modSp mod">
        <pc:chgData name="Zheng Fei" userId="d19317889db4c986" providerId="LiveId" clId="{F7968E7F-5AAF-AF48-AA60-9BF97F409E57}" dt="2022-03-31T17:25:58.141" v="2223" actId="207"/>
        <pc:sldMkLst>
          <pc:docMk/>
          <pc:sldMk cId="0" sldId="285"/>
        </pc:sldMkLst>
        <pc:spChg chg="mod">
          <ac:chgData name="Zheng Fei" userId="d19317889db4c986" providerId="LiveId" clId="{F7968E7F-5AAF-AF48-AA60-9BF97F409E57}" dt="2022-03-31T16:25:21.645" v="1283" actId="114"/>
          <ac:spMkLst>
            <pc:docMk/>
            <pc:sldMk cId="0" sldId="285"/>
            <ac:spMk id="5130" creationId="{F3946031-7723-714F-889B-F11A91704B0B}"/>
          </ac:spMkLst>
        </pc:spChg>
        <pc:spChg chg="mod">
          <ac:chgData name="Zheng Fei" userId="d19317889db4c986" providerId="LiveId" clId="{F7968E7F-5AAF-AF48-AA60-9BF97F409E57}" dt="2022-03-31T16:25:24.474" v="1284" actId="114"/>
          <ac:spMkLst>
            <pc:docMk/>
            <pc:sldMk cId="0" sldId="285"/>
            <ac:spMk id="5137" creationId="{030537E1-F561-0443-BBA7-0A180F17B8C1}"/>
          </ac:spMkLst>
        </pc:spChg>
        <pc:spChg chg="mod">
          <ac:chgData name="Zheng Fei" userId="d19317889db4c986" providerId="LiveId" clId="{F7968E7F-5AAF-AF48-AA60-9BF97F409E57}" dt="2022-03-31T17:25:58.141" v="2223" actId="207"/>
          <ac:spMkLst>
            <pc:docMk/>
            <pc:sldMk cId="0" sldId="285"/>
            <ac:spMk id="6167" creationId="{BD34B6A3-0E4C-7445-84EA-3D105F3C56D2}"/>
          </ac:spMkLst>
        </pc:spChg>
      </pc:sldChg>
      <pc:sldChg chg="ord">
        <pc:chgData name="Zheng Fei" userId="d19317889db4c986" providerId="LiveId" clId="{F7968E7F-5AAF-AF48-AA60-9BF97F409E57}" dt="2022-03-31T17:39:21.052" v="2544" actId="20578"/>
        <pc:sldMkLst>
          <pc:docMk/>
          <pc:sldMk cId="0" sldId="286"/>
        </pc:sldMkLst>
      </pc:sldChg>
      <pc:sldChg chg="addSp delSp modSp mod modAnim">
        <pc:chgData name="Zheng Fei" userId="d19317889db4c986" providerId="LiveId" clId="{F7968E7F-5AAF-AF48-AA60-9BF97F409E57}" dt="2022-03-31T16:39:38.269" v="1306" actId="478"/>
        <pc:sldMkLst>
          <pc:docMk/>
          <pc:sldMk cId="3478597923" sldId="287"/>
        </pc:sldMkLst>
        <pc:spChg chg="del">
          <ac:chgData name="Zheng Fei" userId="d19317889db4c986" providerId="LiveId" clId="{F7968E7F-5AAF-AF48-AA60-9BF97F409E57}" dt="2022-03-31T16:29:32.542" v="1290" actId="478"/>
          <ac:spMkLst>
            <pc:docMk/>
            <pc:sldMk cId="3478597923" sldId="287"/>
            <ac:spMk id="2" creationId="{8015D718-3568-6146-9792-BA3DD410B78F}"/>
          </ac:spMkLst>
        </pc:spChg>
        <pc:spChg chg="add mod">
          <ac:chgData name="Zheng Fei" userId="d19317889db4c986" providerId="LiveId" clId="{F7968E7F-5AAF-AF48-AA60-9BF97F409E57}" dt="2022-03-31T16:30:07.721" v="1298" actId="114"/>
          <ac:spMkLst>
            <pc:docMk/>
            <pc:sldMk cId="3478597923" sldId="287"/>
            <ac:spMk id="3" creationId="{3D122640-F829-254A-9A6C-35906408F7A3}"/>
          </ac:spMkLst>
        </pc:spChg>
        <pc:spChg chg="add del mod">
          <ac:chgData name="Zheng Fei" userId="d19317889db4c986" providerId="LiveId" clId="{F7968E7F-5AAF-AF48-AA60-9BF97F409E57}" dt="2022-03-31T16:39:36.574" v="1305" actId="478"/>
          <ac:spMkLst>
            <pc:docMk/>
            <pc:sldMk cId="3478597923" sldId="287"/>
            <ac:spMk id="4" creationId="{23731652-662A-944E-8699-54567746B89A}"/>
          </ac:spMkLst>
        </pc:spChg>
        <pc:spChg chg="add mod">
          <ac:chgData name="Zheng Fei" userId="d19317889db4c986" providerId="LiveId" clId="{F7968E7F-5AAF-AF48-AA60-9BF97F409E57}" dt="2022-03-31T16:30:03.730" v="1297" actId="2711"/>
          <ac:spMkLst>
            <pc:docMk/>
            <pc:sldMk cId="3478597923" sldId="287"/>
            <ac:spMk id="7" creationId="{CDCECCBD-BDAC-5745-8173-E54DAED78055}"/>
          </ac:spMkLst>
        </pc:spChg>
        <pc:spChg chg="add del mod">
          <ac:chgData name="Zheng Fei" userId="d19317889db4c986" providerId="LiveId" clId="{F7968E7F-5AAF-AF48-AA60-9BF97F409E57}" dt="2022-03-31T16:39:38.269" v="1306" actId="478"/>
          <ac:spMkLst>
            <pc:docMk/>
            <pc:sldMk cId="3478597923" sldId="287"/>
            <ac:spMk id="8" creationId="{87289E24-6E66-DC46-B9D2-AE0E39AB7D05}"/>
          </ac:spMkLst>
        </pc:spChg>
        <pc:spChg chg="add mod">
          <ac:chgData name="Zheng Fei" userId="d19317889db4c986" providerId="LiveId" clId="{F7968E7F-5AAF-AF48-AA60-9BF97F409E57}" dt="2022-03-31T16:29:54.713" v="1295" actId="12788"/>
          <ac:spMkLst>
            <pc:docMk/>
            <pc:sldMk cId="3478597923" sldId="287"/>
            <ac:spMk id="10" creationId="{7E5B9FA5-AF45-3E41-A155-EFABB75D79B1}"/>
          </ac:spMkLst>
        </pc:spChg>
        <pc:graphicFrameChg chg="add mod">
          <ac:chgData name="Zheng Fei" userId="d19317889db4c986" providerId="LiveId" clId="{F7968E7F-5AAF-AF48-AA60-9BF97F409E57}" dt="2022-03-31T16:30:03.730" v="1297" actId="2711"/>
          <ac:graphicFrameMkLst>
            <pc:docMk/>
            <pc:sldMk cId="3478597923" sldId="287"/>
            <ac:graphicFrameMk id="5" creationId="{64201822-E8F3-414F-8149-B8A4E2BF3CA2}"/>
          </ac:graphicFrameMkLst>
        </pc:graphicFrameChg>
        <pc:graphicFrameChg chg="add mod">
          <ac:chgData name="Zheng Fei" userId="d19317889db4c986" providerId="LiveId" clId="{F7968E7F-5AAF-AF48-AA60-9BF97F409E57}" dt="2022-03-31T16:30:03.730" v="1297" actId="2711"/>
          <ac:graphicFrameMkLst>
            <pc:docMk/>
            <pc:sldMk cId="3478597923" sldId="287"/>
            <ac:graphicFrameMk id="6" creationId="{FFF6AE18-9740-D94F-96D8-E06E4E19BFD2}"/>
          </ac:graphicFrameMkLst>
        </pc:graphicFrameChg>
        <pc:graphicFrameChg chg="add mod">
          <ac:chgData name="Zheng Fei" userId="d19317889db4c986" providerId="LiveId" clId="{F7968E7F-5AAF-AF48-AA60-9BF97F409E57}" dt="2022-03-31T16:30:03.730" v="1297" actId="2711"/>
          <ac:graphicFrameMkLst>
            <pc:docMk/>
            <pc:sldMk cId="3478597923" sldId="287"/>
            <ac:graphicFrameMk id="9" creationId="{B2B0E0B5-1A73-4448-AF10-E7045FDA6299}"/>
          </ac:graphicFrameMkLst>
        </pc:graphicFrameChg>
      </pc:sldChg>
      <pc:sldChg chg="addSp delSp modSp mod modAnim">
        <pc:chgData name="Zheng Fei" userId="d19317889db4c986" providerId="LiveId" clId="{F7968E7F-5AAF-AF48-AA60-9BF97F409E57}" dt="2022-03-31T16:47:58.058" v="1461" actId="1076"/>
        <pc:sldMkLst>
          <pc:docMk/>
          <pc:sldMk cId="2984840073" sldId="288"/>
        </pc:sldMkLst>
        <pc:spChg chg="add mod">
          <ac:chgData name="Zheng Fei" userId="d19317889db4c986" providerId="LiveId" clId="{F7968E7F-5AAF-AF48-AA60-9BF97F409E57}" dt="2022-03-31T16:39:53.105" v="1318" actId="20577"/>
          <ac:spMkLst>
            <pc:docMk/>
            <pc:sldMk cId="2984840073" sldId="288"/>
            <ac:spMk id="3" creationId="{FF024E3B-7AE1-7B4A-97AD-B55AA1601F84}"/>
          </ac:spMkLst>
        </pc:spChg>
        <pc:spChg chg="add del mod">
          <ac:chgData name="Zheng Fei" userId="d19317889db4c986" providerId="LiveId" clId="{F7968E7F-5AAF-AF48-AA60-9BF97F409E57}" dt="2022-03-31T16:40:29.719" v="1324" actId="478"/>
          <ac:spMkLst>
            <pc:docMk/>
            <pc:sldMk cId="2984840073" sldId="288"/>
            <ac:spMk id="4" creationId="{41F99CD8-9E94-EB49-BD39-CF23D4FF3F7D}"/>
          </ac:spMkLst>
        </pc:spChg>
        <pc:spChg chg="add mod">
          <ac:chgData name="Zheng Fei" userId="d19317889db4c986" providerId="LiveId" clId="{F7968E7F-5AAF-AF48-AA60-9BF97F409E57}" dt="2022-03-31T16:42:32.725" v="1391" actId="16959"/>
          <ac:spMkLst>
            <pc:docMk/>
            <pc:sldMk cId="2984840073" sldId="288"/>
            <ac:spMk id="5" creationId="{08B88BA0-9970-854B-B37E-CD16EA9C9F2F}"/>
          </ac:spMkLst>
        </pc:spChg>
        <pc:spChg chg="add mod">
          <ac:chgData name="Zheng Fei" userId="d19317889db4c986" providerId="LiveId" clId="{F7968E7F-5AAF-AF48-AA60-9BF97F409E57}" dt="2022-03-31T16:47:58.058" v="1461" actId="1076"/>
          <ac:spMkLst>
            <pc:docMk/>
            <pc:sldMk cId="2984840073" sldId="288"/>
            <ac:spMk id="6" creationId="{6D51FFDC-5B59-9343-9F87-665D3153F70B}"/>
          </ac:spMkLst>
        </pc:spChg>
      </pc:sldChg>
      <pc:sldChg chg="modSp mod">
        <pc:chgData name="Zheng Fei" userId="d19317889db4c986" providerId="LiveId" clId="{F7968E7F-5AAF-AF48-AA60-9BF97F409E57}" dt="2022-03-31T16:59:29.061" v="1661" actId="207"/>
        <pc:sldMkLst>
          <pc:docMk/>
          <pc:sldMk cId="3146486476" sldId="289"/>
        </pc:sldMkLst>
        <pc:spChg chg="mod">
          <ac:chgData name="Zheng Fei" userId="d19317889db4c986" providerId="LiveId" clId="{F7968E7F-5AAF-AF48-AA60-9BF97F409E57}" dt="2022-03-31T16:59:29.061" v="1661" actId="207"/>
          <ac:spMkLst>
            <pc:docMk/>
            <pc:sldMk cId="3146486476" sldId="289"/>
            <ac:spMk id="20483" creationId="{714679DF-8757-054D-893E-156D84377E2C}"/>
          </ac:spMkLst>
        </pc:spChg>
        <pc:grpChg chg="mod">
          <ac:chgData name="Zheng Fei" userId="d19317889db4c986" providerId="LiveId" clId="{F7968E7F-5AAF-AF48-AA60-9BF97F409E57}" dt="2022-03-31T15:26:41.622" v="1220" actId="1076"/>
          <ac:grpSpMkLst>
            <pc:docMk/>
            <pc:sldMk cId="3146486476" sldId="289"/>
            <ac:grpSpMk id="2" creationId="{C95FD0B2-13C7-B74F-9906-7D13DF02BECC}"/>
          </ac:grpSpMkLst>
        </pc:grpChg>
        <pc:graphicFrameChg chg="mod">
          <ac:chgData name="Zheng Fei" userId="d19317889db4c986" providerId="LiveId" clId="{F7968E7F-5AAF-AF48-AA60-9BF97F409E57}" dt="2022-03-31T16:01:57.459" v="1226" actId="1037"/>
          <ac:graphicFrameMkLst>
            <pc:docMk/>
            <pc:sldMk cId="3146486476" sldId="289"/>
            <ac:graphicFrameMk id="20484" creationId="{F9DD2FEF-B999-4544-9E8D-2A38C72A251D}"/>
          </ac:graphicFrameMkLst>
        </pc:graphicFrameChg>
        <pc:graphicFrameChg chg="mod">
          <ac:chgData name="Zheng Fei" userId="d19317889db4c986" providerId="LiveId" clId="{F7968E7F-5AAF-AF48-AA60-9BF97F409E57}" dt="2022-03-31T15:26:41.622" v="1220" actId="1076"/>
          <ac:graphicFrameMkLst>
            <pc:docMk/>
            <pc:sldMk cId="3146486476" sldId="289"/>
            <ac:graphicFrameMk id="20485" creationId="{43408BF4-FAF0-4146-806C-78A0FC509FE3}"/>
          </ac:graphicFrameMkLst>
        </pc:graphicFrameChg>
        <pc:graphicFrameChg chg="mod">
          <ac:chgData name="Zheng Fei" userId="d19317889db4c986" providerId="LiveId" clId="{F7968E7F-5AAF-AF48-AA60-9BF97F409E57}" dt="2022-03-31T16:20:09.668" v="1253" actId="1037"/>
          <ac:graphicFrameMkLst>
            <pc:docMk/>
            <pc:sldMk cId="3146486476" sldId="289"/>
            <ac:graphicFrameMk id="20486" creationId="{28C8306D-6A81-F24E-A566-B3AD8BA3E470}"/>
          </ac:graphicFrameMkLst>
        </pc:graphicFrameChg>
      </pc:sldChg>
      <pc:sldChg chg="addSp delSp modSp mod">
        <pc:chgData name="Zheng Fei" userId="d19317889db4c986" providerId="LiveId" clId="{F7968E7F-5AAF-AF48-AA60-9BF97F409E57}" dt="2022-04-07T14:31:16.693" v="2695" actId="14100"/>
        <pc:sldMkLst>
          <pc:docMk/>
          <pc:sldMk cId="535438541" sldId="290"/>
        </pc:sldMkLst>
        <pc:spChg chg="del mod">
          <ac:chgData name="Zheng Fei" userId="d19317889db4c986" providerId="LiveId" clId="{F7968E7F-5AAF-AF48-AA60-9BF97F409E57}" dt="2022-03-31T17:03:57.059" v="1683" actId="478"/>
          <ac:spMkLst>
            <pc:docMk/>
            <pc:sldMk cId="535438541" sldId="290"/>
            <ac:spMk id="2" creationId="{8015D718-3568-6146-9792-BA3DD410B78F}"/>
          </ac:spMkLst>
        </pc:spChg>
        <pc:spChg chg="add mod">
          <ac:chgData name="Zheng Fei" userId="d19317889db4c986" providerId="LiveId" clId="{F7968E7F-5AAF-AF48-AA60-9BF97F409E57}" dt="2022-03-31T16:52:33.172" v="1586" actId="1037"/>
          <ac:spMkLst>
            <pc:docMk/>
            <pc:sldMk cId="535438541" sldId="290"/>
            <ac:spMk id="7" creationId="{4F74845C-AA10-3245-B1FA-C389F89944A5}"/>
          </ac:spMkLst>
        </pc:spChg>
        <pc:spChg chg="add mod">
          <ac:chgData name="Zheng Fei" userId="d19317889db4c986" providerId="LiveId" clId="{F7968E7F-5AAF-AF48-AA60-9BF97F409E57}" dt="2022-03-31T16:52:33.172" v="1586" actId="1037"/>
          <ac:spMkLst>
            <pc:docMk/>
            <pc:sldMk cId="535438541" sldId="290"/>
            <ac:spMk id="10" creationId="{0F07D0CE-54A4-F34B-9C85-EF0F79C4501B}"/>
          </ac:spMkLst>
        </pc:spChg>
        <pc:spChg chg="add mod">
          <ac:chgData name="Zheng Fei" userId="d19317889db4c986" providerId="LiveId" clId="{F7968E7F-5AAF-AF48-AA60-9BF97F409E57}" dt="2022-03-31T16:51:57.938" v="1547" actId="1035"/>
          <ac:spMkLst>
            <pc:docMk/>
            <pc:sldMk cId="535438541" sldId="290"/>
            <ac:spMk id="11" creationId="{F0B7953C-C383-DC4D-B4A9-AEA484721237}"/>
          </ac:spMkLst>
        </pc:spChg>
        <pc:spChg chg="add mod">
          <ac:chgData name="Zheng Fei" userId="d19317889db4c986" providerId="LiveId" clId="{F7968E7F-5AAF-AF48-AA60-9BF97F409E57}" dt="2022-03-31T16:52:18.862" v="1572" actId="1038"/>
          <ac:spMkLst>
            <pc:docMk/>
            <pc:sldMk cId="535438541" sldId="290"/>
            <ac:spMk id="12" creationId="{5D475C8F-84DE-394D-B0AF-18D30244B881}"/>
          </ac:spMkLst>
        </pc:spChg>
        <pc:spChg chg="add mod">
          <ac:chgData name="Zheng Fei" userId="d19317889db4c986" providerId="LiveId" clId="{F7968E7F-5AAF-AF48-AA60-9BF97F409E57}" dt="2022-03-31T16:52:23.823" v="1580" actId="1038"/>
          <ac:spMkLst>
            <pc:docMk/>
            <pc:sldMk cId="535438541" sldId="290"/>
            <ac:spMk id="13" creationId="{76E5F286-78A9-C44A-9FBC-E58E059C34B1}"/>
          </ac:spMkLst>
        </pc:spChg>
        <pc:spChg chg="add mod">
          <ac:chgData name="Zheng Fei" userId="d19317889db4c986" providerId="LiveId" clId="{F7968E7F-5AAF-AF48-AA60-9BF97F409E57}" dt="2022-03-31T16:51:52.408" v="1536" actId="403"/>
          <ac:spMkLst>
            <pc:docMk/>
            <pc:sldMk cId="535438541" sldId="290"/>
            <ac:spMk id="14" creationId="{9413C314-4685-1145-AFBC-894427B950D2}"/>
          </ac:spMkLst>
        </pc:spChg>
        <pc:spChg chg="add mod">
          <ac:chgData name="Zheng Fei" userId="d19317889db4c986" providerId="LiveId" clId="{F7968E7F-5AAF-AF48-AA60-9BF97F409E57}" dt="2022-03-31T16:52:18.862" v="1572" actId="1038"/>
          <ac:spMkLst>
            <pc:docMk/>
            <pc:sldMk cId="535438541" sldId="290"/>
            <ac:spMk id="15" creationId="{4A384A25-94E1-3C43-BECA-C52045D48585}"/>
          </ac:spMkLst>
        </pc:spChg>
        <pc:spChg chg="add mod">
          <ac:chgData name="Zheng Fei" userId="d19317889db4c986" providerId="LiveId" clId="{F7968E7F-5AAF-AF48-AA60-9BF97F409E57}" dt="2022-03-31T16:52:23.823" v="1580" actId="1038"/>
          <ac:spMkLst>
            <pc:docMk/>
            <pc:sldMk cId="535438541" sldId="290"/>
            <ac:spMk id="16" creationId="{C3E5E77D-5184-FF4E-B367-7434C7FBB8FE}"/>
          </ac:spMkLst>
        </pc:spChg>
        <pc:spChg chg="add mod">
          <ac:chgData name="Zheng Fei" userId="d19317889db4c986" providerId="LiveId" clId="{F7968E7F-5AAF-AF48-AA60-9BF97F409E57}" dt="2022-03-31T17:03:57.658" v="1684"/>
          <ac:spMkLst>
            <pc:docMk/>
            <pc:sldMk cId="535438541" sldId="290"/>
            <ac:spMk id="17" creationId="{714BD549-89D0-F347-9BA1-2404084556A6}"/>
          </ac:spMkLst>
        </pc:spChg>
        <pc:spChg chg="add mod">
          <ac:chgData name="Zheng Fei" userId="d19317889db4c986" providerId="LiveId" clId="{F7968E7F-5AAF-AF48-AA60-9BF97F409E57}" dt="2022-03-31T16:55:00.007" v="1626" actId="115"/>
          <ac:spMkLst>
            <pc:docMk/>
            <pc:sldMk cId="535438541" sldId="290"/>
            <ac:spMk id="18" creationId="{FCA1D7B4-F1D0-A248-8B65-4D8DC699640B}"/>
          </ac:spMkLst>
        </pc:spChg>
        <pc:spChg chg="add del mod">
          <ac:chgData name="Zheng Fei" userId="d19317889db4c986" providerId="LiveId" clId="{F7968E7F-5AAF-AF48-AA60-9BF97F409E57}" dt="2022-03-31T16:53:50.125" v="1611"/>
          <ac:spMkLst>
            <pc:docMk/>
            <pc:sldMk cId="535438541" sldId="290"/>
            <ac:spMk id="19" creationId="{C31EFE06-0357-3645-9447-E751B27CF8C6}"/>
          </ac:spMkLst>
        </pc:spChg>
        <pc:spChg chg="add mod">
          <ac:chgData name="Zheng Fei" userId="d19317889db4c986" providerId="LiveId" clId="{F7968E7F-5AAF-AF48-AA60-9BF97F409E57}" dt="2022-03-31T17:03:28.809" v="1681" actId="1076"/>
          <ac:spMkLst>
            <pc:docMk/>
            <pc:sldMk cId="535438541" sldId="290"/>
            <ac:spMk id="20" creationId="{ED824E71-39E7-3D48-803C-970299CACA53}"/>
          </ac:spMkLst>
        </pc:spChg>
        <pc:spChg chg="add mod">
          <ac:chgData name="Zheng Fei" userId="d19317889db4c986" providerId="LiveId" clId="{F7968E7F-5AAF-AF48-AA60-9BF97F409E57}" dt="2022-03-31T16:55:26.829" v="1632" actId="114"/>
          <ac:spMkLst>
            <pc:docMk/>
            <pc:sldMk cId="535438541" sldId="290"/>
            <ac:spMk id="21" creationId="{FA301D66-3624-6547-8890-9C4E38A966E6}"/>
          </ac:spMkLst>
        </pc:spChg>
        <pc:spChg chg="add mod">
          <ac:chgData name="Zheng Fei" userId="d19317889db4c986" providerId="LiveId" clId="{F7968E7F-5AAF-AF48-AA60-9BF97F409E57}" dt="2022-04-07T14:31:16.693" v="2695" actId="14100"/>
          <ac:spMkLst>
            <pc:docMk/>
            <pc:sldMk cId="535438541" sldId="290"/>
            <ac:spMk id="22" creationId="{8D266DDB-AF35-AA4D-A54F-8E5FFE5A8129}"/>
          </ac:spMkLst>
        </pc:spChg>
        <pc:cxnChg chg="add mod">
          <ac:chgData name="Zheng Fei" userId="d19317889db4c986" providerId="LiveId" clId="{F7968E7F-5AAF-AF48-AA60-9BF97F409E57}" dt="2022-03-31T16:51:56.528" v="1545" actId="1036"/>
          <ac:cxnSpMkLst>
            <pc:docMk/>
            <pc:sldMk cId="535438541" sldId="290"/>
            <ac:cxnSpMk id="4" creationId="{A1AB59E6-8897-1744-8645-1437CF3B4E7B}"/>
          </ac:cxnSpMkLst>
        </pc:cxnChg>
        <pc:cxnChg chg="add mod">
          <ac:chgData name="Zheng Fei" userId="d19317889db4c986" providerId="LiveId" clId="{F7968E7F-5AAF-AF48-AA60-9BF97F409E57}" dt="2022-03-31T16:52:11.243" v="1564" actId="14100"/>
          <ac:cxnSpMkLst>
            <pc:docMk/>
            <pc:sldMk cId="535438541" sldId="290"/>
            <ac:cxnSpMk id="6" creationId="{18F6184D-9E56-B149-8E4F-61EAC5CA6749}"/>
          </ac:cxnSpMkLst>
        </pc:cxnChg>
        <pc:cxnChg chg="add del">
          <ac:chgData name="Zheng Fei" userId="d19317889db4c986" providerId="LiveId" clId="{F7968E7F-5AAF-AF48-AA60-9BF97F409E57}" dt="2022-03-31T16:50:16.255" v="1477" actId="478"/>
          <ac:cxnSpMkLst>
            <pc:docMk/>
            <pc:sldMk cId="535438541" sldId="290"/>
            <ac:cxnSpMk id="9" creationId="{3FA407F9-E574-7A43-A37D-475920D7AF9B}"/>
          </ac:cxnSpMkLst>
        </pc:cxnChg>
      </pc:sldChg>
      <pc:sldChg chg="del">
        <pc:chgData name="Zheng Fei" userId="d19317889db4c986" providerId="LiveId" clId="{F7968E7F-5AAF-AF48-AA60-9BF97F409E57}" dt="2022-03-31T16:57:26.209" v="1660" actId="2696"/>
        <pc:sldMkLst>
          <pc:docMk/>
          <pc:sldMk cId="2830835738" sldId="291"/>
        </pc:sldMkLst>
      </pc:sldChg>
      <pc:sldChg chg="addSp delSp modSp add del mod modTransition">
        <pc:chgData name="Zheng Fei" userId="d19317889db4c986" providerId="LiveId" clId="{F7968E7F-5AAF-AF48-AA60-9BF97F409E57}" dt="2022-03-31T14:39:47.492" v="158" actId="1076"/>
        <pc:sldMkLst>
          <pc:docMk/>
          <pc:sldMk cId="1873751283" sldId="320"/>
        </pc:sldMkLst>
        <pc:spChg chg="add del mod">
          <ac:chgData name="Zheng Fei" userId="d19317889db4c986" providerId="LiveId" clId="{F7968E7F-5AAF-AF48-AA60-9BF97F409E57}" dt="2022-03-31T14:38:29.664" v="127" actId="478"/>
          <ac:spMkLst>
            <pc:docMk/>
            <pc:sldMk cId="1873751283" sldId="320"/>
            <ac:spMk id="2" creationId="{12E2A7DA-4998-7342-AB61-C015E14B7706}"/>
          </ac:spMkLst>
        </pc:spChg>
        <pc:spChg chg="add mod">
          <ac:chgData name="Zheng Fei" userId="d19317889db4c986" providerId="LiveId" clId="{F7968E7F-5AAF-AF48-AA60-9BF97F409E57}" dt="2022-03-31T14:39:39.289" v="156" actId="403"/>
          <ac:spMkLst>
            <pc:docMk/>
            <pc:sldMk cId="1873751283" sldId="320"/>
            <ac:spMk id="4" creationId="{A086075B-E493-0D40-81E3-670D4FFE3456}"/>
          </ac:spMkLst>
        </pc:spChg>
        <pc:spChg chg="del mod">
          <ac:chgData name="Zheng Fei" userId="d19317889db4c986" providerId="LiveId" clId="{F7968E7F-5AAF-AF48-AA60-9BF97F409E57}" dt="2022-03-31T14:35:34.796" v="105" actId="478"/>
          <ac:spMkLst>
            <pc:docMk/>
            <pc:sldMk cId="1873751283" sldId="320"/>
            <ac:spMk id="19" creationId="{7D5698CB-0D81-4BB9-BAB8-1B6811DD5C70}"/>
          </ac:spMkLst>
        </pc:spChg>
        <pc:spChg chg="del mod">
          <ac:chgData name="Zheng Fei" userId="d19317889db4c986" providerId="LiveId" clId="{F7968E7F-5AAF-AF48-AA60-9BF97F409E57}" dt="2022-03-31T14:38:24.581" v="125" actId="478"/>
          <ac:spMkLst>
            <pc:docMk/>
            <pc:sldMk cId="1873751283" sldId="320"/>
            <ac:spMk id="20" creationId="{D4008885-A954-4170-B51E-579A23C8E048}"/>
          </ac:spMkLst>
        </pc:spChg>
        <pc:spChg chg="del mod">
          <ac:chgData name="Zheng Fei" userId="d19317889db4c986" providerId="LiveId" clId="{F7968E7F-5AAF-AF48-AA60-9BF97F409E57}" dt="2022-03-31T14:35:34.796" v="105" actId="478"/>
          <ac:spMkLst>
            <pc:docMk/>
            <pc:sldMk cId="1873751283" sldId="320"/>
            <ac:spMk id="21" creationId="{08A127FD-675A-480D-B0AD-259E2307CC92}"/>
          </ac:spMkLst>
        </pc:spChg>
        <pc:spChg chg="del mod">
          <ac:chgData name="Zheng Fei" userId="d19317889db4c986" providerId="LiveId" clId="{F7968E7F-5AAF-AF48-AA60-9BF97F409E57}" dt="2022-03-31T14:35:34.796" v="105" actId="478"/>
          <ac:spMkLst>
            <pc:docMk/>
            <pc:sldMk cId="1873751283" sldId="320"/>
            <ac:spMk id="24" creationId="{E343E90A-952B-4F29-82C6-D81FACB695C4}"/>
          </ac:spMkLst>
        </pc:spChg>
        <pc:spChg chg="del mod">
          <ac:chgData name="Zheng Fei" userId="d19317889db4c986" providerId="LiveId" clId="{F7968E7F-5AAF-AF48-AA60-9BF97F409E57}" dt="2022-03-31T14:35:34.796" v="105" actId="478"/>
          <ac:spMkLst>
            <pc:docMk/>
            <pc:sldMk cId="1873751283" sldId="320"/>
            <ac:spMk id="25" creationId="{66929F53-BFBB-4F31-AEBF-0462DBEB2833}"/>
          </ac:spMkLst>
        </pc:spChg>
        <pc:spChg chg="del mod">
          <ac:chgData name="Zheng Fei" userId="d19317889db4c986" providerId="LiveId" clId="{F7968E7F-5AAF-AF48-AA60-9BF97F409E57}" dt="2022-03-31T14:35:34.796" v="105" actId="478"/>
          <ac:spMkLst>
            <pc:docMk/>
            <pc:sldMk cId="1873751283" sldId="320"/>
            <ac:spMk id="29" creationId="{91EE83F6-0C53-4641-B49B-0A6916443A07}"/>
          </ac:spMkLst>
        </pc:spChg>
        <pc:spChg chg="del mod">
          <ac:chgData name="Zheng Fei" userId="d19317889db4c986" providerId="LiveId" clId="{F7968E7F-5AAF-AF48-AA60-9BF97F409E57}" dt="2022-03-31T14:35:35.906" v="106" actId="478"/>
          <ac:spMkLst>
            <pc:docMk/>
            <pc:sldMk cId="1873751283" sldId="320"/>
            <ac:spMk id="30" creationId="{24ABEB08-EEEE-40F1-9733-072BB2CECD04}"/>
          </ac:spMkLst>
        </pc:spChg>
        <pc:spChg chg="mod">
          <ac:chgData name="Zheng Fei" userId="d19317889db4c986" providerId="LiveId" clId="{F7968E7F-5AAF-AF48-AA60-9BF97F409E57}" dt="2022-03-31T14:35:28.191" v="104" actId="2711"/>
          <ac:spMkLst>
            <pc:docMk/>
            <pc:sldMk cId="1873751283" sldId="320"/>
            <ac:spMk id="31" creationId="{B5036298-2778-4477-A147-F830C253BFC9}"/>
          </ac:spMkLst>
        </pc:spChg>
        <pc:spChg chg="add mod">
          <ac:chgData name="Zheng Fei" userId="d19317889db4c986" providerId="LiveId" clId="{F7968E7F-5AAF-AF48-AA60-9BF97F409E57}" dt="2022-03-31T14:35:46.546" v="109"/>
          <ac:spMkLst>
            <pc:docMk/>
            <pc:sldMk cId="1873751283" sldId="320"/>
            <ac:spMk id="32" creationId="{AB753F62-3EB1-BF42-8ED3-9B18C849E452}"/>
          </ac:spMkLst>
        </pc:spChg>
        <pc:spChg chg="del mod">
          <ac:chgData name="Zheng Fei" userId="d19317889db4c986" providerId="LiveId" clId="{F7968E7F-5AAF-AF48-AA60-9BF97F409E57}" dt="2022-03-31T14:38:27.745" v="126" actId="478"/>
          <ac:spMkLst>
            <pc:docMk/>
            <pc:sldMk cId="1873751283" sldId="320"/>
            <ac:spMk id="77826" creationId="{96ABA3A4-09B6-9040-8F1C-EC413F0819A4}"/>
          </ac:spMkLst>
        </pc:spChg>
        <pc:spChg chg="mod">
          <ac:chgData name="Zheng Fei" userId="d19317889db4c986" providerId="LiveId" clId="{F7968E7F-5AAF-AF48-AA60-9BF97F409E57}" dt="2022-03-31T14:36:17.801" v="113" actId="1076"/>
          <ac:spMkLst>
            <pc:docMk/>
            <pc:sldMk cId="1873751283" sldId="320"/>
            <ac:spMk id="77839" creationId="{41F9918D-198C-DE48-9615-35F2B15F6B69}"/>
          </ac:spMkLst>
        </pc:spChg>
        <pc:spChg chg="del mod">
          <ac:chgData name="Zheng Fei" userId="d19317889db4c986" providerId="LiveId" clId="{F7968E7F-5AAF-AF48-AA60-9BF97F409E57}" dt="2022-03-31T14:36:12.146" v="112" actId="478"/>
          <ac:spMkLst>
            <pc:docMk/>
            <pc:sldMk cId="1873751283" sldId="320"/>
            <ac:spMk id="77840" creationId="{24E473C7-58A5-524F-94AA-CF2BD14AD5FF}"/>
          </ac:spMkLst>
        </pc:spChg>
        <pc:spChg chg="mod">
          <ac:chgData name="Zheng Fei" userId="d19317889db4c986" providerId="LiveId" clId="{F7968E7F-5AAF-AF48-AA60-9BF97F409E57}" dt="2022-03-31T14:35:28.191" v="104" actId="2711"/>
          <ac:spMkLst>
            <pc:docMk/>
            <pc:sldMk cId="1873751283" sldId="320"/>
            <ac:spMk id="77842" creationId="{642625CC-F8A7-674F-8B11-85DB5D37BD0C}"/>
          </ac:spMkLst>
        </pc:spChg>
        <pc:grpChg chg="mod">
          <ac:chgData name="Zheng Fei" userId="d19317889db4c986" providerId="LiveId" clId="{F7968E7F-5AAF-AF48-AA60-9BF97F409E57}" dt="2022-03-31T14:35:28.191" v="104" actId="2711"/>
          <ac:grpSpMkLst>
            <pc:docMk/>
            <pc:sldMk cId="1873751283" sldId="320"/>
            <ac:grpSpMk id="77828" creationId="{E7114027-76C6-FF43-840A-0F08B7FAE252}"/>
          </ac:grpSpMkLst>
        </pc:grpChg>
        <pc:graphicFrameChg chg="del mod">
          <ac:chgData name="Zheng Fei" userId="d19317889db4c986" providerId="LiveId" clId="{F7968E7F-5AAF-AF48-AA60-9BF97F409E57}" dt="2022-03-31T14:35:34.796" v="105" actId="478"/>
          <ac:graphicFrameMkLst>
            <pc:docMk/>
            <pc:sldMk cId="1873751283" sldId="320"/>
            <ac:graphicFrameMk id="22" creationId="{EAEC2FA6-A835-4F6D-AFBC-973D9BC03FDB}"/>
          </ac:graphicFrameMkLst>
        </pc:graphicFrameChg>
        <pc:graphicFrameChg chg="del mod">
          <ac:chgData name="Zheng Fei" userId="d19317889db4c986" providerId="LiveId" clId="{F7968E7F-5AAF-AF48-AA60-9BF97F409E57}" dt="2022-03-31T14:35:34.796" v="105" actId="478"/>
          <ac:graphicFrameMkLst>
            <pc:docMk/>
            <pc:sldMk cId="1873751283" sldId="320"/>
            <ac:graphicFrameMk id="23" creationId="{5F564E89-371E-4C8D-8011-7DEB1067521B}"/>
          </ac:graphicFrameMkLst>
        </pc:graphicFrameChg>
        <pc:graphicFrameChg chg="del mod">
          <ac:chgData name="Zheng Fei" userId="d19317889db4c986" providerId="LiveId" clId="{F7968E7F-5AAF-AF48-AA60-9BF97F409E57}" dt="2022-03-31T14:35:34.796" v="105" actId="478"/>
          <ac:graphicFrameMkLst>
            <pc:docMk/>
            <pc:sldMk cId="1873751283" sldId="320"/>
            <ac:graphicFrameMk id="26" creationId="{B9607056-5C3F-4EEB-8282-2F008046BBE9}"/>
          </ac:graphicFrameMkLst>
        </pc:graphicFrameChg>
        <pc:graphicFrameChg chg="del mod">
          <ac:chgData name="Zheng Fei" userId="d19317889db4c986" providerId="LiveId" clId="{F7968E7F-5AAF-AF48-AA60-9BF97F409E57}" dt="2022-03-31T14:35:34.796" v="105" actId="478"/>
          <ac:graphicFrameMkLst>
            <pc:docMk/>
            <pc:sldMk cId="1873751283" sldId="320"/>
            <ac:graphicFrameMk id="27" creationId="{A67542F8-00BB-4E5C-8F05-5A769E259E15}"/>
          </ac:graphicFrameMkLst>
        </pc:graphicFrameChg>
        <pc:graphicFrameChg chg="del mod">
          <ac:chgData name="Zheng Fei" userId="d19317889db4c986" providerId="LiveId" clId="{F7968E7F-5AAF-AF48-AA60-9BF97F409E57}" dt="2022-03-31T14:35:34.796" v="105" actId="478"/>
          <ac:graphicFrameMkLst>
            <pc:docMk/>
            <pc:sldMk cId="1873751283" sldId="320"/>
            <ac:graphicFrameMk id="28" creationId="{E3EE2ED9-D020-4B22-B9A6-C821E12163D7}"/>
          </ac:graphicFrameMkLst>
        </pc:graphicFrameChg>
        <pc:graphicFrameChg chg="add del mod">
          <ac:chgData name="Zheng Fei" userId="d19317889db4c986" providerId="LiveId" clId="{F7968E7F-5AAF-AF48-AA60-9BF97F409E57}" dt="2022-03-31T14:38:34.975" v="129" actId="21"/>
          <ac:graphicFrameMkLst>
            <pc:docMk/>
            <pc:sldMk cId="1873751283" sldId="320"/>
            <ac:graphicFrameMk id="33" creationId="{099C69AC-EF1E-1A41-96E3-3079CA644D7F}"/>
          </ac:graphicFrameMkLst>
        </pc:graphicFrameChg>
        <pc:graphicFrameChg chg="add del mod">
          <ac:chgData name="Zheng Fei" userId="d19317889db4c986" providerId="LiveId" clId="{F7968E7F-5AAF-AF48-AA60-9BF97F409E57}" dt="2022-03-31T14:38:38.056" v="131"/>
          <ac:graphicFrameMkLst>
            <pc:docMk/>
            <pc:sldMk cId="1873751283" sldId="320"/>
            <ac:graphicFrameMk id="34" creationId="{360806F0-8517-134F-A7B8-FC0CA2C2EFAA}"/>
          </ac:graphicFrameMkLst>
        </pc:graphicFrameChg>
        <pc:picChg chg="add mod modCrop">
          <ac:chgData name="Zheng Fei" userId="d19317889db4c986" providerId="LiveId" clId="{F7968E7F-5AAF-AF48-AA60-9BF97F409E57}" dt="2022-03-31T14:39:47.492" v="158" actId="1076"/>
          <ac:picMkLst>
            <pc:docMk/>
            <pc:sldMk cId="1873751283" sldId="320"/>
            <ac:picMk id="3" creationId="{82A27142-0850-8848-98CC-132233913BC3}"/>
          </ac:picMkLst>
        </pc:picChg>
      </pc:sldChg>
      <pc:sldChg chg="addSp delSp modSp add mod delDesignElem">
        <pc:chgData name="Zheng Fei" userId="d19317889db4c986" providerId="LiveId" clId="{F7968E7F-5AAF-AF48-AA60-9BF97F409E57}" dt="2022-03-31T16:39:04.755" v="1304" actId="2711"/>
        <pc:sldMkLst>
          <pc:docMk/>
          <pc:sldMk cId="2485594626" sldId="405"/>
        </pc:sldMkLst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4" creationId="{1E713C10-19E1-DA44-AC78-BF56F50D7DC9}"/>
          </ac:spMkLst>
        </pc:spChg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5" creationId="{495BCDAB-FA7E-C94F-8FED-E7B5CCF9A186}"/>
          </ac:spMkLst>
        </pc:spChg>
        <pc:spChg chg="add mod">
          <ac:chgData name="Zheng Fei" userId="d19317889db4c986" providerId="LiveId" clId="{F7968E7F-5AAF-AF48-AA60-9BF97F409E57}" dt="2022-03-31T16:39:04.755" v="1304" actId="2711"/>
          <ac:spMkLst>
            <pc:docMk/>
            <pc:sldMk cId="2485594626" sldId="405"/>
            <ac:spMk id="6" creationId="{79C59DDE-AF2B-8942-98AA-4C577F00EF15}"/>
          </ac:spMkLst>
        </pc:spChg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7" creationId="{0BFB104C-6003-8E4E-B422-CFD6094451DF}"/>
          </ac:spMkLst>
        </pc:spChg>
        <pc:spChg chg="del">
          <ac:chgData name="Zheng Fei" userId="d19317889db4c986" providerId="LiveId" clId="{F7968E7F-5AAF-AF48-AA60-9BF97F409E57}" dt="2022-03-31T14:29:13.497" v="57"/>
          <ac:spMkLst>
            <pc:docMk/>
            <pc:sldMk cId="2485594626" sldId="405"/>
            <ac:spMk id="8" creationId="{5F879AC3-D4CE-493C-ADC7-06205677F4F8}"/>
          </ac:spMkLst>
        </pc:spChg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9" creationId="{C074442B-E1FE-E64B-A163-CCEFBE5C4950}"/>
          </ac:spMkLst>
        </pc:spChg>
        <pc:spChg chg="del">
          <ac:chgData name="Zheng Fei" userId="d19317889db4c986" providerId="LiveId" clId="{F7968E7F-5AAF-AF48-AA60-9BF97F409E57}" dt="2022-03-31T14:29:13.497" v="57"/>
          <ac:spMkLst>
            <pc:docMk/>
            <pc:sldMk cId="2485594626" sldId="405"/>
            <ac:spMk id="10" creationId="{736F0DFD-0954-464F-BF12-DD2E6F6E0380}"/>
          </ac:spMkLst>
        </pc:spChg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11" creationId="{1F850635-A4E0-2D45-9568-82D0EE263215}"/>
          </ac:spMkLst>
        </pc:spChg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12" creationId="{7316CA7F-012D-4EE7-A73B-14D09F73A77B}"/>
          </ac:spMkLst>
        </pc:spChg>
        <pc:spChg chg="mod">
          <ac:chgData name="Zheng Fei" userId="d19317889db4c986" providerId="LiveId" clId="{F7968E7F-5AAF-AF48-AA60-9BF97F409E57}" dt="2022-03-31T16:38:26.723" v="1300" actId="2711"/>
          <ac:spMkLst>
            <pc:docMk/>
            <pc:sldMk cId="2485594626" sldId="405"/>
            <ac:spMk id="13" creationId="{E1375150-B64A-4C11-8BE7-2B75A3C54ACE}"/>
          </ac:spMkLst>
        </pc:spChg>
        <pc:graphicFrameChg chg="mod">
          <ac:chgData name="Zheng Fei" userId="d19317889db4c986" providerId="LiveId" clId="{F7968E7F-5AAF-AF48-AA60-9BF97F409E57}" dt="2022-03-31T16:38:26.723" v="1300" actId="2711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mod">
          <ac:chgData name="Zheng Fei" userId="d19317889db4c986" providerId="LiveId" clId="{F7968E7F-5AAF-AF48-AA60-9BF97F409E57}" dt="2022-03-31T16:38:26.723" v="1300" actId="2711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addSp delSp modSp new del">
        <pc:chgData name="Zheng Fei" userId="d19317889db4c986" providerId="LiveId" clId="{F7968E7F-5AAF-AF48-AA60-9BF97F409E57}" dt="2022-03-31T14:39:20.301" v="146" actId="2696"/>
        <pc:sldMkLst>
          <pc:docMk/>
          <pc:sldMk cId="955660657" sldId="406"/>
        </pc:sldMkLst>
        <pc:spChg chg="add del mod">
          <ac:chgData name="Zheng Fei" userId="d19317889db4c986" providerId="LiveId" clId="{F7968E7F-5AAF-AF48-AA60-9BF97F409E57}" dt="2022-03-31T14:35:43.913" v="108" actId="21"/>
          <ac:spMkLst>
            <pc:docMk/>
            <pc:sldMk cId="955660657" sldId="406"/>
            <ac:spMk id="2" creationId="{12D854EB-2BB5-154B-ABDD-CBB330E0FF4B}"/>
          </ac:spMkLst>
        </pc:spChg>
      </pc:sldChg>
      <pc:sldChg chg="new del">
        <pc:chgData name="Zheng Fei" userId="d19317889db4c986" providerId="LiveId" clId="{F7968E7F-5AAF-AF48-AA60-9BF97F409E57}" dt="2022-03-31T14:41:28.207" v="161" actId="2696"/>
        <pc:sldMkLst>
          <pc:docMk/>
          <pc:sldMk cId="3826769659" sldId="406"/>
        </pc:sldMkLst>
      </pc:sldChg>
      <pc:sldChg chg="addSp delSp modSp add mod modAnim">
        <pc:chgData name="Zheng Fei" userId="d19317889db4c986" providerId="LiveId" clId="{F7968E7F-5AAF-AF48-AA60-9BF97F409E57}" dt="2022-03-31T14:43:26.888" v="214" actId="1035"/>
        <pc:sldMkLst>
          <pc:docMk/>
          <pc:sldMk cId="0" sldId="407"/>
        </pc:sldMkLst>
        <pc:spChg chg="add mod">
          <ac:chgData name="Zheng Fei" userId="d19317889db4c986" providerId="LiveId" clId="{F7968E7F-5AAF-AF48-AA60-9BF97F409E57}" dt="2022-03-31T14:41:34.555" v="162"/>
          <ac:spMkLst>
            <pc:docMk/>
            <pc:sldMk cId="0" sldId="407"/>
            <ac:spMk id="24" creationId="{D8B53296-8433-4443-B1F7-3646BD742E77}"/>
          </ac:spMkLst>
        </pc:spChg>
        <pc:spChg chg="mod">
          <ac:chgData name="Zheng Fei" userId="d19317889db4c986" providerId="LiveId" clId="{F7968E7F-5AAF-AF48-AA60-9BF97F409E57}" dt="2022-03-31T14:43:22.397" v="210" actId="1038"/>
          <ac:spMkLst>
            <pc:docMk/>
            <pc:sldMk cId="0" sldId="407"/>
            <ac:spMk id="32770" creationId="{F68D27AD-DE00-834C-AE71-FF0CC249DEAB}"/>
          </ac:spMkLst>
        </pc:spChg>
        <pc:spChg chg="mod">
          <ac:chgData name="Zheng Fei" userId="d19317889db4c986" providerId="LiveId" clId="{F7968E7F-5AAF-AF48-AA60-9BF97F409E57}" dt="2022-03-31T14:42:27.137" v="168" actId="1076"/>
          <ac:spMkLst>
            <pc:docMk/>
            <pc:sldMk cId="0" sldId="407"/>
            <ac:spMk id="32771" creationId="{18E83EFC-D436-2842-8327-EBBE200B3294}"/>
          </ac:spMkLst>
        </pc:spChg>
        <pc:spChg chg="del">
          <ac:chgData name="Zheng Fei" userId="d19317889db4c986" providerId="LiveId" clId="{F7968E7F-5AAF-AF48-AA60-9BF97F409E57}" dt="2022-03-31T14:42:21.865" v="167" actId="478"/>
          <ac:spMkLst>
            <pc:docMk/>
            <pc:sldMk cId="0" sldId="407"/>
            <ac:spMk id="32772" creationId="{86C02380-0F58-E745-945C-59F1358C39FA}"/>
          </ac:spMkLst>
        </pc:spChg>
        <pc:spChg chg="del">
          <ac:chgData name="Zheng Fei" userId="d19317889db4c986" providerId="LiveId" clId="{F7968E7F-5AAF-AF48-AA60-9BF97F409E57}" dt="2022-03-31T14:42:21.865" v="167" actId="478"/>
          <ac:spMkLst>
            <pc:docMk/>
            <pc:sldMk cId="0" sldId="407"/>
            <ac:spMk id="32773" creationId="{8D576715-6A1D-B949-BF25-4A2DCD7BFE4D}"/>
          </ac:spMkLst>
        </pc:spChg>
        <pc:spChg chg="del">
          <ac:chgData name="Zheng Fei" userId="d19317889db4c986" providerId="LiveId" clId="{F7968E7F-5AAF-AF48-AA60-9BF97F409E57}" dt="2022-03-31T14:42:21.865" v="167" actId="478"/>
          <ac:spMkLst>
            <pc:docMk/>
            <pc:sldMk cId="0" sldId="407"/>
            <ac:spMk id="32776" creationId="{14BE07CA-C256-5643-A57D-7D70EC2ED053}"/>
          </ac:spMkLst>
        </pc:spChg>
        <pc:spChg chg="del">
          <ac:chgData name="Zheng Fei" userId="d19317889db4c986" providerId="LiveId" clId="{F7968E7F-5AAF-AF48-AA60-9BF97F409E57}" dt="2022-03-31T14:42:21.865" v="167" actId="478"/>
          <ac:spMkLst>
            <pc:docMk/>
            <pc:sldMk cId="0" sldId="407"/>
            <ac:spMk id="32777" creationId="{247DB30D-7FD8-A04B-8956-7A977DEFCC25}"/>
          </ac:spMkLst>
        </pc:spChg>
        <pc:spChg chg="mod">
          <ac:chgData name="Zheng Fei" userId="d19317889db4c986" providerId="LiveId" clId="{F7968E7F-5AAF-AF48-AA60-9BF97F409E57}" dt="2022-03-31T14:42:43.069" v="172" actId="1076"/>
          <ac:spMkLst>
            <pc:docMk/>
            <pc:sldMk cId="0" sldId="407"/>
            <ac:spMk id="32781" creationId="{75A0AE0A-AA26-BF49-845B-5F82CAF2CC36}"/>
          </ac:spMkLst>
        </pc:spChg>
        <pc:spChg chg="del mod">
          <ac:chgData name="Zheng Fei" userId="d19317889db4c986" providerId="LiveId" clId="{F7968E7F-5AAF-AF48-AA60-9BF97F409E57}" dt="2022-03-31T14:42:38.603" v="171" actId="478"/>
          <ac:spMkLst>
            <pc:docMk/>
            <pc:sldMk cId="0" sldId="407"/>
            <ac:spMk id="32783" creationId="{3958450C-48FE-5543-9996-80EDAC0298CE}"/>
          </ac:spMkLst>
        </pc:spChg>
        <pc:spChg chg="del">
          <ac:chgData name="Zheng Fei" userId="d19317889db4c986" providerId="LiveId" clId="{F7968E7F-5AAF-AF48-AA60-9BF97F409E57}" dt="2022-03-31T14:42:21.865" v="167" actId="478"/>
          <ac:spMkLst>
            <pc:docMk/>
            <pc:sldMk cId="0" sldId="407"/>
            <ac:spMk id="32785" creationId="{2F0613B4-B302-4F45-93D3-EB014120C87D}"/>
          </ac:spMkLst>
        </pc:spChg>
        <pc:spChg chg="del">
          <ac:chgData name="Zheng Fei" userId="d19317889db4c986" providerId="LiveId" clId="{F7968E7F-5AAF-AF48-AA60-9BF97F409E57}" dt="2022-03-31T14:42:21.865" v="167" actId="478"/>
          <ac:spMkLst>
            <pc:docMk/>
            <pc:sldMk cId="0" sldId="407"/>
            <ac:spMk id="32787" creationId="{3470C45A-6890-4A48-A865-C7767B513CEE}"/>
          </ac:spMkLst>
        </pc:sp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74" creationId="{832398E0-892A-8D4B-9525-CF640A67639D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75" creationId="{E5A9760E-7EFC-DA4B-8E7F-84012189A30E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78" creationId="{77833B06-892F-C949-B18B-E45D6F36BDBB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79" creationId="{25FAD6BA-89D4-644D-877F-D8BD4F246030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80" creationId="{2AFB9C1F-0373-9440-B70F-CE9127499FBB}"/>
          </ac:graphicFrameMkLst>
        </pc:graphicFrameChg>
        <pc:graphicFrameChg chg="mod">
          <ac:chgData name="Zheng Fei" userId="d19317889db4c986" providerId="LiveId" clId="{F7968E7F-5AAF-AF48-AA60-9BF97F409E57}" dt="2022-03-31T14:42:43.069" v="172" actId="1076"/>
          <ac:graphicFrameMkLst>
            <pc:docMk/>
            <pc:sldMk cId="0" sldId="407"/>
            <ac:graphicFrameMk id="32782" creationId="{1D2BB5BB-AA89-6443-A747-8F8385F60D60}"/>
          </ac:graphicFrameMkLst>
        </pc:graphicFrameChg>
        <pc:graphicFrameChg chg="mod">
          <ac:chgData name="Zheng Fei" userId="d19317889db4c986" providerId="LiveId" clId="{F7968E7F-5AAF-AF48-AA60-9BF97F409E57}" dt="2022-03-31T14:43:26.888" v="214" actId="1035"/>
          <ac:graphicFrameMkLst>
            <pc:docMk/>
            <pc:sldMk cId="0" sldId="407"/>
            <ac:graphicFrameMk id="32784" creationId="{E27F57EA-9178-7F47-B1A2-9012759553E9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86" creationId="{57A43841-5F4E-2B4B-9B43-C670FAF69EDE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88" creationId="{DA1F4565-6585-F04F-BC0E-069317F4A768}"/>
          </ac:graphicFrameMkLst>
        </pc:graphicFrameChg>
        <pc:graphicFrameChg chg="del">
          <ac:chgData name="Zheng Fei" userId="d19317889db4c986" providerId="LiveId" clId="{F7968E7F-5AAF-AF48-AA60-9BF97F409E57}" dt="2022-03-31T14:42:21.865" v="167" actId="478"/>
          <ac:graphicFrameMkLst>
            <pc:docMk/>
            <pc:sldMk cId="0" sldId="407"/>
            <ac:graphicFrameMk id="32789" creationId="{9EF9D122-FA9C-CB4C-AA9E-E98FD28C9F33}"/>
          </ac:graphicFrameMkLst>
        </pc:graphicFrameChg>
        <pc:graphicFrameChg chg="mod">
          <ac:chgData name="Zheng Fei" userId="d19317889db4c986" providerId="LiveId" clId="{F7968E7F-5AAF-AF48-AA60-9BF97F409E57}" dt="2022-03-31T14:42:30.369" v="169" actId="14100"/>
          <ac:graphicFrameMkLst>
            <pc:docMk/>
            <pc:sldMk cId="0" sldId="407"/>
            <ac:graphicFrameMk id="32790" creationId="{B7CA4DCF-24D0-F440-B636-E1D811F73DE2}"/>
          </ac:graphicFrameMkLst>
        </pc:graphicFrameChg>
        <pc:graphicFrameChg chg="del mod">
          <ac:chgData name="Zheng Fei" userId="d19317889db4c986" providerId="LiveId" clId="{F7968E7F-5AAF-AF48-AA60-9BF97F409E57}" dt="2022-03-31T14:42:38.603" v="171" actId="478"/>
          <ac:graphicFrameMkLst>
            <pc:docMk/>
            <pc:sldMk cId="0" sldId="407"/>
            <ac:graphicFrameMk id="32791" creationId="{4009A744-0479-FC44-868C-7E0EA4D7FBDB}"/>
          </ac:graphicFrameMkLst>
        </pc:graphicFrameChg>
      </pc:sldChg>
      <pc:sldChg chg="addSp modSp new mod">
        <pc:chgData name="Zheng Fei" userId="d19317889db4c986" providerId="LiveId" clId="{F7968E7F-5AAF-AF48-AA60-9BF97F409E57}" dt="2022-04-01T01:08:43.516" v="2686" actId="114"/>
        <pc:sldMkLst>
          <pc:docMk/>
          <pc:sldMk cId="2651409316" sldId="408"/>
        </pc:sldMkLst>
        <pc:spChg chg="add mod">
          <ac:chgData name="Zheng Fei" userId="d19317889db4c986" providerId="LiveId" clId="{F7968E7F-5AAF-AF48-AA60-9BF97F409E57}" dt="2022-03-31T14:45:56.428" v="216"/>
          <ac:spMkLst>
            <pc:docMk/>
            <pc:sldMk cId="2651409316" sldId="408"/>
            <ac:spMk id="2" creationId="{F307B8A1-D777-614D-877F-F69B9FC36353}"/>
          </ac:spMkLst>
        </pc:spChg>
        <pc:spChg chg="add mod">
          <ac:chgData name="Zheng Fei" userId="d19317889db4c986" providerId="LiveId" clId="{F7968E7F-5AAF-AF48-AA60-9BF97F409E57}" dt="2022-03-31T14:49:03.253" v="401" actId="1076"/>
          <ac:spMkLst>
            <pc:docMk/>
            <pc:sldMk cId="2651409316" sldId="408"/>
            <ac:spMk id="3" creationId="{F53C33E2-7819-8641-8C6B-EFB08EE777B9}"/>
          </ac:spMkLst>
        </pc:spChg>
        <pc:spChg chg="add mod">
          <ac:chgData name="Zheng Fei" userId="d19317889db4c986" providerId="LiveId" clId="{F7968E7F-5AAF-AF48-AA60-9BF97F409E57}" dt="2022-03-31T14:49:03.253" v="401" actId="1076"/>
          <ac:spMkLst>
            <pc:docMk/>
            <pc:sldMk cId="2651409316" sldId="408"/>
            <ac:spMk id="4" creationId="{2226CDB5-FF16-6C4C-92FA-0F9CF5F9DDD6}"/>
          </ac:spMkLst>
        </pc:spChg>
        <pc:spChg chg="add mod">
          <ac:chgData name="Zheng Fei" userId="d19317889db4c986" providerId="LiveId" clId="{F7968E7F-5AAF-AF48-AA60-9BF97F409E57}" dt="2022-04-01T01:08:43.516" v="2686" actId="114"/>
          <ac:spMkLst>
            <pc:docMk/>
            <pc:sldMk cId="2651409316" sldId="408"/>
            <ac:spMk id="5" creationId="{1EE79074-7DF8-0B4A-B3B3-9E0DBEA65E72}"/>
          </ac:spMkLst>
        </pc:spChg>
        <pc:spChg chg="add mod">
          <ac:chgData name="Zheng Fei" userId="d19317889db4c986" providerId="LiveId" clId="{F7968E7F-5AAF-AF48-AA60-9BF97F409E57}" dt="2022-03-31T14:49:03.253" v="401" actId="1076"/>
          <ac:spMkLst>
            <pc:docMk/>
            <pc:sldMk cId="2651409316" sldId="408"/>
            <ac:spMk id="6" creationId="{782BC3B6-04E1-EB40-9E07-8AC2F9244154}"/>
          </ac:spMkLst>
        </pc:spChg>
        <pc:spChg chg="add mod">
          <ac:chgData name="Zheng Fei" userId="d19317889db4c986" providerId="LiveId" clId="{F7968E7F-5AAF-AF48-AA60-9BF97F409E57}" dt="2022-03-31T16:53:40.184" v="1609" actId="1076"/>
          <ac:spMkLst>
            <pc:docMk/>
            <pc:sldMk cId="2651409316" sldId="408"/>
            <ac:spMk id="7" creationId="{66E05914-EBA7-6F45-A5E7-A62A0E6EFF2E}"/>
          </ac:spMkLst>
        </pc:spChg>
      </pc:sldChg>
      <pc:sldChg chg="addSp delSp modSp add mod modAnim">
        <pc:chgData name="Zheng Fei" userId="d19317889db4c986" providerId="LiveId" clId="{F7968E7F-5AAF-AF48-AA60-9BF97F409E57}" dt="2022-03-31T15:00:05.938" v="851"/>
        <pc:sldMkLst>
          <pc:docMk/>
          <pc:sldMk cId="1354921978" sldId="409"/>
        </pc:sldMkLst>
        <pc:spChg chg="del">
          <ac:chgData name="Zheng Fei" userId="d19317889db4c986" providerId="LiveId" clId="{F7968E7F-5AAF-AF48-AA60-9BF97F409E57}" dt="2022-03-31T14:53:39.795" v="436" actId="478"/>
          <ac:spMkLst>
            <pc:docMk/>
            <pc:sldMk cId="1354921978" sldId="409"/>
            <ac:spMk id="3" creationId="{F53C33E2-7819-8641-8C6B-EFB08EE777B9}"/>
          </ac:spMkLst>
        </pc:spChg>
        <pc:spChg chg="del">
          <ac:chgData name="Zheng Fei" userId="d19317889db4c986" providerId="LiveId" clId="{F7968E7F-5AAF-AF48-AA60-9BF97F409E57}" dt="2022-03-31T14:53:39.795" v="436" actId="478"/>
          <ac:spMkLst>
            <pc:docMk/>
            <pc:sldMk cId="1354921978" sldId="409"/>
            <ac:spMk id="4" creationId="{2226CDB5-FF16-6C4C-92FA-0F9CF5F9DDD6}"/>
          </ac:spMkLst>
        </pc:spChg>
        <pc:spChg chg="mod">
          <ac:chgData name="Zheng Fei" userId="d19317889db4c986" providerId="LiveId" clId="{F7968E7F-5AAF-AF48-AA60-9BF97F409E57}" dt="2022-03-31T14:54:45.325" v="731" actId="1076"/>
          <ac:spMkLst>
            <pc:docMk/>
            <pc:sldMk cId="1354921978" sldId="409"/>
            <ac:spMk id="5" creationId="{1EE79074-7DF8-0B4A-B3B3-9E0DBEA65E72}"/>
          </ac:spMkLst>
        </pc:spChg>
        <pc:spChg chg="del">
          <ac:chgData name="Zheng Fei" userId="d19317889db4c986" providerId="LiveId" clId="{F7968E7F-5AAF-AF48-AA60-9BF97F409E57}" dt="2022-03-31T14:53:39.795" v="436" actId="478"/>
          <ac:spMkLst>
            <pc:docMk/>
            <pc:sldMk cId="1354921978" sldId="409"/>
            <ac:spMk id="6" creationId="{782BC3B6-04E1-EB40-9E07-8AC2F9244154}"/>
          </ac:spMkLst>
        </pc:spChg>
        <pc:spChg chg="del">
          <ac:chgData name="Zheng Fei" userId="d19317889db4c986" providerId="LiveId" clId="{F7968E7F-5AAF-AF48-AA60-9BF97F409E57}" dt="2022-03-31T14:53:39.795" v="436" actId="478"/>
          <ac:spMkLst>
            <pc:docMk/>
            <pc:sldMk cId="1354921978" sldId="409"/>
            <ac:spMk id="7" creationId="{66E05914-EBA7-6F45-A5E7-A62A0E6EFF2E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9" creationId="{433AB7E0-CA86-5348-93B0-AD9AB3EBDE11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0" creationId="{0B8DD167-1B8B-A547-99FA-CB4DED876E3C}"/>
          </ac:spMkLst>
        </pc:spChg>
        <pc:spChg chg="mod">
          <ac:chgData name="Zheng Fei" userId="d19317889db4c986" providerId="LiveId" clId="{F7968E7F-5AAF-AF48-AA60-9BF97F409E57}" dt="2022-03-31T14:56:14.890" v="781" actId="20577"/>
          <ac:spMkLst>
            <pc:docMk/>
            <pc:sldMk cId="1354921978" sldId="409"/>
            <ac:spMk id="11" creationId="{30F3D46F-4234-1C4B-82C6-234C2560755D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2" creationId="{3E96D643-F77B-5C46-8FCB-C0AF3A3A335D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3" creationId="{B83C8D04-238C-6149-BBD7-AFAB6215AC85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4" creationId="{489B1D6A-228B-7647-BBB5-A4BBB139395C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5" creationId="{68837189-20A4-8F4C-992E-BDB4D18049F3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6" creationId="{A1AE0F36-5D38-564E-9B7E-756DEDC06D6E}"/>
          </ac:spMkLst>
        </pc:spChg>
        <pc:spChg chg="mod">
          <ac:chgData name="Zheng Fei" userId="d19317889db4c986" providerId="LiveId" clId="{F7968E7F-5AAF-AF48-AA60-9BF97F409E57}" dt="2022-03-31T14:56:08.890" v="780" actId="14100"/>
          <ac:spMkLst>
            <pc:docMk/>
            <pc:sldMk cId="1354921978" sldId="409"/>
            <ac:spMk id="17" creationId="{0973DFF1-D64E-A64F-9662-E1F60A2FF2B0}"/>
          </ac:spMkLst>
        </pc:spChg>
        <pc:spChg chg="del mod">
          <ac:chgData name="Zheng Fei" userId="d19317889db4c986" providerId="LiveId" clId="{F7968E7F-5AAF-AF48-AA60-9BF97F409E57}" dt="2022-03-31T14:56:05.650" v="779" actId="478"/>
          <ac:spMkLst>
            <pc:docMk/>
            <pc:sldMk cId="1354921978" sldId="409"/>
            <ac:spMk id="18" creationId="{B3A98E65-AE2C-9D46-926D-CC6D00661170}"/>
          </ac:spMkLst>
        </pc:spChg>
        <pc:spChg chg="add mod">
          <ac:chgData name="Zheng Fei" userId="d19317889db4c986" providerId="LiveId" clId="{F7968E7F-5AAF-AF48-AA60-9BF97F409E57}" dt="2022-03-31T14:59:53.583" v="849" actId="1076"/>
          <ac:spMkLst>
            <pc:docMk/>
            <pc:sldMk cId="1354921978" sldId="409"/>
            <ac:spMk id="19" creationId="{51882826-CAF4-BE4D-93CE-B3134043CDD8}"/>
          </ac:spMkLst>
        </pc:spChg>
        <pc:grpChg chg="add mod">
          <ac:chgData name="Zheng Fei" userId="d19317889db4c986" providerId="LiveId" clId="{F7968E7F-5AAF-AF48-AA60-9BF97F409E57}" dt="2022-03-31T14:56:08.890" v="780" actId="14100"/>
          <ac:grpSpMkLst>
            <pc:docMk/>
            <pc:sldMk cId="1354921978" sldId="409"/>
            <ac:grpSpMk id="8" creationId="{DDF0C73E-ED0A-B146-A209-A9BAF3240547}"/>
          </ac:grpSpMkLst>
        </pc:grpChg>
      </pc:sldChg>
      <pc:sldChg chg="addSp delSp modSp new mod">
        <pc:chgData name="Zheng Fei" userId="d19317889db4c986" providerId="LiveId" clId="{F7968E7F-5AAF-AF48-AA60-9BF97F409E57}" dt="2022-03-31T15:16:17.149" v="930" actId="1035"/>
        <pc:sldMkLst>
          <pc:docMk/>
          <pc:sldMk cId="4254538466" sldId="410"/>
        </pc:sldMkLst>
        <pc:spChg chg="add del mod">
          <ac:chgData name="Zheng Fei" userId="d19317889db4c986" providerId="LiveId" clId="{F7968E7F-5AAF-AF48-AA60-9BF97F409E57}" dt="2022-03-31T15:07:42.434" v="862"/>
          <ac:spMkLst>
            <pc:docMk/>
            <pc:sldMk cId="4254538466" sldId="410"/>
            <ac:spMk id="2" creationId="{B3B7AF2A-AD89-8947-83B4-43D4A910EC00}"/>
          </ac:spMkLst>
        </pc:spChg>
        <pc:spChg chg="add del mod">
          <ac:chgData name="Zheng Fei" userId="d19317889db4c986" providerId="LiveId" clId="{F7968E7F-5AAF-AF48-AA60-9BF97F409E57}" dt="2022-03-31T15:07:42.434" v="862"/>
          <ac:spMkLst>
            <pc:docMk/>
            <pc:sldMk cId="4254538466" sldId="410"/>
            <ac:spMk id="3" creationId="{469E3D06-2AE6-DB43-A5BA-4007CB24C635}"/>
          </ac:spMkLst>
        </pc:spChg>
        <pc:spChg chg="add del mod">
          <ac:chgData name="Zheng Fei" userId="d19317889db4c986" providerId="LiveId" clId="{F7968E7F-5AAF-AF48-AA60-9BF97F409E57}" dt="2022-03-31T15:07:42.434" v="862"/>
          <ac:spMkLst>
            <pc:docMk/>
            <pc:sldMk cId="4254538466" sldId="410"/>
            <ac:spMk id="5" creationId="{7B77152B-B318-B747-B462-7315567293DB}"/>
          </ac:spMkLst>
        </pc:spChg>
        <pc:spChg chg="add del mod">
          <ac:chgData name="Zheng Fei" userId="d19317889db4c986" providerId="LiveId" clId="{F7968E7F-5AAF-AF48-AA60-9BF97F409E57}" dt="2022-03-31T15:07:42.434" v="862"/>
          <ac:spMkLst>
            <pc:docMk/>
            <pc:sldMk cId="4254538466" sldId="410"/>
            <ac:spMk id="6" creationId="{33542335-F217-0F44-8CA2-B2E0F29C708A}"/>
          </ac:spMkLst>
        </pc:spChg>
        <pc:spChg chg="add del mod">
          <ac:chgData name="Zheng Fei" userId="d19317889db4c986" providerId="LiveId" clId="{F7968E7F-5AAF-AF48-AA60-9BF97F409E57}" dt="2022-03-31T15:07:42.434" v="862"/>
          <ac:spMkLst>
            <pc:docMk/>
            <pc:sldMk cId="4254538466" sldId="410"/>
            <ac:spMk id="7" creationId="{B87357DD-ED4E-5245-85AE-E49D2FC8EE23}"/>
          </ac:spMkLst>
        </pc:spChg>
        <pc:spChg chg="add del mod">
          <ac:chgData name="Zheng Fei" userId="d19317889db4c986" providerId="LiveId" clId="{F7968E7F-5AAF-AF48-AA60-9BF97F409E57}" dt="2022-03-31T15:16:05.572" v="911" actId="478"/>
          <ac:spMkLst>
            <pc:docMk/>
            <pc:sldMk cId="4254538466" sldId="410"/>
            <ac:spMk id="8" creationId="{4CB34050-66D7-7C4C-887F-4C09D042EFD2}"/>
          </ac:spMkLst>
        </pc:spChg>
        <pc:spChg chg="add mod">
          <ac:chgData name="Zheng Fei" userId="d19317889db4c986" providerId="LiveId" clId="{F7968E7F-5AAF-AF48-AA60-9BF97F409E57}" dt="2022-03-31T15:08:07.047" v="869" actId="114"/>
          <ac:spMkLst>
            <pc:docMk/>
            <pc:sldMk cId="4254538466" sldId="410"/>
            <ac:spMk id="9" creationId="{AA1A7F82-EE63-5E47-B4F6-EE6FD283C2D0}"/>
          </ac:spMkLst>
        </pc:spChg>
        <pc:spChg chg="add del mod">
          <ac:chgData name="Zheng Fei" userId="d19317889db4c986" providerId="LiveId" clId="{F7968E7F-5AAF-AF48-AA60-9BF97F409E57}" dt="2022-03-31T15:12:51.423" v="870" actId="478"/>
          <ac:spMkLst>
            <pc:docMk/>
            <pc:sldMk cId="4254538466" sldId="410"/>
            <ac:spMk id="11" creationId="{C9906A04-C326-274B-B7DC-C767842C0359}"/>
          </ac:spMkLst>
        </pc:spChg>
        <pc:spChg chg="add del mod">
          <ac:chgData name="Zheng Fei" userId="d19317889db4c986" providerId="LiveId" clId="{F7968E7F-5AAF-AF48-AA60-9BF97F409E57}" dt="2022-03-31T15:16:06.606" v="912" actId="478"/>
          <ac:spMkLst>
            <pc:docMk/>
            <pc:sldMk cId="4254538466" sldId="410"/>
            <ac:spMk id="12" creationId="{77F43D9D-D96F-6741-A792-4B6E99D198D3}"/>
          </ac:spMkLst>
        </pc:spChg>
        <pc:spChg chg="add del mod">
          <ac:chgData name="Zheng Fei" userId="d19317889db4c986" providerId="LiveId" clId="{F7968E7F-5AAF-AF48-AA60-9BF97F409E57}" dt="2022-03-31T15:07:49.479" v="865" actId="478"/>
          <ac:spMkLst>
            <pc:docMk/>
            <pc:sldMk cId="4254538466" sldId="410"/>
            <ac:spMk id="13" creationId="{F411F386-CF22-4C44-935C-2954A4EDAE07}"/>
          </ac:spMkLst>
        </pc:spChg>
        <pc:spChg chg="add del mod">
          <ac:chgData name="Zheng Fei" userId="d19317889db4c986" providerId="LiveId" clId="{F7968E7F-5AAF-AF48-AA60-9BF97F409E57}" dt="2022-03-31T15:12:55.701" v="872"/>
          <ac:spMkLst>
            <pc:docMk/>
            <pc:sldMk cId="4254538466" sldId="410"/>
            <ac:spMk id="14" creationId="{7ABD469F-9F67-C940-83CB-FB0B75BDE636}"/>
          </ac:spMkLst>
        </pc:spChg>
        <pc:spChg chg="mod">
          <ac:chgData name="Zheng Fei" userId="d19317889db4c986" providerId="LiveId" clId="{F7968E7F-5AAF-AF48-AA60-9BF97F409E57}" dt="2022-03-31T15:12:52.169" v="871"/>
          <ac:spMkLst>
            <pc:docMk/>
            <pc:sldMk cId="4254538466" sldId="410"/>
            <ac:spMk id="17" creationId="{79D2F208-DBAB-9A4C-8F1B-14EAA0D1A85D}"/>
          </ac:spMkLst>
        </pc:spChg>
        <pc:spChg chg="add mod">
          <ac:chgData name="Zheng Fei" userId="d19317889db4c986" providerId="LiveId" clId="{F7968E7F-5AAF-AF48-AA60-9BF97F409E57}" dt="2022-03-31T15:12:55.726" v="873"/>
          <ac:spMkLst>
            <pc:docMk/>
            <pc:sldMk cId="4254538466" sldId="410"/>
            <ac:spMk id="18" creationId="{8C83BA01-EC14-5748-A57F-9E44209E0D51}"/>
          </ac:spMkLst>
        </pc:spChg>
        <pc:spChg chg="mod">
          <ac:chgData name="Zheng Fei" userId="d19317889db4c986" providerId="LiveId" clId="{F7968E7F-5AAF-AF48-AA60-9BF97F409E57}" dt="2022-03-31T15:12:55.726" v="873"/>
          <ac:spMkLst>
            <pc:docMk/>
            <pc:sldMk cId="4254538466" sldId="410"/>
            <ac:spMk id="21" creationId="{37B5841B-E3D9-1541-A9E2-F0FA3048BBB7}"/>
          </ac:spMkLst>
        </pc:spChg>
        <pc:spChg chg="add mod">
          <ac:chgData name="Zheng Fei" userId="d19317889db4c986" providerId="LiveId" clId="{F7968E7F-5AAF-AF48-AA60-9BF97F409E57}" dt="2022-03-31T15:15:55.120" v="909" actId="1076"/>
          <ac:spMkLst>
            <pc:docMk/>
            <pc:sldMk cId="4254538466" sldId="410"/>
            <ac:spMk id="22" creationId="{824D3C8C-C534-924F-AD55-31418DA732B8}"/>
          </ac:spMkLst>
        </pc:spChg>
        <pc:spChg chg="add mod">
          <ac:chgData name="Zheng Fei" userId="d19317889db4c986" providerId="LiveId" clId="{F7968E7F-5AAF-AF48-AA60-9BF97F409E57}" dt="2022-03-31T15:16:17.149" v="930" actId="1035"/>
          <ac:spMkLst>
            <pc:docMk/>
            <pc:sldMk cId="4254538466" sldId="410"/>
            <ac:spMk id="24" creationId="{8C3DC205-D77E-054E-893D-DA753075BCE2}"/>
          </ac:spMkLst>
        </pc:spChg>
        <pc:grpChg chg="add del mod">
          <ac:chgData name="Zheng Fei" userId="d19317889db4c986" providerId="LiveId" clId="{F7968E7F-5AAF-AF48-AA60-9BF97F409E57}" dt="2022-03-31T15:12:55.701" v="872"/>
          <ac:grpSpMkLst>
            <pc:docMk/>
            <pc:sldMk cId="4254538466" sldId="410"/>
            <ac:grpSpMk id="15" creationId="{E4F742BF-11A4-074B-8B47-9955BDA002B0}"/>
          </ac:grpSpMkLst>
        </pc:grpChg>
        <pc:grpChg chg="add mod">
          <ac:chgData name="Zheng Fei" userId="d19317889db4c986" providerId="LiveId" clId="{F7968E7F-5AAF-AF48-AA60-9BF97F409E57}" dt="2022-03-31T15:12:55.726" v="873"/>
          <ac:grpSpMkLst>
            <pc:docMk/>
            <pc:sldMk cId="4254538466" sldId="410"/>
            <ac:grpSpMk id="19" creationId="{7EB2D513-44B3-D941-9833-01DC354517D7}"/>
          </ac:grpSpMkLst>
        </pc:grpChg>
        <pc:graphicFrameChg chg="add del mod">
          <ac:chgData name="Zheng Fei" userId="d19317889db4c986" providerId="LiveId" clId="{F7968E7F-5AAF-AF48-AA60-9BF97F409E57}" dt="2022-03-31T15:07:42.434" v="862"/>
          <ac:graphicFrameMkLst>
            <pc:docMk/>
            <pc:sldMk cId="4254538466" sldId="410"/>
            <ac:graphicFrameMk id="4" creationId="{88CC4B19-CC96-644C-8BFC-B684EFD6EB03}"/>
          </ac:graphicFrameMkLst>
        </pc:graphicFrameChg>
        <pc:graphicFrameChg chg="add del mod">
          <ac:chgData name="Zheng Fei" userId="d19317889db4c986" providerId="LiveId" clId="{F7968E7F-5AAF-AF48-AA60-9BF97F409E57}" dt="2022-03-31T15:12:51.423" v="870" actId="478"/>
          <ac:graphicFrameMkLst>
            <pc:docMk/>
            <pc:sldMk cId="4254538466" sldId="410"/>
            <ac:graphicFrameMk id="10" creationId="{C7ADA722-9F9D-0147-A4AE-E9EC826FA52F}"/>
          </ac:graphicFrameMkLst>
        </pc:graphicFrameChg>
        <pc:graphicFrameChg chg="mod">
          <ac:chgData name="Zheng Fei" userId="d19317889db4c986" providerId="LiveId" clId="{F7968E7F-5AAF-AF48-AA60-9BF97F409E57}" dt="2022-03-31T15:12:52.169" v="871"/>
          <ac:graphicFrameMkLst>
            <pc:docMk/>
            <pc:sldMk cId="4254538466" sldId="410"/>
            <ac:graphicFrameMk id="16" creationId="{C07017BE-F580-7345-8C0A-B42AE687F613}"/>
          </ac:graphicFrameMkLst>
        </pc:graphicFrameChg>
        <pc:graphicFrameChg chg="mod">
          <ac:chgData name="Zheng Fei" userId="d19317889db4c986" providerId="LiveId" clId="{F7968E7F-5AAF-AF48-AA60-9BF97F409E57}" dt="2022-03-31T15:12:55.726" v="873"/>
          <ac:graphicFrameMkLst>
            <pc:docMk/>
            <pc:sldMk cId="4254538466" sldId="410"/>
            <ac:graphicFrameMk id="20" creationId="{81E086DB-0EA2-A641-897D-D43D3C679DF8}"/>
          </ac:graphicFrameMkLst>
        </pc:graphicFrameChg>
        <pc:picChg chg="add mod modCrop">
          <ac:chgData name="Zheng Fei" userId="d19317889db4c986" providerId="LiveId" clId="{F7968E7F-5AAF-AF48-AA60-9BF97F409E57}" dt="2022-03-31T15:15:20.178" v="897" actId="1076"/>
          <ac:picMkLst>
            <pc:docMk/>
            <pc:sldMk cId="4254538466" sldId="410"/>
            <ac:picMk id="23" creationId="{188F5652-E5DD-3245-8B6F-D6D4BDF2C088}"/>
          </ac:picMkLst>
        </pc:picChg>
      </pc:sldChg>
      <pc:sldChg chg="addSp modSp new mod">
        <pc:chgData name="Zheng Fei" userId="d19317889db4c986" providerId="LiveId" clId="{F7968E7F-5AAF-AF48-AA60-9BF97F409E57}" dt="2022-03-31T17:20:54.095" v="2150" actId="1076"/>
        <pc:sldMkLst>
          <pc:docMk/>
          <pc:sldMk cId="3336456794" sldId="411"/>
        </pc:sldMkLst>
        <pc:spChg chg="add mod">
          <ac:chgData name="Zheng Fei" userId="d19317889db4c986" providerId="LiveId" clId="{F7968E7F-5AAF-AF48-AA60-9BF97F409E57}" dt="2022-03-31T17:03:59.470" v="1685"/>
          <ac:spMkLst>
            <pc:docMk/>
            <pc:sldMk cId="3336456794" sldId="411"/>
            <ac:spMk id="2" creationId="{920FC03D-9EAA-CA46-8648-0CB24DBD6427}"/>
          </ac:spMkLst>
        </pc:spChg>
        <pc:spChg chg="add mod">
          <ac:chgData name="Zheng Fei" userId="d19317889db4c986" providerId="LiveId" clId="{F7968E7F-5AAF-AF48-AA60-9BF97F409E57}" dt="2022-03-31T17:14:43.495" v="1868" actId="20577"/>
          <ac:spMkLst>
            <pc:docMk/>
            <pc:sldMk cId="3336456794" sldId="411"/>
            <ac:spMk id="3" creationId="{86E80EE6-2FDE-7E47-9C41-F4F14B200321}"/>
          </ac:spMkLst>
        </pc:spChg>
        <pc:spChg chg="add mod">
          <ac:chgData name="Zheng Fei" userId="d19317889db4c986" providerId="LiveId" clId="{F7968E7F-5AAF-AF48-AA60-9BF97F409E57}" dt="2022-03-31T17:09:35.677" v="1805" actId="1076"/>
          <ac:spMkLst>
            <pc:docMk/>
            <pc:sldMk cId="3336456794" sldId="411"/>
            <ac:spMk id="4" creationId="{A2729134-FA56-9E43-A15B-D00495E592C6}"/>
          </ac:spMkLst>
        </pc:spChg>
        <pc:spChg chg="add mod">
          <ac:chgData name="Zheng Fei" userId="d19317889db4c986" providerId="LiveId" clId="{F7968E7F-5AAF-AF48-AA60-9BF97F409E57}" dt="2022-03-31T17:20:54.095" v="2150" actId="1076"/>
          <ac:spMkLst>
            <pc:docMk/>
            <pc:sldMk cId="3336456794" sldId="411"/>
            <ac:spMk id="5" creationId="{D4FB1D68-5F6E-5A48-8D7C-B6E2AE5B286C}"/>
          </ac:spMkLst>
        </pc:spChg>
        <pc:spChg chg="add mod">
          <ac:chgData name="Zheng Fei" userId="d19317889db4c986" providerId="LiveId" clId="{F7968E7F-5AAF-AF48-AA60-9BF97F409E57}" dt="2022-03-31T17:20:50.047" v="2149" actId="1076"/>
          <ac:spMkLst>
            <pc:docMk/>
            <pc:sldMk cId="3336456794" sldId="411"/>
            <ac:spMk id="6" creationId="{5393F1D8-08D1-864B-B909-8430DC56A0E0}"/>
          </ac:spMkLst>
        </pc:spChg>
      </pc:sldChg>
      <pc:sldChg chg="add del modTransition">
        <pc:chgData name="Zheng Fei" userId="d19317889db4c986" providerId="LiveId" clId="{F7968E7F-5AAF-AF48-AA60-9BF97F409E57}" dt="2022-03-31T16:49:13.195" v="1463" actId="2696"/>
        <pc:sldMkLst>
          <pc:docMk/>
          <pc:sldMk cId="3691097933" sldId="411"/>
        </pc:sldMkLst>
      </pc:sldChg>
      <pc:sldChg chg="addSp modSp new mod">
        <pc:chgData name="Zheng Fei" userId="d19317889db4c986" providerId="LiveId" clId="{F7968E7F-5AAF-AF48-AA60-9BF97F409E57}" dt="2022-03-31T17:27:33.817" v="2306" actId="20577"/>
        <pc:sldMkLst>
          <pc:docMk/>
          <pc:sldMk cId="3601747280" sldId="412"/>
        </pc:sldMkLst>
        <pc:spChg chg="add mod">
          <ac:chgData name="Zheng Fei" userId="d19317889db4c986" providerId="LiveId" clId="{F7968E7F-5AAF-AF48-AA60-9BF97F409E57}" dt="2022-03-31T17:27:33.817" v="2306" actId="20577"/>
          <ac:spMkLst>
            <pc:docMk/>
            <pc:sldMk cId="3601747280" sldId="412"/>
            <ac:spMk id="2" creationId="{68072B7D-D2DB-E144-B306-14AD82D74031}"/>
          </ac:spMkLst>
        </pc:spChg>
      </pc:sldChg>
      <pc:sldChg chg="addSp modSp new mod">
        <pc:chgData name="Zheng Fei" userId="d19317889db4c986" providerId="LiveId" clId="{F7968E7F-5AAF-AF48-AA60-9BF97F409E57}" dt="2022-03-31T17:36:16.094" v="2543" actId="1076"/>
        <pc:sldMkLst>
          <pc:docMk/>
          <pc:sldMk cId="2881794614" sldId="413"/>
        </pc:sldMkLst>
        <pc:spChg chg="add mod">
          <ac:chgData name="Zheng Fei" userId="d19317889db4c986" providerId="LiveId" clId="{F7968E7F-5AAF-AF48-AA60-9BF97F409E57}" dt="2022-03-31T17:34:50.647" v="2419" actId="207"/>
          <ac:spMkLst>
            <pc:docMk/>
            <pc:sldMk cId="2881794614" sldId="413"/>
            <ac:spMk id="2" creationId="{D0EE0076-5EE1-1443-953B-CEF8BFEA5978}"/>
          </ac:spMkLst>
        </pc:spChg>
        <pc:spChg chg="add mod">
          <ac:chgData name="Zheng Fei" userId="d19317889db4c986" providerId="LiveId" clId="{F7968E7F-5AAF-AF48-AA60-9BF97F409E57}" dt="2022-03-31T17:33:46.339" v="2392" actId="207"/>
          <ac:spMkLst>
            <pc:docMk/>
            <pc:sldMk cId="2881794614" sldId="413"/>
            <ac:spMk id="3" creationId="{ACD9658C-9BB7-1E4C-8F49-2780873BFDC5}"/>
          </ac:spMkLst>
        </pc:spChg>
        <pc:spChg chg="add mod">
          <ac:chgData name="Zheng Fei" userId="d19317889db4c986" providerId="LiveId" clId="{F7968E7F-5AAF-AF48-AA60-9BF97F409E57}" dt="2022-03-31T17:33:50.910" v="2394" actId="1076"/>
          <ac:spMkLst>
            <pc:docMk/>
            <pc:sldMk cId="2881794614" sldId="413"/>
            <ac:spMk id="4" creationId="{9525F7EB-3D08-FE4F-B276-5BCDAB186B9A}"/>
          </ac:spMkLst>
        </pc:spChg>
        <pc:spChg chg="add mod">
          <ac:chgData name="Zheng Fei" userId="d19317889db4c986" providerId="LiveId" clId="{F7968E7F-5AAF-AF48-AA60-9BF97F409E57}" dt="2022-03-31T17:33:54.200" v="2396" actId="1076"/>
          <ac:spMkLst>
            <pc:docMk/>
            <pc:sldMk cId="2881794614" sldId="413"/>
            <ac:spMk id="5" creationId="{48672195-FC0E-E545-95F8-76009DAB33C2}"/>
          </ac:spMkLst>
        </pc:spChg>
        <pc:spChg chg="add mod">
          <ac:chgData name="Zheng Fei" userId="d19317889db4c986" providerId="LiveId" clId="{F7968E7F-5AAF-AF48-AA60-9BF97F409E57}" dt="2022-03-31T17:33:57.514" v="2398" actId="1076"/>
          <ac:spMkLst>
            <pc:docMk/>
            <pc:sldMk cId="2881794614" sldId="413"/>
            <ac:spMk id="6" creationId="{18002B0D-E57D-9B48-A397-199BD1981574}"/>
          </ac:spMkLst>
        </pc:spChg>
        <pc:spChg chg="add mod">
          <ac:chgData name="Zheng Fei" userId="d19317889db4c986" providerId="LiveId" clId="{F7968E7F-5AAF-AF48-AA60-9BF97F409E57}" dt="2022-03-31T17:34:01.552" v="2400" actId="1076"/>
          <ac:spMkLst>
            <pc:docMk/>
            <pc:sldMk cId="2881794614" sldId="413"/>
            <ac:spMk id="7" creationId="{1A0F29F3-988A-894D-8E9B-064A6A23AFC9}"/>
          </ac:spMkLst>
        </pc:spChg>
        <pc:spChg chg="add mod">
          <ac:chgData name="Zheng Fei" userId="d19317889db4c986" providerId="LiveId" clId="{F7968E7F-5AAF-AF48-AA60-9BF97F409E57}" dt="2022-03-31T17:34:04.964" v="2402" actId="1076"/>
          <ac:spMkLst>
            <pc:docMk/>
            <pc:sldMk cId="2881794614" sldId="413"/>
            <ac:spMk id="8" creationId="{35120FDD-F9BC-CD44-930B-BA28A14063A5}"/>
          </ac:spMkLst>
        </pc:spChg>
        <pc:spChg chg="add mod">
          <ac:chgData name="Zheng Fei" userId="d19317889db4c986" providerId="LiveId" clId="{F7968E7F-5AAF-AF48-AA60-9BF97F409E57}" dt="2022-03-31T17:34:07.683" v="2404" actId="1076"/>
          <ac:spMkLst>
            <pc:docMk/>
            <pc:sldMk cId="2881794614" sldId="413"/>
            <ac:spMk id="9" creationId="{C8D11442-3884-7C48-AE09-CB8AAA8F2AE0}"/>
          </ac:spMkLst>
        </pc:spChg>
        <pc:spChg chg="add mod">
          <ac:chgData name="Zheng Fei" userId="d19317889db4c986" providerId="LiveId" clId="{F7968E7F-5AAF-AF48-AA60-9BF97F409E57}" dt="2022-03-31T17:34:10.809" v="2406" actId="1076"/>
          <ac:spMkLst>
            <pc:docMk/>
            <pc:sldMk cId="2881794614" sldId="413"/>
            <ac:spMk id="10" creationId="{4DE17023-12C4-8743-AFA8-316855037433}"/>
          </ac:spMkLst>
        </pc:spChg>
        <pc:spChg chg="add mod">
          <ac:chgData name="Zheng Fei" userId="d19317889db4c986" providerId="LiveId" clId="{F7968E7F-5AAF-AF48-AA60-9BF97F409E57}" dt="2022-03-31T17:34:53.359" v="2420" actId="207"/>
          <ac:spMkLst>
            <pc:docMk/>
            <pc:sldMk cId="2881794614" sldId="413"/>
            <ac:spMk id="11" creationId="{CDA09DF8-61F1-3C40-B6BF-9468032C679E}"/>
          </ac:spMkLst>
        </pc:spChg>
        <pc:spChg chg="add mod">
          <ac:chgData name="Zheng Fei" userId="d19317889db4c986" providerId="LiveId" clId="{F7968E7F-5AAF-AF48-AA60-9BF97F409E57}" dt="2022-03-31T17:34:26.668" v="2412" actId="1076"/>
          <ac:spMkLst>
            <pc:docMk/>
            <pc:sldMk cId="2881794614" sldId="413"/>
            <ac:spMk id="12" creationId="{8893D9DA-6EB2-564F-869C-29933C2F0493}"/>
          </ac:spMkLst>
        </pc:spChg>
        <pc:spChg chg="add mod">
          <ac:chgData name="Zheng Fei" userId="d19317889db4c986" providerId="LiveId" clId="{F7968E7F-5AAF-AF48-AA60-9BF97F409E57}" dt="2022-03-31T17:34:28.260" v="2413" actId="1076"/>
          <ac:spMkLst>
            <pc:docMk/>
            <pc:sldMk cId="2881794614" sldId="413"/>
            <ac:spMk id="13" creationId="{EFBFCE7B-A5DA-4048-8424-5348EB9BF6AE}"/>
          </ac:spMkLst>
        </pc:spChg>
        <pc:spChg chg="add mod">
          <ac:chgData name="Zheng Fei" userId="d19317889db4c986" providerId="LiveId" clId="{F7968E7F-5AAF-AF48-AA60-9BF97F409E57}" dt="2022-03-31T17:34:39.363" v="2416" actId="1076"/>
          <ac:spMkLst>
            <pc:docMk/>
            <pc:sldMk cId="2881794614" sldId="413"/>
            <ac:spMk id="14" creationId="{F401FC65-F408-5A4C-9EFF-264EE0D82337}"/>
          </ac:spMkLst>
        </pc:spChg>
        <pc:spChg chg="add mod">
          <ac:chgData name="Zheng Fei" userId="d19317889db4c986" providerId="LiveId" clId="{F7968E7F-5AAF-AF48-AA60-9BF97F409E57}" dt="2022-03-31T17:34:46.491" v="2418" actId="1076"/>
          <ac:spMkLst>
            <pc:docMk/>
            <pc:sldMk cId="2881794614" sldId="413"/>
            <ac:spMk id="15" creationId="{2BF9FC55-A821-B347-8B6C-422314402C09}"/>
          </ac:spMkLst>
        </pc:spChg>
        <pc:spChg chg="add mod">
          <ac:chgData name="Zheng Fei" userId="d19317889db4c986" providerId="LiveId" clId="{F7968E7F-5AAF-AF48-AA60-9BF97F409E57}" dt="2022-03-31T17:34:44.065" v="2417" actId="1076"/>
          <ac:spMkLst>
            <pc:docMk/>
            <pc:sldMk cId="2881794614" sldId="413"/>
            <ac:spMk id="16" creationId="{35F095AE-B2C9-864B-9628-639A2C26985B}"/>
          </ac:spMkLst>
        </pc:spChg>
        <pc:spChg chg="add mod">
          <ac:chgData name="Zheng Fei" userId="d19317889db4c986" providerId="LiveId" clId="{F7968E7F-5AAF-AF48-AA60-9BF97F409E57}" dt="2022-03-31T17:34:24.782" v="2411" actId="1076"/>
          <ac:spMkLst>
            <pc:docMk/>
            <pc:sldMk cId="2881794614" sldId="413"/>
            <ac:spMk id="17" creationId="{C2E64771-FFFF-D947-953C-0BB7DE08D237}"/>
          </ac:spMkLst>
        </pc:spChg>
        <pc:spChg chg="add mod">
          <ac:chgData name="Zheng Fei" userId="d19317889db4c986" providerId="LiveId" clId="{F7968E7F-5AAF-AF48-AA60-9BF97F409E57}" dt="2022-03-31T17:34:30.187" v="2414" actId="1076"/>
          <ac:spMkLst>
            <pc:docMk/>
            <pc:sldMk cId="2881794614" sldId="413"/>
            <ac:spMk id="18" creationId="{EA5A06FD-4FDB-8B4A-BAC3-F576BDCA654C}"/>
          </ac:spMkLst>
        </pc:spChg>
        <pc:spChg chg="add mod">
          <ac:chgData name="Zheng Fei" userId="d19317889db4c986" providerId="LiveId" clId="{F7968E7F-5AAF-AF48-AA60-9BF97F409E57}" dt="2022-03-31T17:34:23.091" v="2410" actId="1076"/>
          <ac:spMkLst>
            <pc:docMk/>
            <pc:sldMk cId="2881794614" sldId="413"/>
            <ac:spMk id="19" creationId="{9FEEC1B6-04DF-D143-888F-91F303219891}"/>
          </ac:spMkLst>
        </pc:spChg>
        <pc:spChg chg="add mod">
          <ac:chgData name="Zheng Fei" userId="d19317889db4c986" providerId="LiveId" clId="{F7968E7F-5AAF-AF48-AA60-9BF97F409E57}" dt="2022-03-31T17:35:23.851" v="2468" actId="20577"/>
          <ac:spMkLst>
            <pc:docMk/>
            <pc:sldMk cId="2881794614" sldId="413"/>
            <ac:spMk id="20" creationId="{413E0224-8E4A-A841-BA82-EA8B8A845ABC}"/>
          </ac:spMkLst>
        </pc:spChg>
        <pc:spChg chg="add mod">
          <ac:chgData name="Zheng Fei" userId="d19317889db4c986" providerId="LiveId" clId="{F7968E7F-5AAF-AF48-AA60-9BF97F409E57}" dt="2022-03-31T17:35:34.394" v="2481" actId="20577"/>
          <ac:spMkLst>
            <pc:docMk/>
            <pc:sldMk cId="2881794614" sldId="413"/>
            <ac:spMk id="21" creationId="{486E6BBD-626C-FC46-A3DA-C38ECC574308}"/>
          </ac:spMkLst>
        </pc:spChg>
        <pc:spChg chg="add mod">
          <ac:chgData name="Zheng Fei" userId="d19317889db4c986" providerId="LiveId" clId="{F7968E7F-5AAF-AF48-AA60-9BF97F409E57}" dt="2022-03-31T17:36:16.094" v="2543" actId="1076"/>
          <ac:spMkLst>
            <pc:docMk/>
            <pc:sldMk cId="2881794614" sldId="413"/>
            <ac:spMk id="22" creationId="{58153B0C-B115-C64C-8AAE-8889ECE1F562}"/>
          </ac:spMkLst>
        </pc:spChg>
      </pc:sldChg>
      <pc:sldChg chg="addSp modSp new mod">
        <pc:chgData name="Zheng Fei" userId="d19317889db4c986" providerId="LiveId" clId="{F7968E7F-5AAF-AF48-AA60-9BF97F409E57}" dt="2022-03-31T17:44:20.757" v="2633" actId="1037"/>
        <pc:sldMkLst>
          <pc:docMk/>
          <pc:sldMk cId="3456676156" sldId="414"/>
        </pc:sldMkLst>
        <pc:spChg chg="add mod">
          <ac:chgData name="Zheng Fei" userId="d19317889db4c986" providerId="LiveId" clId="{F7968E7F-5AAF-AF48-AA60-9BF97F409E57}" dt="2022-03-31T17:40:28.273" v="2555" actId="20577"/>
          <ac:spMkLst>
            <pc:docMk/>
            <pc:sldMk cId="3456676156" sldId="414"/>
            <ac:spMk id="2" creationId="{50F4FF93-0091-154B-8EF6-D5A42388943F}"/>
          </ac:spMkLst>
        </pc:spChg>
        <pc:spChg chg="add mod">
          <ac:chgData name="Zheng Fei" userId="d19317889db4c986" providerId="LiveId" clId="{F7968E7F-5AAF-AF48-AA60-9BF97F409E57}" dt="2022-03-31T17:41:03.321" v="2560" actId="114"/>
          <ac:spMkLst>
            <pc:docMk/>
            <pc:sldMk cId="3456676156" sldId="414"/>
            <ac:spMk id="3" creationId="{3FA23815-B588-7F40-B981-2CEDB7C864E3}"/>
          </ac:spMkLst>
        </pc:spChg>
        <pc:spChg chg="add mod">
          <ac:chgData name="Zheng Fei" userId="d19317889db4c986" providerId="LiveId" clId="{F7968E7F-5AAF-AF48-AA60-9BF97F409E57}" dt="2022-03-31T17:44:13.557" v="2626" actId="1038"/>
          <ac:spMkLst>
            <pc:docMk/>
            <pc:sldMk cId="3456676156" sldId="414"/>
            <ac:spMk id="4" creationId="{8C4C6F51-638F-A449-8359-AB71416F5FD4}"/>
          </ac:spMkLst>
        </pc:spChg>
        <pc:spChg chg="add mod">
          <ac:chgData name="Zheng Fei" userId="d19317889db4c986" providerId="LiveId" clId="{F7968E7F-5AAF-AF48-AA60-9BF97F409E57}" dt="2022-03-31T17:44:20.757" v="2633" actId="1037"/>
          <ac:spMkLst>
            <pc:docMk/>
            <pc:sldMk cId="3456676156" sldId="414"/>
            <ac:spMk id="5" creationId="{5DAF96DB-1136-CF4C-87EA-425259A1E0D6}"/>
          </ac:spMkLst>
        </pc:spChg>
        <pc:spChg chg="add mod">
          <ac:chgData name="Zheng Fei" userId="d19317889db4c986" providerId="LiveId" clId="{F7968E7F-5AAF-AF48-AA60-9BF97F409E57}" dt="2022-03-31T17:44:17.307" v="2631" actId="1037"/>
          <ac:spMkLst>
            <pc:docMk/>
            <pc:sldMk cId="3456676156" sldId="414"/>
            <ac:spMk id="6" creationId="{700965DB-D126-FC4F-B1AF-963CA4B5AE9B}"/>
          </ac:spMkLst>
        </pc:spChg>
      </pc:sldChg>
      <pc:sldChg chg="addSp delSp modSp add mod modTransition">
        <pc:chgData name="Zheng Fei" userId="d19317889db4c986" providerId="LiveId" clId="{F7968E7F-5AAF-AF48-AA60-9BF97F409E57}" dt="2022-04-08T00:34:13.898" v="2697" actId="1076"/>
        <pc:sldMkLst>
          <pc:docMk/>
          <pc:sldMk cId="3897715051" sldId="415"/>
        </pc:sldMkLst>
        <pc:spChg chg="mod">
          <ac:chgData name="Zheng Fei" userId="d19317889db4c986" providerId="LiveId" clId="{F7968E7F-5AAF-AF48-AA60-9BF97F409E57}" dt="2022-03-31T17:48:32.099" v="2685" actId="57"/>
          <ac:spMkLst>
            <pc:docMk/>
            <pc:sldMk cId="3897715051" sldId="415"/>
            <ac:spMk id="4" creationId="{A086075B-E493-0D40-81E3-670D4FFE3456}"/>
          </ac:spMkLst>
        </pc:spChg>
        <pc:spChg chg="mod">
          <ac:chgData name="Zheng Fei" userId="d19317889db4c986" providerId="LiveId" clId="{F7968E7F-5AAF-AF48-AA60-9BF97F409E57}" dt="2022-03-31T17:46:46.845" v="2642" actId="20577"/>
          <ac:spMkLst>
            <pc:docMk/>
            <pc:sldMk cId="3897715051" sldId="415"/>
            <ac:spMk id="32" creationId="{AB753F62-3EB1-BF42-8ED3-9B18C849E452}"/>
          </ac:spMkLst>
        </pc:spChg>
        <pc:graphicFrameChg chg="add mod">
          <ac:chgData name="Zheng Fei" userId="d19317889db4c986" providerId="LiveId" clId="{F7968E7F-5AAF-AF48-AA60-9BF97F409E57}" dt="2022-04-08T00:34:13.898" v="2697" actId="1076"/>
          <ac:graphicFrameMkLst>
            <pc:docMk/>
            <pc:sldMk cId="3897715051" sldId="415"/>
            <ac:graphicFrameMk id="18" creationId="{FFF66488-B4E1-914A-8D17-12642897524C}"/>
          </ac:graphicFrameMkLst>
        </pc:graphicFrameChg>
        <pc:picChg chg="del">
          <ac:chgData name="Zheng Fei" userId="d19317889db4c986" providerId="LiveId" clId="{F7968E7F-5AAF-AF48-AA60-9BF97F409E57}" dt="2022-03-31T17:48:08.307" v="2670" actId="478"/>
          <ac:picMkLst>
            <pc:docMk/>
            <pc:sldMk cId="3897715051" sldId="415"/>
            <ac:picMk id="3" creationId="{82A27142-0850-8848-98CC-132233913BC3}"/>
          </ac:picMkLst>
        </pc:picChg>
      </pc:sldChg>
    </pc:docChg>
  </pc:docChgLst>
  <pc:docChgLst>
    <pc:chgData name="Fei" userId="d19317889db4c986" providerId="LiveId" clId="{D9BD91D9-1EC7-4E40-B528-D0BC08271DEC}"/>
    <pc:docChg chg="custSel addSld delSld modSld">
      <pc:chgData name="Fei" userId="d19317889db4c986" providerId="LiveId" clId="{D9BD91D9-1EC7-4E40-B528-D0BC08271DEC}" dt="2022-05-16T06:58:10.414" v="34" actId="47"/>
      <pc:docMkLst>
        <pc:docMk/>
      </pc:docMkLst>
      <pc:sldChg chg="add">
        <pc:chgData name="Fei" userId="d19317889db4c986" providerId="LiveId" clId="{D9BD91D9-1EC7-4E40-B528-D0BC08271DEC}" dt="2022-05-16T06:56:58.491" v="33"/>
        <pc:sldMkLst>
          <pc:docMk/>
          <pc:sldMk cId="276061757" sldId="284"/>
        </pc:sldMkLst>
      </pc:sldChg>
      <pc:sldChg chg="add">
        <pc:chgData name="Fei" userId="d19317889db4c986" providerId="LiveId" clId="{D9BD91D9-1EC7-4E40-B528-D0BC08271DEC}" dt="2022-05-16T06:56:42.265" v="32"/>
        <pc:sldMkLst>
          <pc:docMk/>
          <pc:sldMk cId="1873751283" sldId="320"/>
        </pc:sldMkLst>
      </pc:sldChg>
      <pc:sldChg chg="add">
        <pc:chgData name="Fei" userId="d19317889db4c986" providerId="LiveId" clId="{D9BD91D9-1EC7-4E40-B528-D0BC08271DEC}" dt="2022-05-16T06:56:42.265" v="32"/>
        <pc:sldMkLst>
          <pc:docMk/>
          <pc:sldMk cId="3978420858" sldId="410"/>
        </pc:sldMkLst>
      </pc:sldChg>
      <pc:sldChg chg="add">
        <pc:chgData name="Fei" userId="d19317889db4c986" providerId="LiveId" clId="{D9BD91D9-1EC7-4E40-B528-D0BC08271DEC}" dt="2022-05-16T06:56:42.265" v="32"/>
        <pc:sldMkLst>
          <pc:docMk/>
          <pc:sldMk cId="4254538466" sldId="411"/>
        </pc:sldMkLst>
      </pc:sldChg>
      <pc:sldChg chg="add">
        <pc:chgData name="Fei" userId="d19317889db4c986" providerId="LiveId" clId="{D9BD91D9-1EC7-4E40-B528-D0BC08271DEC}" dt="2022-05-16T06:56:42.265" v="32"/>
        <pc:sldMkLst>
          <pc:docMk/>
          <pc:sldMk cId="831065671" sldId="413"/>
        </pc:sldMkLst>
      </pc:sldChg>
      <pc:sldChg chg="add">
        <pc:chgData name="Fei" userId="d19317889db4c986" providerId="LiveId" clId="{D9BD91D9-1EC7-4E40-B528-D0BC08271DEC}" dt="2022-05-16T06:56:10.982" v="31"/>
        <pc:sldMkLst>
          <pc:docMk/>
          <pc:sldMk cId="604693719" sldId="414"/>
        </pc:sldMkLst>
      </pc:sldChg>
      <pc:sldChg chg="add">
        <pc:chgData name="Fei" userId="d19317889db4c986" providerId="LiveId" clId="{D9BD91D9-1EC7-4E40-B528-D0BC08271DEC}" dt="2022-05-16T06:56:42.265" v="32"/>
        <pc:sldMkLst>
          <pc:docMk/>
          <pc:sldMk cId="1395355874" sldId="417"/>
        </pc:sldMkLst>
      </pc:sldChg>
      <pc:sldChg chg="delSp modSp mod">
        <pc:chgData name="Fei" userId="d19317889db4c986" providerId="LiveId" clId="{D9BD91D9-1EC7-4E40-B528-D0BC08271DEC}" dt="2022-05-16T06:55:03.998" v="30" actId="113"/>
        <pc:sldMkLst>
          <pc:docMk/>
          <pc:sldMk cId="3621321667" sldId="435"/>
        </pc:sldMkLst>
        <pc:spChg chg="del mod">
          <ac:chgData name="Fei" userId="d19317889db4c986" providerId="LiveId" clId="{D9BD91D9-1EC7-4E40-B528-D0BC08271DEC}" dt="2022-05-16T06:54:44.329" v="22" actId="478"/>
          <ac:spMkLst>
            <pc:docMk/>
            <pc:sldMk cId="3621321667" sldId="435"/>
            <ac:spMk id="2" creationId="{A304DC53-C2BA-58A1-51EA-1CCDE46E9F45}"/>
          </ac:spMkLst>
        </pc:spChg>
        <pc:spChg chg="mod">
          <ac:chgData name="Fei" userId="d19317889db4c986" providerId="LiveId" clId="{D9BD91D9-1EC7-4E40-B528-D0BC08271DEC}" dt="2022-05-16T06:55:03.998" v="30" actId="113"/>
          <ac:spMkLst>
            <pc:docMk/>
            <pc:sldMk cId="3621321667" sldId="435"/>
            <ac:spMk id="3" creationId="{36822F84-3D88-3D38-BCAF-A134BD80DE53}"/>
          </ac:spMkLst>
        </pc:spChg>
      </pc:sldChg>
      <pc:sldChg chg="delSp modSp mod">
        <pc:chgData name="Fei" userId="d19317889db4c986" providerId="LiveId" clId="{D9BD91D9-1EC7-4E40-B528-D0BC08271DEC}" dt="2022-05-16T06:55:01.076" v="29" actId="113"/>
        <pc:sldMkLst>
          <pc:docMk/>
          <pc:sldMk cId="258570365" sldId="436"/>
        </pc:sldMkLst>
        <pc:spChg chg="del mod">
          <ac:chgData name="Fei" userId="d19317889db4c986" providerId="LiveId" clId="{D9BD91D9-1EC7-4E40-B528-D0BC08271DEC}" dt="2022-05-16T06:54:52.754" v="26" actId="478"/>
          <ac:spMkLst>
            <pc:docMk/>
            <pc:sldMk cId="258570365" sldId="436"/>
            <ac:spMk id="2" creationId="{A304DC53-C2BA-58A1-51EA-1CCDE46E9F45}"/>
          </ac:spMkLst>
        </pc:spChg>
        <pc:spChg chg="mod">
          <ac:chgData name="Fei" userId="d19317889db4c986" providerId="LiveId" clId="{D9BD91D9-1EC7-4E40-B528-D0BC08271DEC}" dt="2022-05-16T06:55:01.076" v="29" actId="113"/>
          <ac:spMkLst>
            <pc:docMk/>
            <pc:sldMk cId="258570365" sldId="436"/>
            <ac:spMk id="3" creationId="{36822F84-3D88-3D38-BCAF-A134BD80DE53}"/>
          </ac:spMkLst>
        </pc:spChg>
      </pc:sldChg>
      <pc:sldChg chg="del">
        <pc:chgData name="Fei" userId="d19317889db4c986" providerId="LiveId" clId="{D9BD91D9-1EC7-4E40-B528-D0BC08271DEC}" dt="2022-05-16T06:58:10.414" v="34" actId="47"/>
        <pc:sldMkLst>
          <pc:docMk/>
          <pc:sldMk cId="942802364" sldId="438"/>
        </pc:sldMkLst>
      </pc:sldChg>
      <pc:sldChg chg="add">
        <pc:chgData name="Fei" userId="d19317889db4c986" providerId="LiveId" clId="{D9BD91D9-1EC7-4E40-B528-D0BC08271DEC}" dt="2022-05-16T06:56:10.982" v="31"/>
        <pc:sldMkLst>
          <pc:docMk/>
          <pc:sldMk cId="2359660627" sldId="439"/>
        </pc:sldMkLst>
      </pc:sldChg>
      <pc:sldChg chg="add">
        <pc:chgData name="Fei" userId="d19317889db4c986" providerId="LiveId" clId="{D9BD91D9-1EC7-4E40-B528-D0BC08271DEC}" dt="2022-05-16T06:56:42.265" v="32"/>
        <pc:sldMkLst>
          <pc:docMk/>
          <pc:sldMk cId="2405140433" sldId="440"/>
        </pc:sldMkLst>
      </pc:sldChg>
      <pc:sldChg chg="add">
        <pc:chgData name="Fei" userId="d19317889db4c986" providerId="LiveId" clId="{D9BD91D9-1EC7-4E40-B528-D0BC08271DEC}" dt="2022-05-16T06:56:58.491" v="33"/>
        <pc:sldMkLst>
          <pc:docMk/>
          <pc:sldMk cId="2654702425" sldId="441"/>
        </pc:sldMkLst>
      </pc:sldChg>
    </pc:docChg>
  </pc:docChgLst>
  <pc:docChgLst>
    <pc:chgData name="Zheng Fei" userId="d19317889db4c986" providerId="LiveId" clId="{7F0A2569-EDD2-3542-88EC-3892061FA59B}"/>
    <pc:docChg chg="undo custSel addSld delSld modSld sldOrd">
      <pc:chgData name="Zheng Fei" userId="d19317889db4c986" providerId="LiveId" clId="{7F0A2569-EDD2-3542-88EC-3892061FA59B}" dt="2022-04-05T14:13:53.770" v="1098"/>
      <pc:docMkLst>
        <pc:docMk/>
      </pc:docMkLst>
      <pc:sldChg chg="modSp mod">
        <pc:chgData name="Zheng Fei" userId="d19317889db4c986" providerId="LiveId" clId="{7F0A2569-EDD2-3542-88EC-3892061FA59B}" dt="2022-03-30T05:36:57.120" v="657" actId="1035"/>
        <pc:sldMkLst>
          <pc:docMk/>
          <pc:sldMk cId="0" sldId="257"/>
        </pc:sldMkLst>
        <pc:spChg chg="mod">
          <ac:chgData name="Zheng Fei" userId="d19317889db4c986" providerId="LiveId" clId="{7F0A2569-EDD2-3542-88EC-3892061FA59B}" dt="2022-03-29T15:13:06.149" v="480" actId="2711"/>
          <ac:spMkLst>
            <pc:docMk/>
            <pc:sldMk cId="0" sldId="257"/>
            <ac:spMk id="9" creationId="{A2A32693-FA85-46ED-9F52-424F364119E5}"/>
          </ac:spMkLst>
        </pc:spChg>
        <pc:spChg chg="mod">
          <ac:chgData name="Zheng Fei" userId="d19317889db4c986" providerId="LiveId" clId="{7F0A2569-EDD2-3542-88EC-3892061FA59B}" dt="2022-03-30T05:36:57.120" v="657" actId="1035"/>
          <ac:spMkLst>
            <pc:docMk/>
            <pc:sldMk cId="0" sldId="257"/>
            <ac:spMk id="61442" creationId="{9979D594-9100-0446-A19F-7140E5533581}"/>
          </ac:spMkLst>
        </pc:spChg>
        <pc:spChg chg="mod">
          <ac:chgData name="Zheng Fei" userId="d19317889db4c986" providerId="LiveId" clId="{7F0A2569-EDD2-3542-88EC-3892061FA59B}" dt="2022-03-29T15:13:06.149" v="480" actId="2711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Zheng Fei" userId="d19317889db4c986" providerId="LiveId" clId="{7F0A2569-EDD2-3542-88EC-3892061FA59B}" dt="2022-03-29T15:13:06.149" v="480" actId="2711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Zheng Fei" userId="d19317889db4c986" providerId="LiveId" clId="{7F0A2569-EDD2-3542-88EC-3892061FA59B}" dt="2022-03-29T15:13:06.149" v="480" actId="2711"/>
          <ac:spMkLst>
            <pc:docMk/>
            <pc:sldMk cId="0" sldId="257"/>
            <ac:spMk id="61446" creationId="{3CA5D0EF-1412-D449-86E5-3BEFAEB9289A}"/>
          </ac:spMkLst>
        </pc:spChg>
        <pc:spChg chg="mod">
          <ac:chgData name="Zheng Fei" userId="d19317889db4c986" providerId="LiveId" clId="{7F0A2569-EDD2-3542-88EC-3892061FA59B}" dt="2022-03-29T15:13:06.149" v="480" actId="2711"/>
          <ac:spMkLst>
            <pc:docMk/>
            <pc:sldMk cId="0" sldId="257"/>
            <ac:spMk id="61447" creationId="{DD80242F-AA85-8545-A347-8717F40C342A}"/>
          </ac:spMkLst>
        </pc:spChg>
      </pc:sldChg>
      <pc:sldChg chg="delSp modSp add modTransition modAnim">
        <pc:chgData name="Zheng Fei" userId="d19317889db4c986" providerId="LiveId" clId="{7F0A2569-EDD2-3542-88EC-3892061FA59B}" dt="2022-03-30T05:36:32.722" v="640" actId="12788"/>
        <pc:sldMkLst>
          <pc:docMk/>
          <pc:sldMk cId="4145988057" sldId="258"/>
        </pc:sldMkLst>
        <pc:spChg chg="mod">
          <ac:chgData name="Zheng Fei" userId="d19317889db4c986" providerId="LiveId" clId="{7F0A2569-EDD2-3542-88EC-3892061FA59B}" dt="2022-03-30T05:36:32.722" v="640" actId="12788"/>
          <ac:spMkLst>
            <pc:docMk/>
            <pc:sldMk cId="4145988057" sldId="258"/>
            <ac:spMk id="53250" creationId="{5E3BE4DD-D031-514D-8A80-E2C72A2AD655}"/>
          </ac:spMkLst>
        </pc:spChg>
        <pc:spChg chg="del mod">
          <ac:chgData name="Zheng Fei" userId="d19317889db4c986" providerId="LiveId" clId="{7F0A2569-EDD2-3542-88EC-3892061FA59B}" dt="2022-03-30T05:33:51.662" v="611" actId="478"/>
          <ac:spMkLst>
            <pc:docMk/>
            <pc:sldMk cId="4145988057" sldId="258"/>
            <ac:spMk id="53254" creationId="{C2941FDA-F3AF-634A-B8CC-933537827C80}"/>
          </ac:spMkLst>
        </pc:spChg>
        <pc:spChg chg="mod">
          <ac:chgData name="Zheng Fei" userId="d19317889db4c986" providerId="LiveId" clId="{7F0A2569-EDD2-3542-88EC-3892061FA59B}" dt="2022-03-29T15:28:54.388" v="513" actId="2711"/>
          <ac:spMkLst>
            <pc:docMk/>
            <pc:sldMk cId="4145988057" sldId="258"/>
            <ac:spMk id="53256" creationId="{C5A72506-9ECC-EB43-B0BB-C92C3BB5FA94}"/>
          </ac:spMkLst>
        </pc:spChg>
        <pc:spChg chg="mod">
          <ac:chgData name="Zheng Fei" userId="d19317889db4c986" providerId="LiveId" clId="{7F0A2569-EDD2-3542-88EC-3892061FA59B}" dt="2022-03-29T15:28:54.388" v="513" actId="2711"/>
          <ac:spMkLst>
            <pc:docMk/>
            <pc:sldMk cId="4145988057" sldId="258"/>
            <ac:spMk id="53262" creationId="{1F631962-AAFD-B148-90A0-D6C560BBCEE3}"/>
          </ac:spMkLst>
        </pc:spChg>
        <pc:graphicFrameChg chg="mod">
          <ac:chgData name="Zheng Fei" userId="d19317889db4c986" providerId="LiveId" clId="{7F0A2569-EDD2-3542-88EC-3892061FA59B}" dt="2022-03-29T15:28:54.388" v="513" actId="2711"/>
          <ac:graphicFrameMkLst>
            <pc:docMk/>
            <pc:sldMk cId="4145988057" sldId="258"/>
            <ac:graphicFrameMk id="53258" creationId="{57AAC5ED-A63A-D64A-A77A-909F80D43873}"/>
          </ac:graphicFrameMkLst>
        </pc:graphicFrameChg>
        <pc:graphicFrameChg chg="mod">
          <ac:chgData name="Zheng Fei" userId="d19317889db4c986" providerId="LiveId" clId="{7F0A2569-EDD2-3542-88EC-3892061FA59B}" dt="2022-03-29T15:28:54.388" v="513" actId="2711"/>
          <ac:graphicFrameMkLst>
            <pc:docMk/>
            <pc:sldMk cId="4145988057" sldId="258"/>
            <ac:graphicFrameMk id="53259" creationId="{FBC83514-08E1-E546-835B-87B93D15C885}"/>
          </ac:graphicFrameMkLst>
        </pc:graphicFrameChg>
        <pc:graphicFrameChg chg="mod">
          <ac:chgData name="Zheng Fei" userId="d19317889db4c986" providerId="LiveId" clId="{7F0A2569-EDD2-3542-88EC-3892061FA59B}" dt="2022-03-29T15:28:54.388" v="513" actId="2711"/>
          <ac:graphicFrameMkLst>
            <pc:docMk/>
            <pc:sldMk cId="4145988057" sldId="258"/>
            <ac:graphicFrameMk id="53260" creationId="{C08FA90B-D235-F74F-8645-265D44149704}"/>
          </ac:graphicFrameMkLst>
        </pc:graphicFrameChg>
      </pc:sldChg>
      <pc:sldChg chg="modSp add mod modTransition modAnim">
        <pc:chgData name="Zheng Fei" userId="d19317889db4c986" providerId="LiveId" clId="{7F0A2569-EDD2-3542-88EC-3892061FA59B}" dt="2022-03-30T14:21:02.746" v="743" actId="1038"/>
        <pc:sldMkLst>
          <pc:docMk/>
          <pc:sldMk cId="1459657117" sldId="260"/>
        </pc:sldMkLst>
        <pc:spChg chg="mod">
          <ac:chgData name="Zheng Fei" userId="d19317889db4c986" providerId="LiveId" clId="{7F0A2569-EDD2-3542-88EC-3892061FA59B}" dt="2022-03-30T05:28:35.130" v="571" actId="2711"/>
          <ac:spMkLst>
            <pc:docMk/>
            <pc:sldMk cId="1459657117" sldId="260"/>
            <ac:spMk id="9221" creationId="{E680DF97-7DCA-BB45-BE45-81558FE3AEBF}"/>
          </ac:spMkLst>
        </pc:spChg>
        <pc:spChg chg="mod">
          <ac:chgData name="Zheng Fei" userId="d19317889db4c986" providerId="LiveId" clId="{7F0A2569-EDD2-3542-88EC-3892061FA59B}" dt="2022-03-30T05:28:35.130" v="571" actId="2711"/>
          <ac:spMkLst>
            <pc:docMk/>
            <pc:sldMk cId="1459657117" sldId="260"/>
            <ac:spMk id="9222" creationId="{E9496397-07C2-7B45-BCC7-F5522C5A3A6C}"/>
          </ac:spMkLst>
        </pc:spChg>
        <pc:spChg chg="mod">
          <ac:chgData name="Zheng Fei" userId="d19317889db4c986" providerId="LiveId" clId="{7F0A2569-EDD2-3542-88EC-3892061FA59B}" dt="2022-03-30T14:05:07.161" v="664" actId="114"/>
          <ac:spMkLst>
            <pc:docMk/>
            <pc:sldMk cId="1459657117" sldId="260"/>
            <ac:spMk id="9224" creationId="{6FAB4D8E-3F66-434E-8981-8EEEA525D055}"/>
          </ac:spMkLst>
        </pc:spChg>
        <pc:spChg chg="mod">
          <ac:chgData name="Zheng Fei" userId="d19317889db4c986" providerId="LiveId" clId="{7F0A2569-EDD2-3542-88EC-3892061FA59B}" dt="2022-03-30T05:35:53.111" v="633" actId="108"/>
          <ac:spMkLst>
            <pc:docMk/>
            <pc:sldMk cId="1459657117" sldId="260"/>
            <ac:spMk id="55298" creationId="{E8D02AEF-70CB-A94C-8243-0788A0CB298B}"/>
          </ac:spMkLst>
        </pc:spChg>
        <pc:spChg chg="mod">
          <ac:chgData name="Zheng Fei" userId="d19317889db4c986" providerId="LiveId" clId="{7F0A2569-EDD2-3542-88EC-3892061FA59B}" dt="2022-03-30T14:21:02.746" v="743" actId="1038"/>
          <ac:spMkLst>
            <pc:docMk/>
            <pc:sldMk cId="1459657117" sldId="260"/>
            <ac:spMk id="55303" creationId="{BB8C11DD-217C-5F4A-A2B4-2B56A8348824}"/>
          </ac:spMkLst>
        </pc:spChg>
        <pc:spChg chg="mod">
          <ac:chgData name="Zheng Fei" userId="d19317889db4c986" providerId="LiveId" clId="{7F0A2569-EDD2-3542-88EC-3892061FA59B}" dt="2022-03-30T14:04:55.511" v="661" actId="114"/>
          <ac:spMkLst>
            <pc:docMk/>
            <pc:sldMk cId="1459657117" sldId="260"/>
            <ac:spMk id="55307" creationId="{8C7264F6-6622-564C-80BD-84ACC7D796D2}"/>
          </ac:spMkLst>
        </pc:spChg>
        <pc:grpChg chg="mod">
          <ac:chgData name="Zheng Fei" userId="d19317889db4c986" providerId="LiveId" clId="{7F0A2569-EDD2-3542-88EC-3892061FA59B}" dt="2022-03-30T05:28:35.130" v="571" actId="2711"/>
          <ac:grpSpMkLst>
            <pc:docMk/>
            <pc:sldMk cId="1459657117" sldId="260"/>
            <ac:grpSpMk id="55308" creationId="{AA2CB7EE-B301-024D-B2B5-85D38DC48D3F}"/>
          </ac:grpSpMkLst>
        </pc:grpChg>
        <pc:graphicFrameChg chg="mod">
          <ac:chgData name="Zheng Fei" userId="d19317889db4c986" providerId="LiveId" clId="{7F0A2569-EDD2-3542-88EC-3892061FA59B}" dt="2022-03-30T05:28:31.183" v="570" actId="2711"/>
          <ac:graphicFrameMkLst>
            <pc:docMk/>
            <pc:sldMk cId="1459657117" sldId="260"/>
            <ac:graphicFrameMk id="9225" creationId="{F3A46D17-2180-C84A-A2E5-0F2397E5E328}"/>
          </ac:graphicFrameMkLst>
        </pc:graphicFrameChg>
        <pc:graphicFrameChg chg="mod">
          <ac:chgData name="Zheng Fei" userId="d19317889db4c986" providerId="LiveId" clId="{7F0A2569-EDD2-3542-88EC-3892061FA59B}" dt="2022-03-30T05:28:35.130" v="571" actId="2711"/>
          <ac:graphicFrameMkLst>
            <pc:docMk/>
            <pc:sldMk cId="1459657117" sldId="260"/>
            <ac:graphicFrameMk id="55302" creationId="{8BB24973-92AE-5B44-BE83-A5D94E1C584B}"/>
          </ac:graphicFrameMkLst>
        </pc:graphicFrameChg>
      </pc:sldChg>
      <pc:sldChg chg="modSp add modTransition modAnim">
        <pc:chgData name="Zheng Fei" userId="d19317889db4c986" providerId="LiveId" clId="{7F0A2569-EDD2-3542-88EC-3892061FA59B}" dt="2022-03-30T05:36:16.825" v="637" actId="108"/>
        <pc:sldMkLst>
          <pc:docMk/>
          <pc:sldMk cId="2823787726" sldId="262"/>
        </pc:sldMkLst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3" creationId="{55756C74-5EC1-1148-AEC0-C09C45B65A72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4" creationId="{401C3A8C-3D86-2346-9E37-C2970DEDE9E8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5" creationId="{6C42F45D-4515-5E45-97A7-922689416595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6" creationId="{45E5DDA6-B563-5845-AFA6-64423F939BE9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7" creationId="{8568B9A2-946F-0B4A-851A-91748ED41789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8" creationId="{35C75F68-AC0E-5D4E-B912-C17EE393DE4A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59" creationId="{0453FD56-4C52-C849-9C1A-F7ABF368A5B7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60" creationId="{800F6B57-E50D-6B49-ACD8-8EADF1ACEE4C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61" creationId="{2A00150E-05F5-4149-A0FA-ABF949837CE5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6162" creationId="{23A50D82-B4BF-1F45-B759-C81F12BA99E1}"/>
          </ac:spMkLst>
        </pc:spChg>
        <pc:spChg chg="mod">
          <ac:chgData name="Zheng Fei" userId="d19317889db4c986" providerId="LiveId" clId="{7F0A2569-EDD2-3542-88EC-3892061FA59B}" dt="2022-03-30T05:36:16.825" v="637" actId="108"/>
          <ac:spMkLst>
            <pc:docMk/>
            <pc:sldMk cId="2823787726" sldId="262"/>
            <ac:spMk id="57356" creationId="{C71B67B2-C2A8-8E4A-AA07-0F9D764901FA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57357" creationId="{F87949BF-B369-3F46-9727-9356695E8279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57360" creationId="{40DFAB25-2792-2947-B012-C138721B04AB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57362" creationId="{7400DC87-2153-3E4C-9C05-82F2DEF1A116}"/>
          </ac:spMkLst>
        </pc:spChg>
        <pc:spChg chg="mod">
          <ac:chgData name="Zheng Fei" userId="d19317889db4c986" providerId="LiveId" clId="{7F0A2569-EDD2-3542-88EC-3892061FA59B}" dt="2022-03-30T05:34:33.692" v="622" actId="1036"/>
          <ac:spMkLst>
            <pc:docMk/>
            <pc:sldMk cId="2823787726" sldId="262"/>
            <ac:spMk id="57363" creationId="{7BE0CA87-3ECD-AB44-AAE2-989EA3F85CA2}"/>
          </ac:spMkLst>
        </pc:spChg>
        <pc:grpChg chg="mod">
          <ac:chgData name="Zheng Fei" userId="d19317889db4c986" providerId="LiveId" clId="{7F0A2569-EDD2-3542-88EC-3892061FA59B}" dt="2022-03-30T05:34:33.692" v="622" actId="1036"/>
          <ac:grpSpMkLst>
            <pc:docMk/>
            <pc:sldMk cId="2823787726" sldId="262"/>
            <ac:grpSpMk id="57361" creationId="{8A06A5CF-98D5-6347-9986-3B20A6A103D2}"/>
          </ac:grpSpMkLst>
        </pc:grpChg>
        <pc:graphicFrameChg chg="mod">
          <ac:chgData name="Zheng Fei" userId="d19317889db4c986" providerId="LiveId" clId="{7F0A2569-EDD2-3542-88EC-3892061FA59B}" dt="2022-03-30T05:34:33.692" v="622" actId="1036"/>
          <ac:graphicFrameMkLst>
            <pc:docMk/>
            <pc:sldMk cId="2823787726" sldId="262"/>
            <ac:graphicFrameMk id="57359" creationId="{C08098F0-59B8-9E4A-8464-76E6001A5673}"/>
          </ac:graphicFrameMkLst>
        </pc:graphicFrameChg>
        <pc:graphicFrameChg chg="mod">
          <ac:chgData name="Zheng Fei" userId="d19317889db4c986" providerId="LiveId" clId="{7F0A2569-EDD2-3542-88EC-3892061FA59B}" dt="2022-03-30T05:34:33.692" v="622" actId="1036"/>
          <ac:graphicFrameMkLst>
            <pc:docMk/>
            <pc:sldMk cId="2823787726" sldId="262"/>
            <ac:graphicFrameMk id="57364" creationId="{63E41539-7DEE-734E-8F24-A178B719F2CD}"/>
          </ac:graphicFrameMkLst>
        </pc:graphicFrameChg>
      </pc:sldChg>
      <pc:sldChg chg="addSp delSp modSp add mod">
        <pc:chgData name="Zheng Fei" userId="d19317889db4c986" providerId="LiveId" clId="{7F0A2569-EDD2-3542-88EC-3892061FA59B}" dt="2022-04-05T13:51:44.991" v="929" actId="1036"/>
        <pc:sldMkLst>
          <pc:docMk/>
          <pc:sldMk cId="1463663907" sldId="271"/>
        </pc:sldMkLst>
        <pc:spChg chg="mod">
          <ac:chgData name="Zheng Fei" userId="d19317889db4c986" providerId="LiveId" clId="{7F0A2569-EDD2-3542-88EC-3892061FA59B}" dt="2022-04-05T13:51:34.146" v="913" actId="114"/>
          <ac:spMkLst>
            <pc:docMk/>
            <pc:sldMk cId="1463663907" sldId="271"/>
            <ac:spMk id="8" creationId="{E6631C1D-F3AD-9145-AEAB-B5AC557BF097}"/>
          </ac:spMkLst>
        </pc:spChg>
        <pc:spChg chg="add mod">
          <ac:chgData name="Zheng Fei" userId="d19317889db4c986" providerId="LiveId" clId="{7F0A2569-EDD2-3542-88EC-3892061FA59B}" dt="2022-04-05T13:51:24.787" v="911" actId="207"/>
          <ac:spMkLst>
            <pc:docMk/>
            <pc:sldMk cId="1463663907" sldId="271"/>
            <ac:spMk id="9" creationId="{D38EA160-71AA-E948-AD43-338EBA2503C1}"/>
          </ac:spMkLst>
        </pc:spChg>
        <pc:spChg chg="mod">
          <ac:chgData name="Zheng Fei" userId="d19317889db4c986" providerId="LiveId" clId="{7F0A2569-EDD2-3542-88EC-3892061FA59B}" dt="2022-04-05T13:51:41.452" v="921" actId="1036"/>
          <ac:spMkLst>
            <pc:docMk/>
            <pc:sldMk cId="1463663907" sldId="271"/>
            <ac:spMk id="14" creationId="{ACDEFE30-FD46-A74F-85D3-73CB9D85E44B}"/>
          </ac:spMkLst>
        </pc:spChg>
        <pc:spChg chg="mod">
          <ac:chgData name="Zheng Fei" userId="d19317889db4c986" providerId="LiveId" clId="{7F0A2569-EDD2-3542-88EC-3892061FA59B}" dt="2022-04-05T13:51:16.535" v="909" actId="207"/>
          <ac:spMkLst>
            <pc:docMk/>
            <pc:sldMk cId="1463663907" sldId="271"/>
            <ac:spMk id="15" creationId="{4E9D3C42-198A-DC47-BD2D-C062A309EDEB}"/>
          </ac:spMkLst>
        </pc:spChg>
        <pc:spChg chg="mod">
          <ac:chgData name="Zheng Fei" userId="d19317889db4c986" providerId="LiveId" clId="{7F0A2569-EDD2-3542-88EC-3892061FA59B}" dt="2022-04-05T13:51:21.718" v="910" actId="207"/>
          <ac:spMkLst>
            <pc:docMk/>
            <pc:sldMk cId="1463663907" sldId="271"/>
            <ac:spMk id="16" creationId="{B76FF508-6107-EC4D-9F2B-5DCB48F5DF11}"/>
          </ac:spMkLst>
        </pc:spChg>
        <pc:spChg chg="del mod">
          <ac:chgData name="Zheng Fei" userId="d19317889db4c986" providerId="LiveId" clId="{7F0A2569-EDD2-3542-88EC-3892061FA59B}" dt="2022-04-05T13:49:23.440" v="848" actId="478"/>
          <ac:spMkLst>
            <pc:docMk/>
            <pc:sldMk cId="1463663907" sldId="271"/>
            <ac:spMk id="19458" creationId="{C88A83F0-62B4-064A-A8EC-E6466D0AE613}"/>
          </ac:spMkLst>
        </pc:spChg>
        <pc:spChg chg="mod">
          <ac:chgData name="Zheng Fei" userId="d19317889db4c986" providerId="LiveId" clId="{7F0A2569-EDD2-3542-88EC-3892061FA59B}" dt="2022-04-05T13:51:44.991" v="929" actId="1036"/>
          <ac:spMkLst>
            <pc:docMk/>
            <pc:sldMk cId="1463663907" sldId="271"/>
            <ac:spMk id="19470" creationId="{344C90CF-B133-6648-A2E7-EC1972CBC842}"/>
          </ac:spMkLst>
        </pc:spChg>
        <pc:picChg chg="add mod">
          <ac:chgData name="Zheng Fei" userId="d19317889db4c986" providerId="LiveId" clId="{7F0A2569-EDD2-3542-88EC-3892061FA59B}" dt="2022-04-05T13:51:00.431" v="906" actId="1076"/>
          <ac:picMkLst>
            <pc:docMk/>
            <pc:sldMk cId="1463663907" sldId="271"/>
            <ac:picMk id="2" creationId="{320DA9C6-C7CA-EE4D-8E53-057D383A5FEA}"/>
          </ac:picMkLst>
        </pc:picChg>
      </pc:sldChg>
      <pc:sldChg chg="addSp modSp add del mod">
        <pc:chgData name="Zheng Fei" userId="d19317889db4c986" providerId="LiveId" clId="{7F0A2569-EDD2-3542-88EC-3892061FA59B}" dt="2022-04-05T13:46:55.910" v="800" actId="2696"/>
        <pc:sldMkLst>
          <pc:docMk/>
          <pc:sldMk cId="1828726330" sldId="271"/>
        </pc:sldMkLst>
        <pc:spChg chg="add mod">
          <ac:chgData name="Zheng Fei" userId="d19317889db4c986" providerId="LiveId" clId="{7F0A2569-EDD2-3542-88EC-3892061FA59B}" dt="2022-04-05T13:46:46.815" v="799" actId="1076"/>
          <ac:spMkLst>
            <pc:docMk/>
            <pc:sldMk cId="1828726330" sldId="271"/>
            <ac:spMk id="8" creationId="{E6631C1D-F3AD-9145-AEAB-B5AC557BF097}"/>
          </ac:spMkLst>
        </pc:spChg>
        <pc:spChg chg="mod">
          <ac:chgData name="Zheng Fei" userId="d19317889db4c986" providerId="LiveId" clId="{7F0A2569-EDD2-3542-88EC-3892061FA59B}" dt="2022-04-05T13:46:46.815" v="799" actId="1076"/>
          <ac:spMkLst>
            <pc:docMk/>
            <pc:sldMk cId="1828726330" sldId="271"/>
            <ac:spMk id="14" creationId="{ACDEFE30-FD46-A74F-85D3-73CB9D85E44B}"/>
          </ac:spMkLst>
        </pc:spChg>
        <pc:spChg chg="mod">
          <ac:chgData name="Zheng Fei" userId="d19317889db4c986" providerId="LiveId" clId="{7F0A2569-EDD2-3542-88EC-3892061FA59B}" dt="2022-04-05T13:46:46.815" v="799" actId="1076"/>
          <ac:spMkLst>
            <pc:docMk/>
            <pc:sldMk cId="1828726330" sldId="271"/>
            <ac:spMk id="15" creationId="{4E9D3C42-198A-DC47-BD2D-C062A309EDEB}"/>
          </ac:spMkLst>
        </pc:spChg>
        <pc:spChg chg="mod">
          <ac:chgData name="Zheng Fei" userId="d19317889db4c986" providerId="LiveId" clId="{7F0A2569-EDD2-3542-88EC-3892061FA59B}" dt="2022-04-05T13:46:46.815" v="799" actId="1076"/>
          <ac:spMkLst>
            <pc:docMk/>
            <pc:sldMk cId="1828726330" sldId="271"/>
            <ac:spMk id="16" creationId="{B76FF508-6107-EC4D-9F2B-5DCB48F5DF11}"/>
          </ac:spMkLst>
        </pc:spChg>
        <pc:spChg chg="mod">
          <ac:chgData name="Zheng Fei" userId="d19317889db4c986" providerId="LiveId" clId="{7F0A2569-EDD2-3542-88EC-3892061FA59B}" dt="2022-03-30T05:29:34.875" v="575" actId="2711"/>
          <ac:spMkLst>
            <pc:docMk/>
            <pc:sldMk cId="1828726330" sldId="271"/>
            <ac:spMk id="19458" creationId="{C88A83F0-62B4-064A-A8EC-E6466D0AE613}"/>
          </ac:spMkLst>
        </pc:spChg>
        <pc:spChg chg="del mod">
          <ac:chgData name="Zheng Fei" userId="d19317889db4c986" providerId="LiveId" clId="{7F0A2569-EDD2-3542-88EC-3892061FA59B}" dt="2022-03-30T14:05:47.833" v="669" actId="478"/>
          <ac:spMkLst>
            <pc:docMk/>
            <pc:sldMk cId="1828726330" sldId="271"/>
            <ac:spMk id="19465" creationId="{2F7CD3BA-0F4F-114C-A68A-0CCF4FF514BD}"/>
          </ac:spMkLst>
        </pc:spChg>
        <pc:spChg chg="del mod">
          <ac:chgData name="Zheng Fei" userId="d19317889db4c986" providerId="LiveId" clId="{7F0A2569-EDD2-3542-88EC-3892061FA59B}" dt="2022-03-30T14:05:44.906" v="668" actId="478"/>
          <ac:spMkLst>
            <pc:docMk/>
            <pc:sldMk cId="1828726330" sldId="271"/>
            <ac:spMk id="19467" creationId="{B7E8DBDA-D72F-C947-AB05-C03971FCEC57}"/>
          </ac:spMkLst>
        </pc:spChg>
        <pc:spChg chg="del mod">
          <ac:chgData name="Zheng Fei" userId="d19317889db4c986" providerId="LiveId" clId="{7F0A2569-EDD2-3542-88EC-3892061FA59B}" dt="2022-03-30T14:05:41.342" v="667" actId="478"/>
          <ac:spMkLst>
            <pc:docMk/>
            <pc:sldMk cId="1828726330" sldId="271"/>
            <ac:spMk id="19469" creationId="{D17DE30B-CD12-0D45-962D-33705F02ED12}"/>
          </ac:spMkLst>
        </pc:spChg>
        <pc:spChg chg="mod">
          <ac:chgData name="Zheng Fei" userId="d19317889db4c986" providerId="LiveId" clId="{7F0A2569-EDD2-3542-88EC-3892061FA59B}" dt="2022-04-05T13:46:46.815" v="799" actId="1076"/>
          <ac:spMkLst>
            <pc:docMk/>
            <pc:sldMk cId="1828726330" sldId="271"/>
            <ac:spMk id="19470" creationId="{344C90CF-B133-6648-A2E7-EC1972CBC842}"/>
          </ac:spMkLst>
        </pc:spChg>
        <pc:spChg chg="mod">
          <ac:chgData name="Zheng Fei" userId="d19317889db4c986" providerId="LiveId" clId="{7F0A2569-EDD2-3542-88EC-3892061FA59B}" dt="2022-03-30T05:29:34.875" v="575" actId="2711"/>
          <ac:spMkLst>
            <pc:docMk/>
            <pc:sldMk cId="1828726330" sldId="271"/>
            <ac:spMk id="19472" creationId="{FFF19DFB-9CE1-E74B-BDF9-24DAA12F4900}"/>
          </ac:spMkLst>
        </pc:spChg>
        <pc:spChg chg="mod">
          <ac:chgData name="Zheng Fei" userId="d19317889db4c986" providerId="LiveId" clId="{7F0A2569-EDD2-3542-88EC-3892061FA59B}" dt="2022-03-30T14:05:52.693" v="670" actId="5793"/>
          <ac:spMkLst>
            <pc:docMk/>
            <pc:sldMk cId="1828726330" sldId="271"/>
            <ac:spMk id="19473" creationId="{ACDC6B3A-07D1-FD47-85C8-58C6313E5032}"/>
          </ac:spMkLst>
        </pc:spChg>
        <pc:spChg chg="mod">
          <ac:chgData name="Zheng Fei" userId="d19317889db4c986" providerId="LiveId" clId="{7F0A2569-EDD2-3542-88EC-3892061FA59B}" dt="2022-03-30T05:35:47.458" v="632" actId="108"/>
          <ac:spMkLst>
            <pc:docMk/>
            <pc:sldMk cId="1828726330" sldId="271"/>
            <ac:spMk id="66562" creationId="{2EFFA704-37FD-EC40-83B8-65C76781D832}"/>
          </ac:spMkLst>
        </pc:spChg>
        <pc:grpChg chg="mod">
          <ac:chgData name="Zheng Fei" userId="d19317889db4c986" providerId="LiveId" clId="{7F0A2569-EDD2-3542-88EC-3892061FA59B}" dt="2022-03-30T14:05:41.342" v="667" actId="478"/>
          <ac:grpSpMkLst>
            <pc:docMk/>
            <pc:sldMk cId="1828726330" sldId="271"/>
            <ac:grpSpMk id="66579" creationId="{9C2963F8-6657-AB46-AB88-76FECB538B5B}"/>
          </ac:grpSpMkLst>
        </pc:grpChg>
        <pc:grpChg chg="del mod">
          <ac:chgData name="Zheng Fei" userId="d19317889db4c986" providerId="LiveId" clId="{7F0A2569-EDD2-3542-88EC-3892061FA59B}" dt="2022-03-30T14:05:44.906" v="668" actId="478"/>
          <ac:grpSpMkLst>
            <pc:docMk/>
            <pc:sldMk cId="1828726330" sldId="271"/>
            <ac:grpSpMk id="66580" creationId="{198A9F45-E965-404C-9609-18BEC9048B54}"/>
          </ac:grpSpMkLst>
        </pc:grpChg>
        <pc:grpChg chg="del mod">
          <ac:chgData name="Zheng Fei" userId="d19317889db4c986" providerId="LiveId" clId="{7F0A2569-EDD2-3542-88EC-3892061FA59B}" dt="2022-03-30T14:05:47.833" v="669" actId="478"/>
          <ac:grpSpMkLst>
            <pc:docMk/>
            <pc:sldMk cId="1828726330" sldId="271"/>
            <ac:grpSpMk id="66581" creationId="{C1C36965-775B-894F-944D-2ADC03F62169}"/>
          </ac:grpSpMkLst>
        </pc:grpChg>
        <pc:grpChg chg="mod">
          <ac:chgData name="Zheng Fei" userId="d19317889db4c986" providerId="LiveId" clId="{7F0A2569-EDD2-3542-88EC-3892061FA59B}" dt="2022-03-30T05:29:34.875" v="575" actId="2711"/>
          <ac:grpSpMkLst>
            <pc:docMk/>
            <pc:sldMk cId="1828726330" sldId="271"/>
            <ac:grpSpMk id="66582" creationId="{54553BFA-3E0F-C24A-856D-9DB842556DE5}"/>
          </ac:grpSpMkLst>
        </pc:grpChg>
        <pc:graphicFrameChg chg="mod">
          <ac:chgData name="Zheng Fei" userId="d19317889db4c986" providerId="LiveId" clId="{7F0A2569-EDD2-3542-88EC-3892061FA59B}" dt="2022-03-30T14:05:47.833" v="669" actId="478"/>
          <ac:graphicFrameMkLst>
            <pc:docMk/>
            <pc:sldMk cId="1828726330" sldId="271"/>
            <ac:graphicFrameMk id="19464" creationId="{8401AF35-BA2A-134C-B77F-2ABD56342015}"/>
          </ac:graphicFrameMkLst>
        </pc:graphicFrameChg>
        <pc:graphicFrameChg chg="mod">
          <ac:chgData name="Zheng Fei" userId="d19317889db4c986" providerId="LiveId" clId="{7F0A2569-EDD2-3542-88EC-3892061FA59B}" dt="2022-03-30T14:05:44.906" v="668" actId="478"/>
          <ac:graphicFrameMkLst>
            <pc:docMk/>
            <pc:sldMk cId="1828726330" sldId="271"/>
            <ac:graphicFrameMk id="19466" creationId="{DC80508F-CB4A-A848-9EB6-C47234B74308}"/>
          </ac:graphicFrameMkLst>
        </pc:graphicFrameChg>
        <pc:graphicFrameChg chg="mod">
          <ac:chgData name="Zheng Fei" userId="d19317889db4c986" providerId="LiveId" clId="{7F0A2569-EDD2-3542-88EC-3892061FA59B}" dt="2022-03-30T14:05:41.342" v="667" actId="478"/>
          <ac:graphicFrameMkLst>
            <pc:docMk/>
            <pc:sldMk cId="1828726330" sldId="271"/>
            <ac:graphicFrameMk id="19468" creationId="{69390A90-C4CF-BF46-A86A-3A3B6F492307}"/>
          </ac:graphicFrameMkLst>
        </pc:graphicFrameChg>
        <pc:graphicFrameChg chg="mod">
          <ac:chgData name="Zheng Fei" userId="d19317889db4c986" providerId="LiveId" clId="{7F0A2569-EDD2-3542-88EC-3892061FA59B}" dt="2022-03-30T05:29:34.875" v="575" actId="2711"/>
          <ac:graphicFrameMkLst>
            <pc:docMk/>
            <pc:sldMk cId="1828726330" sldId="271"/>
            <ac:graphicFrameMk id="19471" creationId="{46F4AEB5-32EE-DF44-8C3E-991BD26F2237}"/>
          </ac:graphicFrameMkLst>
        </pc:graphicFrameChg>
        <pc:graphicFrameChg chg="mod">
          <ac:chgData name="Zheng Fei" userId="d19317889db4c986" providerId="LiveId" clId="{7F0A2569-EDD2-3542-88EC-3892061FA59B}" dt="2022-03-30T05:29:34.875" v="575" actId="2711"/>
          <ac:graphicFrameMkLst>
            <pc:docMk/>
            <pc:sldMk cId="1828726330" sldId="271"/>
            <ac:graphicFrameMk id="66572" creationId="{450DAFEA-C7FD-3948-BA36-E3B0AFAF4F51}"/>
          </ac:graphicFrameMkLst>
        </pc:graphicFrameChg>
      </pc:sldChg>
      <pc:sldChg chg="addSp delSp modSp mod modAnim">
        <pc:chgData name="Zheng Fei" userId="d19317889db4c986" providerId="LiveId" clId="{7F0A2569-EDD2-3542-88EC-3892061FA59B}" dt="2022-03-30T05:36:22.344" v="638" actId="108"/>
        <pc:sldMkLst>
          <pc:docMk/>
          <pc:sldMk cId="3734968570" sldId="272"/>
        </pc:sldMkLst>
        <pc:spChg chg="add del mod">
          <ac:chgData name="Zheng Fei" userId="d19317889db4c986" providerId="LiveId" clId="{7F0A2569-EDD2-3542-88EC-3892061FA59B}" dt="2022-03-29T14:44:22.315" v="25" actId="478"/>
          <ac:spMkLst>
            <pc:docMk/>
            <pc:sldMk cId="3734968570" sldId="272"/>
            <ac:spMk id="3" creationId="{10C2D0F1-F8CF-E04F-882B-1AF622C083B3}"/>
          </ac:spMkLst>
        </pc:spChg>
        <pc:spChg chg="del">
          <ac:chgData name="Zheng Fei" userId="d19317889db4c986" providerId="LiveId" clId="{7F0A2569-EDD2-3542-88EC-3892061FA59B}" dt="2022-03-29T14:44:20.893" v="24" actId="478"/>
          <ac:spMkLst>
            <pc:docMk/>
            <pc:sldMk cId="3734968570" sldId="272"/>
            <ac:spMk id="18434" creationId="{3EA21D6C-5E59-2B4E-B8D0-D988D93122E7}"/>
          </ac:spMkLst>
        </pc:spChg>
        <pc:spChg chg="mod">
          <ac:chgData name="Zheng Fei" userId="d19317889db4c986" providerId="LiveId" clId="{7F0A2569-EDD2-3542-88EC-3892061FA59B}" dt="2022-03-30T05:36:22.344" v="638" actId="108"/>
          <ac:spMkLst>
            <pc:docMk/>
            <pc:sldMk cId="3734968570" sldId="272"/>
            <ac:spMk id="18435" creationId="{07512CB6-35CB-4246-82D5-A69477685DB7}"/>
          </ac:spMkLst>
        </pc:spChg>
        <pc:spChg chg="mod">
          <ac:chgData name="Zheng Fei" userId="d19317889db4c986" providerId="LiveId" clId="{7F0A2569-EDD2-3542-88EC-3892061FA59B}" dt="2022-03-29T14:51:46.220" v="182" actId="1035"/>
          <ac:spMkLst>
            <pc:docMk/>
            <pc:sldMk cId="3734968570" sldId="272"/>
            <ac:spMk id="18437" creationId="{36888769-1044-474F-9E8F-CF904F944801}"/>
          </ac:spMkLst>
        </pc:spChg>
        <pc:spChg chg="mod">
          <ac:chgData name="Zheng Fei" userId="d19317889db4c986" providerId="LiveId" clId="{7F0A2569-EDD2-3542-88EC-3892061FA59B}" dt="2022-03-30T05:25:32.130" v="519" actId="14100"/>
          <ac:spMkLst>
            <pc:docMk/>
            <pc:sldMk cId="3734968570" sldId="272"/>
            <ac:spMk id="18439" creationId="{1CF1199F-0459-9448-B14D-D85D4C746F1E}"/>
          </ac:spMkLst>
        </pc:spChg>
        <pc:spChg chg="mod">
          <ac:chgData name="Zheng Fei" userId="d19317889db4c986" providerId="LiveId" clId="{7F0A2569-EDD2-3542-88EC-3892061FA59B}" dt="2022-03-29T14:51:46.220" v="182" actId="1035"/>
          <ac:spMkLst>
            <pc:docMk/>
            <pc:sldMk cId="3734968570" sldId="272"/>
            <ac:spMk id="18444" creationId="{7C1EBEE7-379A-4A4F-8AAD-503C50B907BE}"/>
          </ac:spMkLst>
        </pc:spChg>
        <pc:spChg chg="mod">
          <ac:chgData name="Zheng Fei" userId="d19317889db4c986" providerId="LiveId" clId="{7F0A2569-EDD2-3542-88EC-3892061FA59B}" dt="2022-03-29T14:51:46.220" v="182" actId="1035"/>
          <ac:spMkLst>
            <pc:docMk/>
            <pc:sldMk cId="3734968570" sldId="272"/>
            <ac:spMk id="18447" creationId="{C4ED6B0D-DBE3-4046-A2FE-FE412CDB4304}"/>
          </ac:spMkLst>
        </pc:spChg>
        <pc:grpChg chg="add mod">
          <ac:chgData name="Zheng Fei" userId="d19317889db4c986" providerId="LiveId" clId="{7F0A2569-EDD2-3542-88EC-3892061FA59B}" dt="2022-03-30T05:25:32.130" v="519" actId="14100"/>
          <ac:grpSpMkLst>
            <pc:docMk/>
            <pc:sldMk cId="3734968570" sldId="272"/>
            <ac:grpSpMk id="4" creationId="{4E33DF9D-5608-984D-81EE-82B7697E5F46}"/>
          </ac:grpSpMkLst>
        </pc:grpChg>
        <pc:grpChg chg="add mod">
          <ac:chgData name="Zheng Fei" userId="d19317889db4c986" providerId="LiveId" clId="{7F0A2569-EDD2-3542-88EC-3892061FA59B}" dt="2022-03-29T14:51:46.220" v="182" actId="1035"/>
          <ac:grpSpMkLst>
            <pc:docMk/>
            <pc:sldMk cId="3734968570" sldId="272"/>
            <ac:grpSpMk id="5" creationId="{788C3D90-30C8-C44F-AFA9-1B6025D3A7A4}"/>
          </ac:grpSpMkLst>
        </pc:grpChg>
        <pc:graphicFrameChg chg="mod">
          <ac:chgData name="Zheng Fei" userId="d19317889db4c986" providerId="LiveId" clId="{7F0A2569-EDD2-3542-88EC-3892061FA59B}" dt="2022-03-29T15:17:13.807" v="497" actId="1076"/>
          <ac:graphicFrameMkLst>
            <pc:docMk/>
            <pc:sldMk cId="3734968570" sldId="272"/>
            <ac:graphicFrameMk id="18436" creationId="{BF10C8C2-D431-A744-B28E-253B567BBC66}"/>
          </ac:graphicFrameMkLst>
        </pc:graphicFrameChg>
        <pc:graphicFrameChg chg="mod">
          <ac:chgData name="Zheng Fei" userId="d19317889db4c986" providerId="LiveId" clId="{7F0A2569-EDD2-3542-88EC-3892061FA59B}" dt="2022-03-29T15:17:24.578" v="503" actId="1076"/>
          <ac:graphicFrameMkLst>
            <pc:docMk/>
            <pc:sldMk cId="3734968570" sldId="272"/>
            <ac:graphicFrameMk id="18438" creationId="{452EA17D-93C3-8046-A717-5596F6681175}"/>
          </ac:graphicFrameMkLst>
        </pc:graphicFrameChg>
        <pc:graphicFrameChg chg="mod">
          <ac:chgData name="Zheng Fei" userId="d19317889db4c986" providerId="LiveId" clId="{7F0A2569-EDD2-3542-88EC-3892061FA59B}" dt="2022-03-30T05:25:32.130" v="519" actId="14100"/>
          <ac:graphicFrameMkLst>
            <pc:docMk/>
            <pc:sldMk cId="3734968570" sldId="272"/>
            <ac:graphicFrameMk id="18440" creationId="{E70C2EC2-5858-0E4E-A768-558BEA005E31}"/>
          </ac:graphicFrameMkLst>
        </pc:graphicFrameChg>
        <pc:graphicFrameChg chg="mod">
          <ac:chgData name="Zheng Fei" userId="d19317889db4c986" providerId="LiveId" clId="{7F0A2569-EDD2-3542-88EC-3892061FA59B}" dt="2022-03-30T05:25:32.130" v="519" actId="14100"/>
          <ac:graphicFrameMkLst>
            <pc:docMk/>
            <pc:sldMk cId="3734968570" sldId="272"/>
            <ac:graphicFrameMk id="18441" creationId="{FDB84F9B-509E-D649-B958-BB717789039B}"/>
          </ac:graphicFrameMkLst>
        </pc:graphicFrameChg>
        <pc:graphicFrameChg chg="mod">
          <ac:chgData name="Zheng Fei" userId="d19317889db4c986" providerId="LiveId" clId="{7F0A2569-EDD2-3542-88EC-3892061FA59B}" dt="2022-03-30T05:25:32.130" v="519" actId="14100"/>
          <ac:graphicFrameMkLst>
            <pc:docMk/>
            <pc:sldMk cId="3734968570" sldId="272"/>
            <ac:graphicFrameMk id="18442" creationId="{3C9CC519-A989-E34E-B9BE-792B617F8318}"/>
          </ac:graphicFrameMkLst>
        </pc:graphicFrameChg>
        <pc:graphicFrameChg chg="mod">
          <ac:chgData name="Zheng Fei" userId="d19317889db4c986" providerId="LiveId" clId="{7F0A2569-EDD2-3542-88EC-3892061FA59B}" dt="2022-03-30T05:25:32.130" v="519" actId="14100"/>
          <ac:graphicFrameMkLst>
            <pc:docMk/>
            <pc:sldMk cId="3734968570" sldId="272"/>
            <ac:graphicFrameMk id="18443" creationId="{B816EAC4-F2D2-4B46-B613-5DAF14FA538F}"/>
          </ac:graphicFrameMkLst>
        </pc:graphicFrameChg>
        <pc:graphicFrameChg chg="mod">
          <ac:chgData name="Zheng Fei" userId="d19317889db4c986" providerId="LiveId" clId="{7F0A2569-EDD2-3542-88EC-3892061FA59B}" dt="2022-03-29T14:51:57.703" v="186" actId="14100"/>
          <ac:graphicFrameMkLst>
            <pc:docMk/>
            <pc:sldMk cId="3734968570" sldId="272"/>
            <ac:graphicFrameMk id="18445" creationId="{94EBBEB9-BB3C-3347-9491-AAFAFD49FE46}"/>
          </ac:graphicFrameMkLst>
        </pc:graphicFrameChg>
        <pc:graphicFrameChg chg="mod">
          <ac:chgData name="Zheng Fei" userId="d19317889db4c986" providerId="LiveId" clId="{7F0A2569-EDD2-3542-88EC-3892061FA59B}" dt="2022-03-29T14:51:51.073" v="185" actId="1038"/>
          <ac:graphicFrameMkLst>
            <pc:docMk/>
            <pc:sldMk cId="3734968570" sldId="272"/>
            <ac:graphicFrameMk id="18446" creationId="{936A05E2-0996-1647-AF49-73C9346253C1}"/>
          </ac:graphicFrameMkLst>
        </pc:graphicFrameChg>
        <pc:graphicFrameChg chg="mod">
          <ac:chgData name="Zheng Fei" userId="d19317889db4c986" providerId="LiveId" clId="{7F0A2569-EDD2-3542-88EC-3892061FA59B}" dt="2022-03-29T14:51:46.220" v="182" actId="1035"/>
          <ac:graphicFrameMkLst>
            <pc:docMk/>
            <pc:sldMk cId="3734968570" sldId="272"/>
            <ac:graphicFrameMk id="18448" creationId="{4EC05355-9FD4-784C-AA3B-AE7F6F9E7F5A}"/>
          </ac:graphicFrameMkLst>
        </pc:graphicFrameChg>
      </pc:sldChg>
      <pc:sldChg chg="addSp modSp mod">
        <pc:chgData name="Zheng Fei" userId="d19317889db4c986" providerId="LiveId" clId="{7F0A2569-EDD2-3542-88EC-3892061FA59B}" dt="2022-03-30T05:36:03.014" v="634" actId="108"/>
        <pc:sldMkLst>
          <pc:docMk/>
          <pc:sldMk cId="0" sldId="273"/>
        </pc:sldMkLst>
        <pc:spChg chg="mod">
          <ac:chgData name="Zheng Fei" userId="d19317889db4c986" providerId="LiveId" clId="{7F0A2569-EDD2-3542-88EC-3892061FA59B}" dt="2022-03-30T05:36:03.014" v="634" actId="108"/>
          <ac:spMkLst>
            <pc:docMk/>
            <pc:sldMk cId="0" sldId="273"/>
            <ac:spMk id="19458" creationId="{D23B72A2-7D2F-A141-B76E-F4EDC4CBB002}"/>
          </ac:spMkLst>
        </pc:spChg>
        <pc:spChg chg="mod">
          <ac:chgData name="Zheng Fei" userId="d19317889db4c986" providerId="LiveId" clId="{7F0A2569-EDD2-3542-88EC-3892061FA59B}" dt="2022-03-29T15:01:57.735" v="217" actId="1036"/>
          <ac:spMkLst>
            <pc:docMk/>
            <pc:sldMk cId="0" sldId="273"/>
            <ac:spMk id="19459" creationId="{B08B07BF-BB92-4146-9DAB-DB2B19925837}"/>
          </ac:spMkLst>
        </pc:spChg>
        <pc:spChg chg="mod">
          <ac:chgData name="Zheng Fei" userId="d19317889db4c986" providerId="LiveId" clId="{7F0A2569-EDD2-3542-88EC-3892061FA59B}" dt="2022-03-29T15:18:11.347" v="509" actId="20577"/>
          <ac:spMkLst>
            <pc:docMk/>
            <pc:sldMk cId="0" sldId="273"/>
            <ac:spMk id="19461" creationId="{BF122F48-329B-574E-BD80-9CF06BE484A7}"/>
          </ac:spMkLst>
        </pc:spChg>
        <pc:spChg chg="mod">
          <ac:chgData name="Zheng Fei" userId="d19317889db4c986" providerId="LiveId" clId="{7F0A2569-EDD2-3542-88EC-3892061FA59B}" dt="2022-03-29T15:03:51.476" v="271" actId="20577"/>
          <ac:spMkLst>
            <pc:docMk/>
            <pc:sldMk cId="0" sldId="273"/>
            <ac:spMk id="19464" creationId="{C87A2AA9-93F9-BC47-93D2-13A18F95843E}"/>
          </ac:spMkLst>
        </pc:spChg>
        <pc:grpChg chg="add mod">
          <ac:chgData name="Zheng Fei" userId="d19317889db4c986" providerId="LiveId" clId="{7F0A2569-EDD2-3542-88EC-3892061FA59B}" dt="2022-03-29T15:03:45.140" v="267" actId="1036"/>
          <ac:grpSpMkLst>
            <pc:docMk/>
            <pc:sldMk cId="0" sldId="273"/>
            <ac:grpSpMk id="2" creationId="{839F1FA7-5668-C84B-B216-603CE5B7F58F}"/>
          </ac:grpSpMkLst>
        </pc:grpChg>
        <pc:grpChg chg="add">
          <ac:chgData name="Zheng Fei" userId="d19317889db4c986" providerId="LiveId" clId="{7F0A2569-EDD2-3542-88EC-3892061FA59B}" dt="2022-03-29T15:03:05.252" v="253" actId="164"/>
          <ac:grpSpMkLst>
            <pc:docMk/>
            <pc:sldMk cId="0" sldId="273"/>
            <ac:grpSpMk id="3" creationId="{3686A4EE-3FDD-7349-BE8D-62214244E456}"/>
          </ac:grpSpMkLst>
        </pc:grpChg>
        <pc:graphicFrameChg chg="mod">
          <ac:chgData name="Zheng Fei" userId="d19317889db4c986" providerId="LiveId" clId="{7F0A2569-EDD2-3542-88EC-3892061FA59B}" dt="2022-03-29T15:18:18.407" v="510" actId="1076"/>
          <ac:graphicFrameMkLst>
            <pc:docMk/>
            <pc:sldMk cId="0" sldId="273"/>
            <ac:graphicFrameMk id="19460" creationId="{C7D6F71D-015B-3C48-AEC6-F80067A322F2}"/>
          </ac:graphicFrameMkLst>
        </pc:graphicFrameChg>
        <pc:graphicFrameChg chg="mod">
          <ac:chgData name="Zheng Fei" userId="d19317889db4c986" providerId="LiveId" clId="{7F0A2569-EDD2-3542-88EC-3892061FA59B}" dt="2022-03-29T15:03:45.140" v="267" actId="1036"/>
          <ac:graphicFrameMkLst>
            <pc:docMk/>
            <pc:sldMk cId="0" sldId="273"/>
            <ac:graphicFrameMk id="19462" creationId="{48BF898A-4454-A94C-B7F2-6CC5B4A3315E}"/>
          </ac:graphicFrameMkLst>
        </pc:graphicFrameChg>
        <pc:graphicFrameChg chg="mod">
          <ac:chgData name="Zheng Fei" userId="d19317889db4c986" providerId="LiveId" clId="{7F0A2569-EDD2-3542-88EC-3892061FA59B}" dt="2022-03-29T15:03:45.140" v="267" actId="1036"/>
          <ac:graphicFrameMkLst>
            <pc:docMk/>
            <pc:sldMk cId="0" sldId="273"/>
            <ac:graphicFrameMk id="19463" creationId="{FC119002-7DCF-C04B-81C1-D93655608330}"/>
          </ac:graphicFrameMkLst>
        </pc:graphicFrameChg>
        <pc:graphicFrameChg chg="mod">
          <ac:chgData name="Zheng Fei" userId="d19317889db4c986" providerId="LiveId" clId="{7F0A2569-EDD2-3542-88EC-3892061FA59B}" dt="2022-03-29T15:03:56.911" v="272" actId="1076"/>
          <ac:graphicFrameMkLst>
            <pc:docMk/>
            <pc:sldMk cId="0" sldId="273"/>
            <ac:graphicFrameMk id="19465" creationId="{0A3CA80C-28CE-774D-B0E4-98DED1A97362}"/>
          </ac:graphicFrameMkLst>
        </pc:graphicFrameChg>
        <pc:graphicFrameChg chg="mod">
          <ac:chgData name="Zheng Fei" userId="d19317889db4c986" providerId="LiveId" clId="{7F0A2569-EDD2-3542-88EC-3892061FA59B}" dt="2022-03-29T15:04:00.227" v="273" actId="1076"/>
          <ac:graphicFrameMkLst>
            <pc:docMk/>
            <pc:sldMk cId="0" sldId="273"/>
            <ac:graphicFrameMk id="19466" creationId="{6E4985E6-8306-A341-8CB7-0A963F7E136D}"/>
          </ac:graphicFrameMkLst>
        </pc:graphicFrameChg>
        <pc:graphicFrameChg chg="mod">
          <ac:chgData name="Zheng Fei" userId="d19317889db4c986" providerId="LiveId" clId="{7F0A2569-EDD2-3542-88EC-3892061FA59B}" dt="2022-03-29T15:18:06.907" v="507" actId="1036"/>
          <ac:graphicFrameMkLst>
            <pc:docMk/>
            <pc:sldMk cId="0" sldId="273"/>
            <ac:graphicFrameMk id="19467" creationId="{E8B35D83-BC78-6F45-8DFB-8C4AC452BAFB}"/>
          </ac:graphicFrameMkLst>
        </pc:graphicFrameChg>
      </pc:sldChg>
      <pc:sldChg chg="addSp delSp modSp mod modAnim">
        <pc:chgData name="Zheng Fei" userId="d19317889db4c986" providerId="LiveId" clId="{7F0A2569-EDD2-3542-88EC-3892061FA59B}" dt="2022-03-30T14:22:41.439" v="751" actId="478"/>
        <pc:sldMkLst>
          <pc:docMk/>
          <pc:sldMk cId="0" sldId="274"/>
        </pc:sldMkLst>
        <pc:spChg chg="mod">
          <ac:chgData name="Zheng Fei" userId="d19317889db4c986" providerId="LiveId" clId="{7F0A2569-EDD2-3542-88EC-3892061FA59B}" dt="2022-03-30T05:35:41.945" v="631" actId="108"/>
          <ac:spMkLst>
            <pc:docMk/>
            <pc:sldMk cId="0" sldId="274"/>
            <ac:spMk id="20482" creationId="{172A834E-E327-0547-A3AA-5926967408B0}"/>
          </ac:spMkLst>
        </pc:spChg>
        <pc:spChg chg="mod">
          <ac:chgData name="Zheng Fei" userId="d19317889db4c986" providerId="LiveId" clId="{7F0A2569-EDD2-3542-88EC-3892061FA59B}" dt="2022-03-29T15:07:32.659" v="405" actId="20577"/>
          <ac:spMkLst>
            <pc:docMk/>
            <pc:sldMk cId="0" sldId="274"/>
            <ac:spMk id="20483" creationId="{714679DF-8757-054D-893E-156D84377E2C}"/>
          </ac:spMkLst>
        </pc:spChg>
        <pc:spChg chg="mod">
          <ac:chgData name="Zheng Fei" userId="d19317889db4c986" providerId="LiveId" clId="{7F0A2569-EDD2-3542-88EC-3892061FA59B}" dt="2022-03-29T15:06:57.238" v="385" actId="1076"/>
          <ac:spMkLst>
            <pc:docMk/>
            <pc:sldMk cId="0" sldId="274"/>
            <ac:spMk id="20487" creationId="{4145582C-8F5A-D141-8806-EC9DF343CE06}"/>
          </ac:spMkLst>
        </pc:spChg>
        <pc:spChg chg="mod">
          <ac:chgData name="Zheng Fei" userId="d19317889db4c986" providerId="LiveId" clId="{7F0A2569-EDD2-3542-88EC-3892061FA59B}" dt="2022-03-30T14:06:40.123" v="677" actId="20577"/>
          <ac:spMkLst>
            <pc:docMk/>
            <pc:sldMk cId="0" sldId="274"/>
            <ac:spMk id="20492" creationId="{0204EA60-8365-064E-9795-57CEAAA9B9E9}"/>
          </ac:spMkLst>
        </pc:spChg>
        <pc:spChg chg="mod">
          <ac:chgData name="Zheng Fei" userId="d19317889db4c986" providerId="LiveId" clId="{7F0A2569-EDD2-3542-88EC-3892061FA59B}" dt="2022-03-30T14:06:37.262" v="676" actId="20577"/>
          <ac:spMkLst>
            <pc:docMk/>
            <pc:sldMk cId="0" sldId="274"/>
            <ac:spMk id="20495" creationId="{52DACF16-B865-F047-B154-BF5F29ADCAD0}"/>
          </ac:spMkLst>
        </pc:spChg>
        <pc:grpChg chg="add del mod">
          <ac:chgData name="Zheng Fei" userId="d19317889db4c986" providerId="LiveId" clId="{7F0A2569-EDD2-3542-88EC-3892061FA59B}" dt="2022-03-30T14:22:41.439" v="751" actId="478"/>
          <ac:grpSpMkLst>
            <pc:docMk/>
            <pc:sldMk cId="0" sldId="274"/>
            <ac:grpSpMk id="2" creationId="{C95FD0B2-13C7-B74F-9906-7D13DF02BECC}"/>
          </ac:grpSpMkLst>
        </pc:grpChg>
        <pc:graphicFrameChg chg="add mod">
          <ac:chgData name="Zheng Fei" userId="d19317889db4c986" providerId="LiveId" clId="{7F0A2569-EDD2-3542-88EC-3892061FA59B}" dt="2022-03-30T14:06:35.046" v="675" actId="1076"/>
          <ac:graphicFrameMkLst>
            <pc:docMk/>
            <pc:sldMk cId="0" sldId="274"/>
            <ac:graphicFrameMk id="18" creationId="{E5B05C7A-3C44-7746-BDD9-CB3F26561EC2}"/>
          </ac:graphicFrameMkLst>
        </pc:graphicFrameChg>
        <pc:graphicFrameChg chg="mod">
          <ac:chgData name="Zheng Fei" userId="d19317889db4c986" providerId="LiveId" clId="{7F0A2569-EDD2-3542-88EC-3892061FA59B}" dt="2022-03-29T15:07:25.274" v="403" actId="1076"/>
          <ac:graphicFrameMkLst>
            <pc:docMk/>
            <pc:sldMk cId="0" sldId="274"/>
            <ac:graphicFrameMk id="20484" creationId="{F9DD2FEF-B999-4544-9E8D-2A38C72A251D}"/>
          </ac:graphicFrameMkLst>
        </pc:graphicFrameChg>
        <pc:graphicFrameChg chg="mod">
          <ac:chgData name="Zheng Fei" userId="d19317889db4c986" providerId="LiveId" clId="{7F0A2569-EDD2-3542-88EC-3892061FA59B}" dt="2022-03-29T15:07:28.024" v="404" actId="1076"/>
          <ac:graphicFrameMkLst>
            <pc:docMk/>
            <pc:sldMk cId="0" sldId="274"/>
            <ac:graphicFrameMk id="20485" creationId="{43408BF4-FAF0-4146-806C-78A0FC509FE3}"/>
          </ac:graphicFrameMkLst>
        </pc:graphicFrameChg>
        <pc:graphicFrameChg chg="mod">
          <ac:chgData name="Zheng Fei" userId="d19317889db4c986" providerId="LiveId" clId="{7F0A2569-EDD2-3542-88EC-3892061FA59B}" dt="2022-03-29T15:07:37.658" v="406" actId="1076"/>
          <ac:graphicFrameMkLst>
            <pc:docMk/>
            <pc:sldMk cId="0" sldId="274"/>
            <ac:graphicFrameMk id="20486" creationId="{28C8306D-6A81-F24E-A566-B3AD8BA3E470}"/>
          </ac:graphicFrameMkLst>
        </pc:graphicFrameChg>
        <pc:graphicFrameChg chg="mod">
          <ac:chgData name="Zheng Fei" userId="d19317889db4c986" providerId="LiveId" clId="{7F0A2569-EDD2-3542-88EC-3892061FA59B}" dt="2022-03-29T15:06:57.238" v="385" actId="1076"/>
          <ac:graphicFrameMkLst>
            <pc:docMk/>
            <pc:sldMk cId="0" sldId="274"/>
            <ac:graphicFrameMk id="20488" creationId="{4CAAE428-B864-6944-B47D-D9F3FCE7613A}"/>
          </ac:graphicFrameMkLst>
        </pc:graphicFrameChg>
        <pc:graphicFrameChg chg="mod">
          <ac:chgData name="Zheng Fei" userId="d19317889db4c986" providerId="LiveId" clId="{7F0A2569-EDD2-3542-88EC-3892061FA59B}" dt="2022-03-29T15:06:57.238" v="385" actId="1076"/>
          <ac:graphicFrameMkLst>
            <pc:docMk/>
            <pc:sldMk cId="0" sldId="274"/>
            <ac:graphicFrameMk id="20489" creationId="{45EAA06F-6F58-7842-90CF-C49F70517DA2}"/>
          </ac:graphicFrameMkLst>
        </pc:graphicFrameChg>
        <pc:graphicFrameChg chg="mod">
          <ac:chgData name="Zheng Fei" userId="d19317889db4c986" providerId="LiveId" clId="{7F0A2569-EDD2-3542-88EC-3892061FA59B}" dt="2022-03-29T15:06:57.238" v="385" actId="1076"/>
          <ac:graphicFrameMkLst>
            <pc:docMk/>
            <pc:sldMk cId="0" sldId="274"/>
            <ac:graphicFrameMk id="20490" creationId="{FC069273-79B0-C24D-B6D6-D8CF02F6A335}"/>
          </ac:graphicFrameMkLst>
        </pc:graphicFrameChg>
        <pc:graphicFrameChg chg="mod">
          <ac:chgData name="Zheng Fei" userId="d19317889db4c986" providerId="LiveId" clId="{7F0A2569-EDD2-3542-88EC-3892061FA59B}" dt="2022-03-29T15:06:57.238" v="385" actId="1076"/>
          <ac:graphicFrameMkLst>
            <pc:docMk/>
            <pc:sldMk cId="0" sldId="274"/>
            <ac:graphicFrameMk id="20493" creationId="{79D7C027-B237-BC47-A3F6-72A1FE556724}"/>
          </ac:graphicFrameMkLst>
        </pc:graphicFrameChg>
        <pc:graphicFrameChg chg="mod">
          <ac:chgData name="Zheng Fei" userId="d19317889db4c986" providerId="LiveId" clId="{7F0A2569-EDD2-3542-88EC-3892061FA59B}" dt="2022-03-29T15:06:57.238" v="385" actId="1076"/>
          <ac:graphicFrameMkLst>
            <pc:docMk/>
            <pc:sldMk cId="0" sldId="274"/>
            <ac:graphicFrameMk id="20494" creationId="{D11CFBEE-A239-9E48-A2C2-C33AA0A46250}"/>
          </ac:graphicFrameMkLst>
        </pc:graphicFrameChg>
        <pc:graphicFrameChg chg="del mod">
          <ac:chgData name="Zheng Fei" userId="d19317889db4c986" providerId="LiveId" clId="{7F0A2569-EDD2-3542-88EC-3892061FA59B}" dt="2022-03-30T14:06:25.979" v="673" actId="478"/>
          <ac:graphicFrameMkLst>
            <pc:docMk/>
            <pc:sldMk cId="0" sldId="274"/>
            <ac:graphicFrameMk id="20496" creationId="{F0F0BB68-0E5E-B149-926F-71AA44155469}"/>
          </ac:graphicFrameMkLst>
        </pc:graphicFrameChg>
        <pc:graphicFrameChg chg="mod">
          <ac:chgData name="Zheng Fei" userId="d19317889db4c986" providerId="LiveId" clId="{7F0A2569-EDD2-3542-88EC-3892061FA59B}" dt="2022-03-29T15:06:57.238" v="385" actId="1076"/>
          <ac:graphicFrameMkLst>
            <pc:docMk/>
            <pc:sldMk cId="0" sldId="274"/>
            <ac:graphicFrameMk id="20497" creationId="{142A9C3B-1F29-D642-AC1C-CD4A634E243D}"/>
          </ac:graphicFrameMkLst>
        </pc:graphicFrameChg>
      </pc:sldChg>
      <pc:sldChg chg="modSp del mod ord">
        <pc:chgData name="Zheng Fei" userId="d19317889db4c986" providerId="LiveId" clId="{7F0A2569-EDD2-3542-88EC-3892061FA59B}" dt="2022-04-05T13:47:32.954" v="802" actId="2696"/>
        <pc:sldMkLst>
          <pc:docMk/>
          <pc:sldMk cId="3894190169" sldId="275"/>
        </pc:sldMkLst>
        <pc:spChg chg="mod">
          <ac:chgData name="Zheng Fei" userId="d19317889db4c986" providerId="LiveId" clId="{7F0A2569-EDD2-3542-88EC-3892061FA59B}" dt="2022-03-30T05:35:35.771" v="630" actId="20577"/>
          <ac:spMkLst>
            <pc:docMk/>
            <pc:sldMk cId="3894190169" sldId="275"/>
            <ac:spMk id="21506" creationId="{23269440-661A-0D43-B9F7-F5ECED22E716}"/>
          </ac:spMkLst>
        </pc:spChg>
        <pc:spChg chg="mod">
          <ac:chgData name="Zheng Fei" userId="d19317889db4c986" providerId="LiveId" clId="{7F0A2569-EDD2-3542-88EC-3892061FA59B}" dt="2022-03-29T15:08:24.231" v="452" actId="20577"/>
          <ac:spMkLst>
            <pc:docMk/>
            <pc:sldMk cId="3894190169" sldId="275"/>
            <ac:spMk id="21507" creationId="{E3B4EEF5-D8E3-5741-BAB5-4A03C2EBAA2E}"/>
          </ac:spMkLst>
        </pc:spChg>
        <pc:spChg chg="mod">
          <ac:chgData name="Zheng Fei" userId="d19317889db4c986" providerId="LiveId" clId="{7F0A2569-EDD2-3542-88EC-3892061FA59B}" dt="2022-03-29T15:08:20.740" v="444" actId="20577"/>
          <ac:spMkLst>
            <pc:docMk/>
            <pc:sldMk cId="3894190169" sldId="275"/>
            <ac:spMk id="21523" creationId="{ADB75554-5DB0-E449-9767-3AD7C319D96C}"/>
          </ac:spMkLst>
        </pc:spChg>
        <pc:grpChg chg="mod">
          <ac:chgData name="Zheng Fei" userId="d19317889db4c986" providerId="LiveId" clId="{7F0A2569-EDD2-3542-88EC-3892061FA59B}" dt="2022-03-29T15:07:55.680" v="409" actId="2711"/>
          <ac:grpSpMkLst>
            <pc:docMk/>
            <pc:sldMk cId="3894190169" sldId="275"/>
            <ac:grpSpMk id="21521" creationId="{86BE5FD3-F666-B640-8AA0-B768EAEB31A9}"/>
          </ac:grpSpMkLst>
        </pc:grpChg>
        <pc:grpChg chg="mod">
          <ac:chgData name="Zheng Fei" userId="d19317889db4c986" providerId="LiveId" clId="{7F0A2569-EDD2-3542-88EC-3892061FA59B}" dt="2022-03-29T15:07:55.680" v="409" actId="2711"/>
          <ac:grpSpMkLst>
            <pc:docMk/>
            <pc:sldMk cId="3894190169" sldId="275"/>
            <ac:grpSpMk id="21522" creationId="{46D97A67-BC25-E14D-BFAF-DDAD3CA10BCC}"/>
          </ac:grpSpMkLst>
        </pc:grpChg>
        <pc:graphicFrameChg chg="mod">
          <ac:chgData name="Zheng Fei" userId="d19317889db4c986" providerId="LiveId" clId="{7F0A2569-EDD2-3542-88EC-3892061FA59B}" dt="2022-03-29T15:08:08.074" v="425" actId="1076"/>
          <ac:graphicFrameMkLst>
            <pc:docMk/>
            <pc:sldMk cId="3894190169" sldId="275"/>
            <ac:graphicFrameMk id="21508" creationId="{69D3FA29-CEEC-C04D-958F-7CDAD3E064F1}"/>
          </ac:graphicFrameMkLst>
        </pc:graphicFrameChg>
        <pc:graphicFrameChg chg="mod">
          <ac:chgData name="Zheng Fei" userId="d19317889db4c986" providerId="LiveId" clId="{7F0A2569-EDD2-3542-88EC-3892061FA59B}" dt="2022-03-29T15:07:55.680" v="409" actId="2711"/>
          <ac:graphicFrameMkLst>
            <pc:docMk/>
            <pc:sldMk cId="3894190169" sldId="275"/>
            <ac:graphicFrameMk id="21509" creationId="{230849A6-5DB0-0940-BC2C-8192BA61C617}"/>
          </ac:graphicFrameMkLst>
        </pc:graphicFrameChg>
        <pc:graphicFrameChg chg="mod">
          <ac:chgData name="Zheng Fei" userId="d19317889db4c986" providerId="LiveId" clId="{7F0A2569-EDD2-3542-88EC-3892061FA59B}" dt="2022-03-29T15:07:55.680" v="409" actId="2711"/>
          <ac:graphicFrameMkLst>
            <pc:docMk/>
            <pc:sldMk cId="3894190169" sldId="275"/>
            <ac:graphicFrameMk id="21510" creationId="{DC61E863-DAFF-6E44-847E-2D3BC9B46156}"/>
          </ac:graphicFrameMkLst>
        </pc:graphicFrameChg>
        <pc:graphicFrameChg chg="mod">
          <ac:chgData name="Zheng Fei" userId="d19317889db4c986" providerId="LiveId" clId="{7F0A2569-EDD2-3542-88EC-3892061FA59B}" dt="2022-03-29T15:08:32.782" v="473" actId="1037"/>
          <ac:graphicFrameMkLst>
            <pc:docMk/>
            <pc:sldMk cId="3894190169" sldId="275"/>
            <ac:graphicFrameMk id="21511" creationId="{C246FE1A-AA58-1547-9FCF-61589E6357BF}"/>
          </ac:graphicFrameMkLst>
        </pc:graphicFrameChg>
      </pc:sldChg>
      <pc:sldChg chg="del">
        <pc:chgData name="Zheng Fei" userId="d19317889db4c986" providerId="LiveId" clId="{7F0A2569-EDD2-3542-88EC-3892061FA59B}" dt="2022-03-29T15:12:46.698" v="478" actId="2696"/>
        <pc:sldMkLst>
          <pc:docMk/>
          <pc:sldMk cId="0" sldId="276"/>
        </pc:sldMkLst>
      </pc:sldChg>
      <pc:sldChg chg="modSp add mod modAnim">
        <pc:chgData name="Zheng Fei" userId="d19317889db4c986" providerId="LiveId" clId="{7F0A2569-EDD2-3542-88EC-3892061FA59B}" dt="2022-03-30T05:32:02.405" v="604" actId="1037"/>
        <pc:sldMkLst>
          <pc:docMk/>
          <pc:sldMk cId="0" sldId="277"/>
        </pc:sldMkLst>
        <pc:spChg chg="mod">
          <ac:chgData name="Zheng Fei" userId="d19317889db4c986" providerId="LiveId" clId="{7F0A2569-EDD2-3542-88EC-3892061FA59B}" dt="2022-03-30T05:31:56.623" v="591" actId="1038"/>
          <ac:spMkLst>
            <pc:docMk/>
            <pc:sldMk cId="0" sldId="277"/>
            <ac:spMk id="6157" creationId="{2B710A4F-C4CA-4C4E-9B17-565A5EE0A7A1}"/>
          </ac:spMkLst>
        </pc:spChg>
        <pc:spChg chg="mod">
          <ac:chgData name="Zheng Fei" userId="d19317889db4c986" providerId="LiveId" clId="{7F0A2569-EDD2-3542-88EC-3892061FA59B}" dt="2022-03-30T05:31:50.092" v="585" actId="2711"/>
          <ac:spMkLst>
            <pc:docMk/>
            <pc:sldMk cId="0" sldId="277"/>
            <ac:spMk id="6161" creationId="{F9038535-BA27-1949-B2FB-AAE2E9A38792}"/>
          </ac:spMkLst>
        </pc:spChg>
        <pc:spChg chg="mod">
          <ac:chgData name="Zheng Fei" userId="d19317889db4c986" providerId="LiveId" clId="{7F0A2569-EDD2-3542-88EC-3892061FA59B}" dt="2022-03-30T05:31:50.092" v="585" actId="2711"/>
          <ac:spMkLst>
            <pc:docMk/>
            <pc:sldMk cId="0" sldId="277"/>
            <ac:spMk id="6163" creationId="{8156835D-03A9-F140-BF1B-E7223A0190AA}"/>
          </ac:spMkLst>
        </pc:spChg>
        <pc:spChg chg="mod">
          <ac:chgData name="Zheng Fei" userId="d19317889db4c986" providerId="LiveId" clId="{7F0A2569-EDD2-3542-88EC-3892061FA59B}" dt="2022-03-30T05:31:50.092" v="585" actId="2711"/>
          <ac:spMkLst>
            <pc:docMk/>
            <pc:sldMk cId="0" sldId="277"/>
            <ac:spMk id="24581" creationId="{23EB4931-E0BC-054A-9A91-07CDEAD3B7C3}"/>
          </ac:spMkLst>
        </pc:spChg>
        <pc:spChg chg="mod">
          <ac:chgData name="Zheng Fei" userId="d19317889db4c986" providerId="LiveId" clId="{7F0A2569-EDD2-3542-88EC-3892061FA59B}" dt="2022-03-30T05:31:50.092" v="585" actId="2711"/>
          <ac:spMkLst>
            <pc:docMk/>
            <pc:sldMk cId="0" sldId="277"/>
            <ac:spMk id="24583" creationId="{DB259D77-8C9E-8D40-9370-4D04A5BFAAB5}"/>
          </ac:spMkLst>
        </pc:spChg>
        <pc:spChg chg="mod">
          <ac:chgData name="Zheng Fei" userId="d19317889db4c986" providerId="LiveId" clId="{7F0A2569-EDD2-3542-88EC-3892061FA59B}" dt="2022-03-30T05:31:50.092" v="585" actId="2711"/>
          <ac:spMkLst>
            <pc:docMk/>
            <pc:sldMk cId="0" sldId="277"/>
            <ac:spMk id="24597" creationId="{0099AAF1-79C7-834E-A006-13619090624B}"/>
          </ac:spMkLst>
        </pc:spChg>
        <pc:grpChg chg="mod">
          <ac:chgData name="Zheng Fei" userId="d19317889db4c986" providerId="LiveId" clId="{7F0A2569-EDD2-3542-88EC-3892061FA59B}" dt="2022-03-30T05:31:56.623" v="591" actId="1038"/>
          <ac:grpSpMkLst>
            <pc:docMk/>
            <pc:sldMk cId="0" sldId="277"/>
            <ac:grpSpMk id="6156" creationId="{DDC1E3B0-0ACA-DD43-8D07-6DE492A272C3}"/>
          </ac:grpSpMkLst>
        </pc:grpChg>
        <pc:grpChg chg="mod">
          <ac:chgData name="Zheng Fei" userId="d19317889db4c986" providerId="LiveId" clId="{7F0A2569-EDD2-3542-88EC-3892061FA59B}" dt="2022-03-30T05:31:50.092" v="585" actId="2711"/>
          <ac:grpSpMkLst>
            <pc:docMk/>
            <pc:sldMk cId="0" sldId="277"/>
            <ac:grpSpMk id="24585" creationId="{6595675D-75F3-B944-ADE8-C6BB28F42A13}"/>
          </ac:grpSpMkLst>
        </pc:grpChg>
        <pc:grpChg chg="mod">
          <ac:chgData name="Zheng Fei" userId="d19317889db4c986" providerId="LiveId" clId="{7F0A2569-EDD2-3542-88EC-3892061FA59B}" dt="2022-03-30T05:31:56.623" v="591" actId="1038"/>
          <ac:grpSpMkLst>
            <pc:docMk/>
            <pc:sldMk cId="0" sldId="277"/>
            <ac:grpSpMk id="24599" creationId="{5E7C98A3-13FC-4347-9B30-802E1B708FC0}"/>
          </ac:grpSpMkLst>
        </pc:grpChg>
        <pc:graphicFrameChg chg="mod">
          <ac:chgData name="Zheng Fei" userId="d19317889db4c986" providerId="LiveId" clId="{7F0A2569-EDD2-3542-88EC-3892061FA59B}" dt="2022-03-30T05:31:56.623" v="591" actId="1038"/>
          <ac:graphicFrameMkLst>
            <pc:docMk/>
            <pc:sldMk cId="0" sldId="277"/>
            <ac:graphicFrameMk id="6153" creationId="{9620930E-E638-004E-A19F-38D1FA48A696}"/>
          </ac:graphicFrameMkLst>
        </pc:graphicFrameChg>
        <pc:graphicFrameChg chg="mod">
          <ac:chgData name="Zheng Fei" userId="d19317889db4c986" providerId="LiveId" clId="{7F0A2569-EDD2-3542-88EC-3892061FA59B}" dt="2022-03-30T05:31:56.623" v="591" actId="1038"/>
          <ac:graphicFrameMkLst>
            <pc:docMk/>
            <pc:sldMk cId="0" sldId="277"/>
            <ac:graphicFrameMk id="6154" creationId="{7EFF6583-16BA-5A4B-A456-80AF28321A50}"/>
          </ac:graphicFrameMkLst>
        </pc:graphicFrameChg>
        <pc:graphicFrameChg chg="mod">
          <ac:chgData name="Zheng Fei" userId="d19317889db4c986" providerId="LiveId" clId="{7F0A2569-EDD2-3542-88EC-3892061FA59B}" dt="2022-03-30T05:31:56.623" v="591" actId="1038"/>
          <ac:graphicFrameMkLst>
            <pc:docMk/>
            <pc:sldMk cId="0" sldId="277"/>
            <ac:graphicFrameMk id="6155" creationId="{BD8BAB17-4A7F-C248-8F7C-7496B4F8187F}"/>
          </ac:graphicFrameMkLst>
        </pc:graphicFrameChg>
        <pc:graphicFrameChg chg="mod">
          <ac:chgData name="Zheng Fei" userId="d19317889db4c986" providerId="LiveId" clId="{7F0A2569-EDD2-3542-88EC-3892061FA59B}" dt="2022-03-30T05:32:02.405" v="604" actId="1037"/>
          <ac:graphicFrameMkLst>
            <pc:docMk/>
            <pc:sldMk cId="0" sldId="277"/>
            <ac:graphicFrameMk id="6158" creationId="{AD2AC4FA-09B9-1A4E-9EBB-48AE8C8F412C}"/>
          </ac:graphicFrameMkLst>
        </pc:graphicFrameChg>
        <pc:graphicFrameChg chg="mod">
          <ac:chgData name="Zheng Fei" userId="d19317889db4c986" providerId="LiveId" clId="{7F0A2569-EDD2-3542-88EC-3892061FA59B}" dt="2022-03-30T05:31:56.623" v="591" actId="1038"/>
          <ac:graphicFrameMkLst>
            <pc:docMk/>
            <pc:sldMk cId="0" sldId="277"/>
            <ac:graphicFrameMk id="6159" creationId="{18E1ED65-05B8-E641-AF1C-D8CDEE4F9B2B}"/>
          </ac:graphicFrameMkLst>
        </pc:graphicFrameChg>
        <pc:graphicFrameChg chg="mod">
          <ac:chgData name="Zheng Fei" userId="d19317889db4c986" providerId="LiveId" clId="{7F0A2569-EDD2-3542-88EC-3892061FA59B}" dt="2022-03-30T05:31:50.092" v="585" actId="2711"/>
          <ac:graphicFrameMkLst>
            <pc:docMk/>
            <pc:sldMk cId="0" sldId="277"/>
            <ac:graphicFrameMk id="6160" creationId="{71783F04-A13E-3B45-8368-9333A72091FB}"/>
          </ac:graphicFrameMkLst>
        </pc:graphicFrameChg>
        <pc:graphicFrameChg chg="mod">
          <ac:chgData name="Zheng Fei" userId="d19317889db4c986" providerId="LiveId" clId="{7F0A2569-EDD2-3542-88EC-3892061FA59B}" dt="2022-03-30T05:31:50.092" v="585" actId="2711"/>
          <ac:graphicFrameMkLst>
            <pc:docMk/>
            <pc:sldMk cId="0" sldId="277"/>
            <ac:graphicFrameMk id="6162" creationId="{B9FC0CE1-45E6-6E4F-B3BF-04FD4913A6E4}"/>
          </ac:graphicFrameMkLst>
        </pc:graphicFrameChg>
        <pc:graphicFrameChg chg="mod">
          <ac:chgData name="Zheng Fei" userId="d19317889db4c986" providerId="LiveId" clId="{7F0A2569-EDD2-3542-88EC-3892061FA59B}" dt="2022-03-30T05:31:50.092" v="585" actId="2711"/>
          <ac:graphicFrameMkLst>
            <pc:docMk/>
            <pc:sldMk cId="0" sldId="277"/>
            <ac:graphicFrameMk id="24582" creationId="{C12657AC-6BF5-A04C-90A9-0633B052A0AF}"/>
          </ac:graphicFrameMkLst>
        </pc:graphicFrameChg>
        <pc:graphicFrameChg chg="mod">
          <ac:chgData name="Zheng Fei" userId="d19317889db4c986" providerId="LiveId" clId="{7F0A2569-EDD2-3542-88EC-3892061FA59B}" dt="2022-03-30T05:31:50.092" v="585" actId="2711"/>
          <ac:graphicFrameMkLst>
            <pc:docMk/>
            <pc:sldMk cId="0" sldId="277"/>
            <ac:graphicFrameMk id="24584" creationId="{D7895092-277F-F74D-8F04-0C82F09E140D}"/>
          </ac:graphicFrameMkLst>
        </pc:graphicFrameChg>
      </pc:sldChg>
      <pc:sldChg chg="modSp add mod modAnim">
        <pc:chgData name="Zheng Fei" userId="d19317889db4c986" providerId="LiveId" clId="{7F0A2569-EDD2-3542-88EC-3892061FA59B}" dt="2022-03-30T14:08:40.793" v="706" actId="114"/>
        <pc:sldMkLst>
          <pc:docMk/>
          <pc:sldMk cId="0" sldId="278"/>
        </pc:sldMkLst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27" creationId="{D0CE614E-CD46-AB49-9BD0-1C3D5CA47351}"/>
          </ac:spMkLst>
        </pc:spChg>
        <pc:spChg chg="mod">
          <ac:chgData name="Zheng Fei" userId="d19317889db4c986" providerId="LiveId" clId="{7F0A2569-EDD2-3542-88EC-3892061FA59B}" dt="2022-03-30T14:08:03.776" v="697" actId="114"/>
          <ac:spMkLst>
            <pc:docMk/>
            <pc:sldMk cId="0" sldId="278"/>
            <ac:spMk id="9228" creationId="{E5386962-14A0-7D49-A7DC-B65BA7AD7268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29" creationId="{24453234-7060-A443-AF79-9A438408F62C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0" creationId="{3A556352-D22A-0D45-98DD-EEB06F02735B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1" creationId="{D2C0B50F-BEB4-7947-B2CD-89C1E08C7E52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2" creationId="{F2C9A1E7-9E28-E145-A478-5916917D5850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3" creationId="{6A7E9407-0FF4-2C4E-B350-B8B907E0351F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4" creationId="{00CD4864-0542-F943-9BF7-1822B4192B83}"/>
          </ac:spMkLst>
        </pc:spChg>
        <pc:spChg chg="mod">
          <ac:chgData name="Zheng Fei" userId="d19317889db4c986" providerId="LiveId" clId="{7F0A2569-EDD2-3542-88EC-3892061FA59B}" dt="2022-03-30T14:08:06.793" v="698" actId="114"/>
          <ac:spMkLst>
            <pc:docMk/>
            <pc:sldMk cId="0" sldId="278"/>
            <ac:spMk id="9235" creationId="{A09091F9-B421-6F44-B9CB-47DC7CE19428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6" creationId="{2D3E34D3-0C0F-D043-A4A7-735E9BB3AE65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7" creationId="{6F4674D6-C87F-C34A-ABAB-A16C795E7C14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9238" creationId="{96CE69BF-74CB-5F45-9F00-2FEB24A7BAE4}"/>
          </ac:spMkLst>
        </pc:spChg>
        <pc:spChg chg="mod">
          <ac:chgData name="Zheng Fei" userId="d19317889db4c986" providerId="LiveId" clId="{7F0A2569-EDD2-3542-88EC-3892061FA59B}" dt="2022-03-30T14:08:30.360" v="704" actId="114"/>
          <ac:spMkLst>
            <pc:docMk/>
            <pc:sldMk cId="0" sldId="278"/>
            <ac:spMk id="28675" creationId="{C19B58C4-6460-834B-932C-412E607E6319}"/>
          </ac:spMkLst>
        </pc:spChg>
        <pc:spChg chg="mod">
          <ac:chgData name="Zheng Fei" userId="d19317889db4c986" providerId="LiveId" clId="{7F0A2569-EDD2-3542-88EC-3892061FA59B}" dt="2022-03-30T14:08:40.793" v="706" actId="114"/>
          <ac:spMkLst>
            <pc:docMk/>
            <pc:sldMk cId="0" sldId="278"/>
            <ac:spMk id="28683" creationId="{D3E65754-B7EE-7045-9BEA-6D78F9F03955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28691" creationId="{20CA957A-85B2-AC4D-97FF-EA070043C3DA}"/>
          </ac:spMkLst>
        </pc:spChg>
        <pc:spChg chg="mod">
          <ac:chgData name="Zheng Fei" userId="d19317889db4c986" providerId="LiveId" clId="{7F0A2569-EDD2-3542-88EC-3892061FA59B}" dt="2022-03-30T14:08:26.827" v="703" actId="114"/>
          <ac:spMkLst>
            <pc:docMk/>
            <pc:sldMk cId="0" sldId="278"/>
            <ac:spMk id="28692" creationId="{D1361AFC-3E1B-7247-9A5D-8917DB0EF18B}"/>
          </ac:spMkLst>
        </pc:spChg>
        <pc:spChg chg="mod">
          <ac:chgData name="Zheng Fei" userId="d19317889db4c986" providerId="LiveId" clId="{7F0A2569-EDD2-3542-88EC-3892061FA59B}" dt="2022-03-30T05:32:36.759" v="608" actId="2711"/>
          <ac:spMkLst>
            <pc:docMk/>
            <pc:sldMk cId="0" sldId="278"/>
            <ac:spMk id="28694" creationId="{8A5B2A32-A5A9-B048-80CD-42A25BAB8598}"/>
          </ac:spMkLst>
        </pc:spChg>
        <pc:grpChg chg="mod">
          <ac:chgData name="Zheng Fei" userId="d19317889db4c986" providerId="LiveId" clId="{7F0A2569-EDD2-3542-88EC-3892061FA59B}" dt="2022-03-30T05:32:36.759" v="608" actId="2711"/>
          <ac:grpSpMkLst>
            <pc:docMk/>
            <pc:sldMk cId="0" sldId="278"/>
            <ac:grpSpMk id="28684" creationId="{4B89D7EB-31F3-A646-B234-A274C52D24A8}"/>
          </ac:grpSpMkLst>
        </pc:grpChg>
        <pc:grpChg chg="mod">
          <ac:chgData name="Zheng Fei" userId="d19317889db4c986" providerId="LiveId" clId="{7F0A2569-EDD2-3542-88EC-3892061FA59B}" dt="2022-03-30T05:32:36.759" v="608" actId="2711"/>
          <ac:grpSpMkLst>
            <pc:docMk/>
            <pc:sldMk cId="0" sldId="278"/>
            <ac:grpSpMk id="28693" creationId="{FD8D8FFB-0694-7C4B-87EA-DD4C730899E6}"/>
          </ac:grpSpMkLst>
        </pc:grpChg>
        <pc:graphicFrameChg chg="mod">
          <ac:chgData name="Zheng Fei" userId="d19317889db4c986" providerId="LiveId" clId="{7F0A2569-EDD2-3542-88EC-3892061FA59B}" dt="2022-03-30T05:32:36.759" v="608" actId="2711"/>
          <ac:graphicFrameMkLst>
            <pc:docMk/>
            <pc:sldMk cId="0" sldId="278"/>
            <ac:graphicFrameMk id="28695" creationId="{925B951B-E797-4645-BE8E-4247ED8009EE}"/>
          </ac:graphicFrameMkLst>
        </pc:graphicFrameChg>
        <pc:graphicFrameChg chg="mod">
          <ac:chgData name="Zheng Fei" userId="d19317889db4c986" providerId="LiveId" clId="{7F0A2569-EDD2-3542-88EC-3892061FA59B}" dt="2022-03-30T05:32:36.759" v="608" actId="2711"/>
          <ac:graphicFrameMkLst>
            <pc:docMk/>
            <pc:sldMk cId="0" sldId="278"/>
            <ac:graphicFrameMk id="28696" creationId="{5DB90668-4CE2-A745-8BA0-F77ADFF8157C}"/>
          </ac:graphicFrameMkLst>
        </pc:graphicFrameChg>
      </pc:sldChg>
      <pc:sldChg chg="del">
        <pc:chgData name="Zheng Fei" userId="d19317889db4c986" providerId="LiveId" clId="{7F0A2569-EDD2-3542-88EC-3892061FA59B}" dt="2022-03-29T15:12:44.713" v="477" actId="2696"/>
        <pc:sldMkLst>
          <pc:docMk/>
          <pc:sldMk cId="0" sldId="280"/>
        </pc:sldMkLst>
      </pc:sldChg>
      <pc:sldChg chg="del">
        <pc:chgData name="Zheng Fei" userId="d19317889db4c986" providerId="LiveId" clId="{7F0A2569-EDD2-3542-88EC-3892061FA59B}" dt="2022-03-29T15:08:50.006" v="474" actId="2696"/>
        <pc:sldMkLst>
          <pc:docMk/>
          <pc:sldMk cId="0" sldId="281"/>
        </pc:sldMkLst>
      </pc:sldChg>
      <pc:sldChg chg="add del modAnim">
        <pc:chgData name="Zheng Fei" userId="d19317889db4c986" providerId="LiveId" clId="{7F0A2569-EDD2-3542-88EC-3892061FA59B}" dt="2022-03-30T05:31:12.483" v="579"/>
        <pc:sldMkLst>
          <pc:docMk/>
          <pc:sldMk cId="0" sldId="282"/>
        </pc:sldMkLst>
      </pc:sldChg>
      <pc:sldChg chg="del">
        <pc:chgData name="Zheng Fei" userId="d19317889db4c986" providerId="LiveId" clId="{7F0A2569-EDD2-3542-88EC-3892061FA59B}" dt="2022-03-29T15:08:53.744" v="476" actId="2696"/>
        <pc:sldMkLst>
          <pc:docMk/>
          <pc:sldMk cId="0" sldId="283"/>
        </pc:sldMkLst>
      </pc:sldChg>
      <pc:sldChg chg="modSp mod">
        <pc:chgData name="Zheng Fei" userId="d19317889db4c986" providerId="LiveId" clId="{7F0A2569-EDD2-3542-88EC-3892061FA59B}" dt="2022-03-30T05:32:46.782" v="610" actId="20577"/>
        <pc:sldMkLst>
          <pc:docMk/>
          <pc:sldMk cId="1368309327" sldId="284"/>
        </pc:sldMkLst>
        <pc:spChg chg="mod">
          <ac:chgData name="Zheng Fei" userId="d19317889db4c986" providerId="LiveId" clId="{7F0A2569-EDD2-3542-88EC-3892061FA59B}" dt="2022-03-30T05:32:46.782" v="610" actId="20577"/>
          <ac:spMkLst>
            <pc:docMk/>
            <pc:sldMk cId="1368309327" sldId="284"/>
            <ac:spMk id="3" creationId="{624BB7D4-BD9E-A045-AFAF-5F79E6B80523}"/>
          </ac:spMkLst>
        </pc:spChg>
      </pc:sldChg>
      <pc:sldChg chg="modSp add mod modAnim">
        <pc:chgData name="Zheng Fei" userId="d19317889db4c986" providerId="LiveId" clId="{7F0A2569-EDD2-3542-88EC-3892061FA59B}" dt="2022-03-30T14:07:19.326" v="683" actId="114"/>
        <pc:sldMkLst>
          <pc:docMk/>
          <pc:sldMk cId="0" sldId="285"/>
        </pc:sldMkLst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28" creationId="{D1E499C1-EF9D-DD47-959D-03CC13EB5DC2}"/>
          </ac:spMkLst>
        </pc:spChg>
        <pc:spChg chg="mod">
          <ac:chgData name="Zheng Fei" userId="d19317889db4c986" providerId="LiveId" clId="{7F0A2569-EDD2-3542-88EC-3892061FA59B}" dt="2022-03-30T14:06:57.877" v="678" actId="114"/>
          <ac:spMkLst>
            <pc:docMk/>
            <pc:sldMk cId="0" sldId="285"/>
            <ac:spMk id="5129" creationId="{A869454C-2C0E-4744-A12A-0F1FE3799C13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0" creationId="{F3946031-7723-714F-889B-F11A91704B0B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1" creationId="{36889CD9-5272-174F-BF9F-76D7E5438E12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2" creationId="{E711DD3A-EC7D-0548-8090-8498CF3ED953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3" creationId="{084392B4-7EAA-B041-BB46-6168B0A5F7F5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4" creationId="{D3FC12E1-3B54-CC42-9722-0020F8D7D2DF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5" creationId="{782F205B-86AA-B841-9A4C-50B676D7EBDA}"/>
          </ac:spMkLst>
        </pc:spChg>
        <pc:spChg chg="mod">
          <ac:chgData name="Zheng Fei" userId="d19317889db4c986" providerId="LiveId" clId="{7F0A2569-EDD2-3542-88EC-3892061FA59B}" dt="2022-03-30T14:07:04.544" v="679" actId="114"/>
          <ac:spMkLst>
            <pc:docMk/>
            <pc:sldMk cId="0" sldId="285"/>
            <ac:spMk id="5136" creationId="{6885E6EE-DE7D-7B4C-AFFA-09298B30F9C0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7" creationId="{030537E1-F561-0443-BBA7-0A180F17B8C1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8" creationId="{3AD9F756-D745-6742-BD30-2DB09C61B141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5139" creationId="{C91CC13E-2078-A747-B411-DAD21FD9C2CF}"/>
          </ac:spMkLst>
        </pc:spChg>
        <pc:spChg chg="mod">
          <ac:chgData name="Zheng Fei" userId="d19317889db4c986" providerId="LiveId" clId="{7F0A2569-EDD2-3542-88EC-3892061FA59B}" dt="2022-03-30T14:07:12.047" v="681" actId="114"/>
          <ac:spMkLst>
            <pc:docMk/>
            <pc:sldMk cId="0" sldId="285"/>
            <ac:spMk id="6147" creationId="{60DE3882-6960-6A42-8289-DDCC91FB783C}"/>
          </ac:spMkLst>
        </pc:spChg>
        <pc:spChg chg="mod">
          <ac:chgData name="Zheng Fei" userId="d19317889db4c986" providerId="LiveId" clId="{7F0A2569-EDD2-3542-88EC-3892061FA59B}" dt="2022-03-30T14:07:19.326" v="683" actId="114"/>
          <ac:spMkLst>
            <pc:docMk/>
            <pc:sldMk cId="0" sldId="285"/>
            <ac:spMk id="6156" creationId="{ED4FB34D-AE19-CF48-AB49-C7E1B8421E81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6166" creationId="{425C6BB4-57A2-3F43-B125-8BD7A1F765D6}"/>
          </ac:spMkLst>
        </pc:spChg>
        <pc:spChg chg="mod">
          <ac:chgData name="Zheng Fei" userId="d19317889db4c986" providerId="LiveId" clId="{7F0A2569-EDD2-3542-88EC-3892061FA59B}" dt="2022-03-30T05:31:37.347" v="583" actId="2711"/>
          <ac:spMkLst>
            <pc:docMk/>
            <pc:sldMk cId="0" sldId="285"/>
            <ac:spMk id="6167" creationId="{BD34B6A3-0E4C-7445-84EA-3D105F3C56D2}"/>
          </ac:spMkLst>
        </pc:spChg>
        <pc:grpChg chg="mod">
          <ac:chgData name="Zheng Fei" userId="d19317889db4c986" providerId="LiveId" clId="{7F0A2569-EDD2-3542-88EC-3892061FA59B}" dt="2022-03-30T05:31:37.347" v="583" actId="2711"/>
          <ac:grpSpMkLst>
            <pc:docMk/>
            <pc:sldMk cId="0" sldId="285"/>
            <ac:grpSpMk id="6149" creationId="{76437C65-84B0-D041-93A3-4E8B7F3C7B8E}"/>
          </ac:grpSpMkLst>
        </pc:grpChg>
        <pc:grpChg chg="mod">
          <ac:chgData name="Zheng Fei" userId="d19317889db4c986" providerId="LiveId" clId="{7F0A2569-EDD2-3542-88EC-3892061FA59B}" dt="2022-03-30T05:31:37.347" v="583" actId="2711"/>
          <ac:grpSpMkLst>
            <pc:docMk/>
            <pc:sldMk cId="0" sldId="285"/>
            <ac:grpSpMk id="6158" creationId="{E69BD2FE-15DC-364D-886F-EB7C9D5F800F}"/>
          </ac:grpSpMkLst>
        </pc:grpChg>
      </pc:sldChg>
      <pc:sldChg chg="addSp delSp modSp add mod modAnim">
        <pc:chgData name="Zheng Fei" userId="d19317889db4c986" providerId="LiveId" clId="{7F0A2569-EDD2-3542-88EC-3892061FA59B}" dt="2022-04-05T14:10:10.683" v="1068" actId="114"/>
        <pc:sldMkLst>
          <pc:docMk/>
          <pc:sldMk cId="0" sldId="286"/>
        </pc:sldMkLst>
        <pc:spChg chg="mod">
          <ac:chgData name="Zheng Fei" userId="d19317889db4c986" providerId="LiveId" clId="{7F0A2569-EDD2-3542-88EC-3892061FA59B}" dt="2022-03-30T14:07:52.551" v="696" actId="1038"/>
          <ac:spMkLst>
            <pc:docMk/>
            <pc:sldMk cId="0" sldId="286"/>
            <ac:spMk id="4098" creationId="{4807592E-C05B-A649-B5D1-C7EAEDFE9160}"/>
          </ac:spMkLst>
        </pc:spChg>
        <pc:spChg chg="mod">
          <ac:chgData name="Zheng Fei" userId="d19317889db4c986" providerId="LiveId" clId="{7F0A2569-EDD2-3542-88EC-3892061FA59B}" dt="2022-04-05T14:08:45.351" v="1047" actId="114"/>
          <ac:spMkLst>
            <pc:docMk/>
            <pc:sldMk cId="0" sldId="286"/>
            <ac:spMk id="4099" creationId="{147FF910-E219-0246-B62E-484F25E62061}"/>
          </ac:spMkLst>
        </pc:spChg>
        <pc:spChg chg="mod">
          <ac:chgData name="Zheng Fei" userId="d19317889db4c986" providerId="LiveId" clId="{7F0A2569-EDD2-3542-88EC-3892061FA59B}" dt="2022-03-30T05:32:24.648" v="606" actId="2711"/>
          <ac:spMkLst>
            <pc:docMk/>
            <pc:sldMk cId="0" sldId="286"/>
            <ac:spMk id="4103" creationId="{FA24BBB7-137F-024D-9D89-6ECE9CEDE7F6}"/>
          </ac:spMkLst>
        </pc:spChg>
        <pc:spChg chg="mod">
          <ac:chgData name="Zheng Fei" userId="d19317889db4c986" providerId="LiveId" clId="{7F0A2569-EDD2-3542-88EC-3892061FA59B}" dt="2022-03-30T05:32:24.648" v="606" actId="2711"/>
          <ac:spMkLst>
            <pc:docMk/>
            <pc:sldMk cId="0" sldId="286"/>
            <ac:spMk id="4104" creationId="{235D9277-8689-314E-96B2-29792801B78F}"/>
          </ac:spMkLst>
        </pc:spChg>
        <pc:spChg chg="mod">
          <ac:chgData name="Zheng Fei" userId="d19317889db4c986" providerId="LiveId" clId="{7F0A2569-EDD2-3542-88EC-3892061FA59B}" dt="2022-04-05T14:10:10.683" v="1068" actId="114"/>
          <ac:spMkLst>
            <pc:docMk/>
            <pc:sldMk cId="0" sldId="286"/>
            <ac:spMk id="4106" creationId="{2790908E-1C8D-AF40-856B-F72F019653D1}"/>
          </ac:spMkLst>
        </pc:spChg>
        <pc:spChg chg="mod">
          <ac:chgData name="Zheng Fei" userId="d19317889db4c986" providerId="LiveId" clId="{7F0A2569-EDD2-3542-88EC-3892061FA59B}" dt="2022-03-30T05:32:24.648" v="606" actId="2711"/>
          <ac:spMkLst>
            <pc:docMk/>
            <pc:sldMk cId="0" sldId="286"/>
            <ac:spMk id="8203" creationId="{2CC90A0A-1F97-AA4A-8FBD-D58A27D021F2}"/>
          </ac:spMkLst>
        </pc:spChg>
        <pc:grpChg chg="del mod">
          <ac:chgData name="Zheng Fei" userId="d19317889db4c986" providerId="LiveId" clId="{7F0A2569-EDD2-3542-88EC-3892061FA59B}" dt="2022-04-05T14:09:48.218" v="1063" actId="478"/>
          <ac:grpSpMkLst>
            <pc:docMk/>
            <pc:sldMk cId="0" sldId="286"/>
            <ac:grpSpMk id="4111" creationId="{8961F361-49BD-0245-9FDA-237F404FC0DE}"/>
          </ac:grpSpMkLst>
        </pc:grpChg>
        <pc:grpChg chg="del mod">
          <ac:chgData name="Zheng Fei" userId="d19317889db4c986" providerId="LiveId" clId="{7F0A2569-EDD2-3542-88EC-3892061FA59B}" dt="2022-04-05T14:09:16.642" v="1052" actId="478"/>
          <ac:grpSpMkLst>
            <pc:docMk/>
            <pc:sldMk cId="0" sldId="286"/>
            <ac:grpSpMk id="4112" creationId="{0DD70A12-E2FA-5247-98DF-2401CD8CE2A9}"/>
          </ac:grpSpMkLst>
        </pc:grpChg>
        <pc:graphicFrameChg chg="del mod">
          <ac:chgData name="Zheng Fei" userId="d19317889db4c986" providerId="LiveId" clId="{7F0A2569-EDD2-3542-88EC-3892061FA59B}" dt="2022-04-05T14:09:18.339" v="1053" actId="478"/>
          <ac:graphicFrameMkLst>
            <pc:docMk/>
            <pc:sldMk cId="0" sldId="286"/>
            <ac:graphicFrameMk id="4102" creationId="{511C360F-0400-4848-BA02-47948D219FA7}"/>
          </ac:graphicFrameMkLst>
        </pc:graphicFrameChg>
        <pc:graphicFrameChg chg="del mod">
          <ac:chgData name="Zheng Fei" userId="d19317889db4c986" providerId="LiveId" clId="{7F0A2569-EDD2-3542-88EC-3892061FA59B}" dt="2022-04-05T14:09:45.336" v="1059" actId="478"/>
          <ac:graphicFrameMkLst>
            <pc:docMk/>
            <pc:sldMk cId="0" sldId="286"/>
            <ac:graphicFrameMk id="4113" creationId="{A9F157A1-5FA9-B241-BADD-68B13128ABA9}"/>
          </ac:graphicFrameMkLst>
        </pc:graphicFrameChg>
        <pc:graphicFrameChg chg="mod">
          <ac:chgData name="Zheng Fei" userId="d19317889db4c986" providerId="LiveId" clId="{7F0A2569-EDD2-3542-88EC-3892061FA59B}" dt="2022-03-30T05:32:24.648" v="606" actId="2711"/>
          <ac:graphicFrameMkLst>
            <pc:docMk/>
            <pc:sldMk cId="0" sldId="286"/>
            <ac:graphicFrameMk id="8202" creationId="{BAEDE9B6-1DCC-E346-A0B1-A4A25E868CD0}"/>
          </ac:graphicFrameMkLst>
        </pc:graphicFrameChg>
        <pc:picChg chg="add mod modCrop">
          <ac:chgData name="Zheng Fei" userId="d19317889db4c986" providerId="LiveId" clId="{7F0A2569-EDD2-3542-88EC-3892061FA59B}" dt="2022-04-05T14:10:02.668" v="1065" actId="14100"/>
          <ac:picMkLst>
            <pc:docMk/>
            <pc:sldMk cId="0" sldId="286"/>
            <ac:picMk id="3" creationId="{B581CC72-E2AA-D944-BF5E-D637CB08F3C6}"/>
          </ac:picMkLst>
        </pc:picChg>
        <pc:picChg chg="add mod">
          <ac:chgData name="Zheng Fei" userId="d19317889db4c986" providerId="LiveId" clId="{7F0A2569-EDD2-3542-88EC-3892061FA59B}" dt="2022-04-05T14:10:07.218" v="1067" actId="1076"/>
          <ac:picMkLst>
            <pc:docMk/>
            <pc:sldMk cId="0" sldId="286"/>
            <ac:picMk id="5" creationId="{602BCCF6-256F-7D49-892B-2DD789C8FC74}"/>
          </ac:picMkLst>
        </pc:picChg>
      </pc:sldChg>
      <pc:sldChg chg="addSp modSp new mod">
        <pc:chgData name="Zheng Fei" userId="d19317889db4c986" providerId="LiveId" clId="{7F0A2569-EDD2-3542-88EC-3892061FA59B}" dt="2022-03-30T14:19:53.774" v="720" actId="20577"/>
        <pc:sldMkLst>
          <pc:docMk/>
          <pc:sldMk cId="3478597923" sldId="287"/>
        </pc:sldMkLst>
        <pc:spChg chg="add mod">
          <ac:chgData name="Zheng Fei" userId="d19317889db4c986" providerId="LiveId" clId="{7F0A2569-EDD2-3542-88EC-3892061FA59B}" dt="2022-03-30T14:19:53.774" v="720" actId="20577"/>
          <ac:spMkLst>
            <pc:docMk/>
            <pc:sldMk cId="3478597923" sldId="287"/>
            <ac:spMk id="2" creationId="{8015D718-3568-6146-9792-BA3DD410B78F}"/>
          </ac:spMkLst>
        </pc:spChg>
      </pc:sldChg>
      <pc:sldChg chg="addSp modSp new mod">
        <pc:chgData name="Zheng Fei" userId="d19317889db4c986" providerId="LiveId" clId="{7F0A2569-EDD2-3542-88EC-3892061FA59B}" dt="2022-03-30T14:20:05.752" v="729" actId="20577"/>
        <pc:sldMkLst>
          <pc:docMk/>
          <pc:sldMk cId="2984840073" sldId="288"/>
        </pc:sldMkLst>
        <pc:spChg chg="add mod">
          <ac:chgData name="Zheng Fei" userId="d19317889db4c986" providerId="LiveId" clId="{7F0A2569-EDD2-3542-88EC-3892061FA59B}" dt="2022-03-30T14:20:05.752" v="729" actId="20577"/>
          <ac:spMkLst>
            <pc:docMk/>
            <pc:sldMk cId="2984840073" sldId="288"/>
            <ac:spMk id="2" creationId="{C2108641-BBCA-FC4E-B71D-F70EF1AF0057}"/>
          </ac:spMkLst>
        </pc:spChg>
      </pc:sldChg>
      <pc:sldChg chg="delSp modSp add mod ord">
        <pc:chgData name="Zheng Fei" userId="d19317889db4c986" providerId="LiveId" clId="{7F0A2569-EDD2-3542-88EC-3892061FA59B}" dt="2022-03-30T14:22:36.696" v="750" actId="20578"/>
        <pc:sldMkLst>
          <pc:docMk/>
          <pc:sldMk cId="3146486476" sldId="289"/>
        </pc:sldMkLst>
        <pc:spChg chg="mod">
          <ac:chgData name="Zheng Fei" userId="d19317889db4c986" providerId="LiveId" clId="{7F0A2569-EDD2-3542-88EC-3892061FA59B}" dt="2022-03-30T14:22:29.258" v="749" actId="20577"/>
          <ac:spMkLst>
            <pc:docMk/>
            <pc:sldMk cId="3146486476" sldId="289"/>
            <ac:spMk id="20482" creationId="{172A834E-E327-0547-A3AA-5926967408B0}"/>
          </ac:spMkLst>
        </pc:spChg>
        <pc:spChg chg="del">
          <ac:chgData name="Zheng Fei" userId="d19317889db4c986" providerId="LiveId" clId="{7F0A2569-EDD2-3542-88EC-3892061FA59B}" dt="2022-03-30T14:22:17.601" v="745" actId="478"/>
          <ac:spMkLst>
            <pc:docMk/>
            <pc:sldMk cId="3146486476" sldId="289"/>
            <ac:spMk id="20487" creationId="{4145582C-8F5A-D141-8806-EC9DF343CE06}"/>
          </ac:spMkLst>
        </pc:spChg>
        <pc:spChg chg="del">
          <ac:chgData name="Zheng Fei" userId="d19317889db4c986" providerId="LiveId" clId="{7F0A2569-EDD2-3542-88EC-3892061FA59B}" dt="2022-03-30T14:22:22.141" v="746" actId="478"/>
          <ac:spMkLst>
            <pc:docMk/>
            <pc:sldMk cId="3146486476" sldId="289"/>
            <ac:spMk id="20492" creationId="{0204EA60-8365-064E-9795-57CEAAA9B9E9}"/>
          </ac:spMkLst>
        </pc:spChg>
        <pc:spChg chg="del">
          <ac:chgData name="Zheng Fei" userId="d19317889db4c986" providerId="LiveId" clId="{7F0A2569-EDD2-3542-88EC-3892061FA59B}" dt="2022-03-30T14:22:22.141" v="746" actId="478"/>
          <ac:spMkLst>
            <pc:docMk/>
            <pc:sldMk cId="3146486476" sldId="289"/>
            <ac:spMk id="20495" creationId="{52DACF16-B865-F047-B154-BF5F29ADCAD0}"/>
          </ac:spMkLst>
        </pc:sp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18" creationId="{E5B05C7A-3C44-7746-BDD9-CB3F26561EC2}"/>
          </ac:graphicFrameMkLst>
        </pc:graphicFrame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20488" creationId="{4CAAE428-B864-6944-B47D-D9F3FCE7613A}"/>
          </ac:graphicFrameMkLst>
        </pc:graphicFrame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20489" creationId="{45EAA06F-6F58-7842-90CF-C49F70517DA2}"/>
          </ac:graphicFrameMkLst>
        </pc:graphicFrame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20490" creationId="{FC069273-79B0-C24D-B6D6-D8CF02F6A335}"/>
          </ac:graphicFrameMkLst>
        </pc:graphicFrame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20493" creationId="{79D7C027-B237-BC47-A3F6-72A1FE556724}"/>
          </ac:graphicFrameMkLst>
        </pc:graphicFrame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20494" creationId="{D11CFBEE-A239-9E48-A2C2-C33AA0A46250}"/>
          </ac:graphicFrameMkLst>
        </pc:graphicFrameChg>
        <pc:graphicFrameChg chg="del">
          <ac:chgData name="Zheng Fei" userId="d19317889db4c986" providerId="LiveId" clId="{7F0A2569-EDD2-3542-88EC-3892061FA59B}" dt="2022-03-30T14:22:22.141" v="746" actId="478"/>
          <ac:graphicFrameMkLst>
            <pc:docMk/>
            <pc:sldMk cId="3146486476" sldId="289"/>
            <ac:graphicFrameMk id="20497" creationId="{142A9C3B-1F29-D642-AC1C-CD4A634E243D}"/>
          </ac:graphicFrameMkLst>
        </pc:graphicFrameChg>
      </pc:sldChg>
      <pc:sldChg chg="modSp add mod">
        <pc:chgData name="Zheng Fei" userId="d19317889db4c986" providerId="LiveId" clId="{7F0A2569-EDD2-3542-88EC-3892061FA59B}" dt="2022-03-30T14:24:26.616" v="755" actId="20577"/>
        <pc:sldMkLst>
          <pc:docMk/>
          <pc:sldMk cId="535438541" sldId="290"/>
        </pc:sldMkLst>
        <pc:spChg chg="mod">
          <ac:chgData name="Zheng Fei" userId="d19317889db4c986" providerId="LiveId" clId="{7F0A2569-EDD2-3542-88EC-3892061FA59B}" dt="2022-03-30T14:24:26.616" v="755" actId="20577"/>
          <ac:spMkLst>
            <pc:docMk/>
            <pc:sldMk cId="535438541" sldId="290"/>
            <ac:spMk id="2" creationId="{8015D718-3568-6146-9792-BA3DD410B78F}"/>
          </ac:spMkLst>
        </pc:spChg>
      </pc:sldChg>
      <pc:sldChg chg="modSp add mod">
        <pc:chgData name="Zheng Fei" userId="d19317889db4c986" providerId="LiveId" clId="{7F0A2569-EDD2-3542-88EC-3892061FA59B}" dt="2022-03-30T14:24:30.549" v="757" actId="20577"/>
        <pc:sldMkLst>
          <pc:docMk/>
          <pc:sldMk cId="2830835738" sldId="291"/>
        </pc:sldMkLst>
        <pc:spChg chg="mod">
          <ac:chgData name="Zheng Fei" userId="d19317889db4c986" providerId="LiveId" clId="{7F0A2569-EDD2-3542-88EC-3892061FA59B}" dt="2022-03-30T14:24:30.549" v="757" actId="20577"/>
          <ac:spMkLst>
            <pc:docMk/>
            <pc:sldMk cId="2830835738" sldId="291"/>
            <ac:spMk id="2" creationId="{C2108641-BBCA-FC4E-B71D-F70EF1AF0057}"/>
          </ac:spMkLst>
        </pc:spChg>
      </pc:sldChg>
      <pc:sldChg chg="addSp modSp mod">
        <pc:chgData name="Zheng Fei" userId="d19317889db4c986" providerId="LiveId" clId="{7F0A2569-EDD2-3542-88EC-3892061FA59B}" dt="2022-04-05T14:07:12.068" v="1040" actId="1076"/>
        <pc:sldMkLst>
          <pc:docMk/>
          <pc:sldMk cId="3601747280" sldId="412"/>
        </pc:sldMkLst>
        <pc:spChg chg="mod">
          <ac:chgData name="Zheng Fei" userId="d19317889db4c986" providerId="LiveId" clId="{7F0A2569-EDD2-3542-88EC-3892061FA59B}" dt="2022-04-05T14:07:09.134" v="1038" actId="1076"/>
          <ac:spMkLst>
            <pc:docMk/>
            <pc:sldMk cId="3601747280" sldId="412"/>
            <ac:spMk id="2" creationId="{68072B7D-D2DB-E144-B306-14AD82D74031}"/>
          </ac:spMkLst>
        </pc:spChg>
        <pc:picChg chg="add mod">
          <ac:chgData name="Zheng Fei" userId="d19317889db4c986" providerId="LiveId" clId="{7F0A2569-EDD2-3542-88EC-3892061FA59B}" dt="2022-04-05T14:07:12.068" v="1040" actId="1076"/>
          <ac:picMkLst>
            <pc:docMk/>
            <pc:sldMk cId="3601747280" sldId="412"/>
            <ac:picMk id="3" creationId="{F211D1A2-AD9E-8449-8CE3-FEB9F489D63B}"/>
          </ac:picMkLst>
        </pc:picChg>
      </pc:sldChg>
      <pc:sldChg chg="modSp mod">
        <pc:chgData name="Zheng Fei" userId="d19317889db4c986" providerId="LiveId" clId="{7F0A2569-EDD2-3542-88EC-3892061FA59B}" dt="2022-04-05T14:08:02.999" v="1046" actId="12788"/>
        <pc:sldMkLst>
          <pc:docMk/>
          <pc:sldMk cId="2881794614" sldId="413"/>
        </pc:sldMkLst>
        <pc:spChg chg="mod">
          <ac:chgData name="Zheng Fei" userId="d19317889db4c986" providerId="LiveId" clId="{7F0A2569-EDD2-3542-88EC-3892061FA59B}" dt="2022-04-05T14:08:02.999" v="1046" actId="12788"/>
          <ac:spMkLst>
            <pc:docMk/>
            <pc:sldMk cId="2881794614" sldId="413"/>
            <ac:spMk id="22" creationId="{58153B0C-B115-C64C-8AAE-8889ECE1F562}"/>
          </ac:spMkLst>
        </pc:spChg>
      </pc:sldChg>
      <pc:sldChg chg="addSp modSp new mod">
        <pc:chgData name="Zheng Fei" userId="d19317889db4c986" providerId="LiveId" clId="{7F0A2569-EDD2-3542-88EC-3892061FA59B}" dt="2022-04-05T13:53:29.746" v="961" actId="732"/>
        <pc:sldMkLst>
          <pc:docMk/>
          <pc:sldMk cId="1313003905" sldId="416"/>
        </pc:sldMkLst>
        <pc:spChg chg="add mod">
          <ac:chgData name="Zheng Fei" userId="d19317889db4c986" providerId="LiveId" clId="{7F0A2569-EDD2-3542-88EC-3892061FA59B}" dt="2022-04-05T13:52:47.780" v="932"/>
          <ac:spMkLst>
            <pc:docMk/>
            <pc:sldMk cId="1313003905" sldId="416"/>
            <ac:spMk id="3" creationId="{C7A029A8-90FF-664D-934F-9AD7CCEFFC85}"/>
          </ac:spMkLst>
        </pc:spChg>
        <pc:picChg chg="add mod modCrop">
          <ac:chgData name="Zheng Fei" userId="d19317889db4c986" providerId="LiveId" clId="{7F0A2569-EDD2-3542-88EC-3892061FA59B}" dt="2022-04-05T13:53:29.746" v="961" actId="732"/>
          <ac:picMkLst>
            <pc:docMk/>
            <pc:sldMk cId="1313003905" sldId="416"/>
            <ac:picMk id="2" creationId="{E19F20C7-D1ED-A64E-A4DB-25A6E1EAF3D7}"/>
          </ac:picMkLst>
        </pc:picChg>
        <pc:picChg chg="add mod modCrop">
          <ac:chgData name="Zheng Fei" userId="d19317889db4c986" providerId="LiveId" clId="{7F0A2569-EDD2-3542-88EC-3892061FA59B}" dt="2022-04-05T13:53:24.245" v="960" actId="732"/>
          <ac:picMkLst>
            <pc:docMk/>
            <pc:sldMk cId="1313003905" sldId="416"/>
            <ac:picMk id="4" creationId="{91EC09C9-0B8E-5446-AFF2-B8532B052E6B}"/>
          </ac:picMkLst>
        </pc:picChg>
      </pc:sldChg>
      <pc:sldChg chg="new del">
        <pc:chgData name="Zheng Fei" userId="d19317889db4c986" providerId="LiveId" clId="{7F0A2569-EDD2-3542-88EC-3892061FA59B}" dt="2022-04-05T14:02:18.645" v="998" actId="2696"/>
        <pc:sldMkLst>
          <pc:docMk/>
          <pc:sldMk cId="2192689288" sldId="417"/>
        </pc:sldMkLst>
      </pc:sldChg>
      <pc:sldChg chg="addSp delSp modSp add mod">
        <pc:chgData name="Zheng Fei" userId="d19317889db4c986" providerId="LiveId" clId="{7F0A2569-EDD2-3542-88EC-3892061FA59B}" dt="2022-04-05T14:03:22.915" v="1029"/>
        <pc:sldMkLst>
          <pc:docMk/>
          <pc:sldMk cId="4124850711" sldId="418"/>
        </pc:sldMkLst>
        <pc:spChg chg="add mod">
          <ac:chgData name="Zheng Fei" userId="d19317889db4c986" providerId="LiveId" clId="{7F0A2569-EDD2-3542-88EC-3892061FA59B}" dt="2022-04-05T14:03:15.726" v="1028" actId="20577"/>
          <ac:spMkLst>
            <pc:docMk/>
            <pc:sldMk cId="4124850711" sldId="418"/>
            <ac:spMk id="2" creationId="{4C167066-68BD-6442-BB15-4FA91133FDC7}"/>
          </ac:spMkLst>
        </pc:spChg>
        <pc:spChg chg="add mod">
          <ac:chgData name="Zheng Fei" userId="d19317889db4c986" providerId="LiveId" clId="{7F0A2569-EDD2-3542-88EC-3892061FA59B}" dt="2022-04-05T14:03:22.915" v="1029"/>
          <ac:spMkLst>
            <pc:docMk/>
            <pc:sldMk cId="4124850711" sldId="418"/>
            <ac:spMk id="4" creationId="{95AFF1E9-6568-704F-8F91-6E1F7DAEB118}"/>
          </ac:spMkLst>
        </pc:spChg>
        <pc:picChg chg="add del">
          <ac:chgData name="Zheng Fei" userId="d19317889db4c986" providerId="LiveId" clId="{7F0A2569-EDD2-3542-88EC-3892061FA59B}" dt="2022-04-05T14:02:48.774" v="1019" actId="478"/>
          <ac:picMkLst>
            <pc:docMk/>
            <pc:sldMk cId="4124850711" sldId="418"/>
            <ac:picMk id="2049" creationId="{255C1E5C-FA00-BC47-A39E-56245224B346}"/>
          </ac:picMkLst>
        </pc:picChg>
      </pc:sldChg>
      <pc:sldChg chg="addSp modSp add mod">
        <pc:chgData name="Zheng Fei" userId="d19317889db4c986" providerId="LiveId" clId="{7F0A2569-EDD2-3542-88EC-3892061FA59B}" dt="2022-04-05T14:02:32.264" v="1017" actId="1036"/>
        <pc:sldMkLst>
          <pc:docMk/>
          <pc:sldMk cId="1003306915" sldId="419"/>
        </pc:sldMkLst>
        <pc:spChg chg="add mod">
          <ac:chgData name="Zheng Fei" userId="d19317889db4c986" providerId="LiveId" clId="{7F0A2569-EDD2-3542-88EC-3892061FA59B}" dt="2022-04-05T14:00:21.516" v="978" actId="208"/>
          <ac:spMkLst>
            <pc:docMk/>
            <pc:sldMk cId="1003306915" sldId="419"/>
            <ac:spMk id="6" creationId="{4F3E9B5C-418E-AB45-A01C-731DD1C68E93}"/>
          </ac:spMkLst>
        </pc:spChg>
        <pc:spChg chg="add mod">
          <ac:chgData name="Zheng Fei" userId="d19317889db4c986" providerId="LiveId" clId="{7F0A2569-EDD2-3542-88EC-3892061FA59B}" dt="2022-04-05T14:02:15.469" v="997"/>
          <ac:spMkLst>
            <pc:docMk/>
            <pc:sldMk cId="1003306915" sldId="419"/>
            <ac:spMk id="11" creationId="{46A35D0D-7C0D-634C-9526-7E25FAE9D211}"/>
          </ac:spMkLst>
        </pc:spChg>
        <pc:grpChg chg="add mod">
          <ac:chgData name="Zheng Fei" userId="d19317889db4c986" providerId="LiveId" clId="{7F0A2569-EDD2-3542-88EC-3892061FA59B}" dt="2022-04-05T14:02:32.264" v="1017" actId="1036"/>
          <ac:grpSpMkLst>
            <pc:docMk/>
            <pc:sldMk cId="1003306915" sldId="419"/>
            <ac:grpSpMk id="7" creationId="{B2AD6969-C0BD-5E4E-8F0B-BA979F25D126}"/>
          </ac:grpSpMkLst>
        </pc:grpChg>
        <pc:picChg chg="add mod">
          <ac:chgData name="Zheng Fei" userId="d19317889db4c986" providerId="LiveId" clId="{7F0A2569-EDD2-3542-88EC-3892061FA59B}" dt="2022-04-05T14:02:32.264" v="1017" actId="1036"/>
          <ac:picMkLst>
            <pc:docMk/>
            <pc:sldMk cId="1003306915" sldId="419"/>
            <ac:picMk id="3" creationId="{4F11346B-F785-3141-AE01-EAC551DD05F9}"/>
          </ac:picMkLst>
        </pc:picChg>
        <pc:picChg chg="add mod">
          <ac:chgData name="Zheng Fei" userId="d19317889db4c986" providerId="LiveId" clId="{7F0A2569-EDD2-3542-88EC-3892061FA59B}" dt="2022-04-05T14:00:03.153" v="974" actId="14100"/>
          <ac:picMkLst>
            <pc:docMk/>
            <pc:sldMk cId="1003306915" sldId="419"/>
            <ac:picMk id="5" creationId="{2A87BBA2-6CC5-EE42-A795-4D84E2D4476A}"/>
          </ac:picMkLst>
        </pc:picChg>
        <pc:picChg chg="add mod modCrop">
          <ac:chgData name="Zheng Fei" userId="d19317889db4c986" providerId="LiveId" clId="{7F0A2569-EDD2-3542-88EC-3892061FA59B}" dt="2022-04-05T14:02:32.264" v="1017" actId="1036"/>
          <ac:picMkLst>
            <pc:docMk/>
            <pc:sldMk cId="1003306915" sldId="419"/>
            <ac:picMk id="9" creationId="{D8A3CF06-CA42-CF4B-A30E-201445B642B5}"/>
          </ac:picMkLst>
        </pc:picChg>
        <pc:picChg chg="add mod modCrop">
          <ac:chgData name="Zheng Fei" userId="d19317889db4c986" providerId="LiveId" clId="{7F0A2569-EDD2-3542-88EC-3892061FA59B}" dt="2022-04-05T14:02:32.264" v="1017" actId="1036"/>
          <ac:picMkLst>
            <pc:docMk/>
            <pc:sldMk cId="1003306915" sldId="419"/>
            <ac:picMk id="10" creationId="{4549263E-A5C8-7744-94AF-288AFC12D615}"/>
          </ac:picMkLst>
        </pc:picChg>
      </pc:sldChg>
      <pc:sldChg chg="addSp delSp modSp new del mod">
        <pc:chgData name="Zheng Fei" userId="d19317889db4c986" providerId="LiveId" clId="{7F0A2569-EDD2-3542-88EC-3892061FA59B}" dt="2022-04-05T14:07:13.708" v="1041" actId="2696"/>
        <pc:sldMkLst>
          <pc:docMk/>
          <pc:sldMk cId="3291539459" sldId="420"/>
        </pc:sldMkLst>
        <pc:picChg chg="add del mod modCrop">
          <ac:chgData name="Zheng Fei" userId="d19317889db4c986" providerId="LiveId" clId="{7F0A2569-EDD2-3542-88EC-3892061FA59B}" dt="2022-04-05T14:07:04.655" v="1037" actId="21"/>
          <ac:picMkLst>
            <pc:docMk/>
            <pc:sldMk cId="3291539459" sldId="420"/>
            <ac:picMk id="3" creationId="{C9D1B38E-4EB7-0A43-AD85-F30B5F5695FB}"/>
          </ac:picMkLst>
        </pc:picChg>
      </pc:sldChg>
      <pc:sldChg chg="addSp delSp modSp new mod">
        <pc:chgData name="Zheng Fei" userId="d19317889db4c986" providerId="LiveId" clId="{7F0A2569-EDD2-3542-88EC-3892061FA59B}" dt="2022-04-05T14:13:53.770" v="1098"/>
        <pc:sldMkLst>
          <pc:docMk/>
          <pc:sldMk cId="3312295248" sldId="420"/>
        </pc:sldMkLst>
        <pc:spChg chg="del">
          <ac:chgData name="Zheng Fei" userId="d19317889db4c986" providerId="LiveId" clId="{7F0A2569-EDD2-3542-88EC-3892061FA59B}" dt="2022-04-05T14:11:32.483" v="1070" actId="478"/>
          <ac:spMkLst>
            <pc:docMk/>
            <pc:sldMk cId="3312295248" sldId="420"/>
            <ac:spMk id="2" creationId="{3D9D2E08-EBB2-4640-B302-1402C019A3B4}"/>
          </ac:spMkLst>
        </pc:spChg>
        <pc:spChg chg="del">
          <ac:chgData name="Zheng Fei" userId="d19317889db4c986" providerId="LiveId" clId="{7F0A2569-EDD2-3542-88EC-3892061FA59B}" dt="2022-04-05T14:11:34.754" v="1071" actId="478"/>
          <ac:spMkLst>
            <pc:docMk/>
            <pc:sldMk cId="3312295248" sldId="420"/>
            <ac:spMk id="3" creationId="{312F0AD3-2DED-1444-8064-5395D0DE5053}"/>
          </ac:spMkLst>
        </pc:spChg>
        <pc:spChg chg="add mod">
          <ac:chgData name="Zheng Fei" userId="d19317889db4c986" providerId="LiveId" clId="{7F0A2569-EDD2-3542-88EC-3892061FA59B}" dt="2022-04-05T14:11:41.801" v="1075" actId="1076"/>
          <ac:spMkLst>
            <pc:docMk/>
            <pc:sldMk cId="3312295248" sldId="420"/>
            <ac:spMk id="5" creationId="{AB3030AB-4365-1B40-A32A-0B02BAFC5FC3}"/>
          </ac:spMkLst>
        </pc:spChg>
        <pc:spChg chg="add mod">
          <ac:chgData name="Zheng Fei" userId="d19317889db4c986" providerId="LiveId" clId="{7F0A2569-EDD2-3542-88EC-3892061FA59B}" dt="2022-04-05T14:13:02.716" v="1095" actId="1076"/>
          <ac:spMkLst>
            <pc:docMk/>
            <pc:sldMk cId="3312295248" sldId="420"/>
            <ac:spMk id="9" creationId="{DAF8F415-A75F-904F-BE3F-30A2A115A0B3}"/>
          </ac:spMkLst>
        </pc:spChg>
        <pc:spChg chg="add mod">
          <ac:chgData name="Zheng Fei" userId="d19317889db4c986" providerId="LiveId" clId="{7F0A2569-EDD2-3542-88EC-3892061FA59B}" dt="2022-04-05T14:13:53.770" v="1098"/>
          <ac:spMkLst>
            <pc:docMk/>
            <pc:sldMk cId="3312295248" sldId="420"/>
            <ac:spMk id="14" creationId="{3C4F379C-5D45-1A45-AC34-5E63F8B785BA}"/>
          </ac:spMkLst>
        </pc:spChg>
        <pc:picChg chg="add mod">
          <ac:chgData name="Zheng Fei" userId="d19317889db4c986" providerId="LiveId" clId="{7F0A2569-EDD2-3542-88EC-3892061FA59B}" dt="2022-04-05T14:13:00.017" v="1094" actId="1076"/>
          <ac:picMkLst>
            <pc:docMk/>
            <pc:sldMk cId="3312295248" sldId="420"/>
            <ac:picMk id="7" creationId="{FD2353E7-E58C-2942-9C03-26A31E1F1948}"/>
          </ac:picMkLst>
        </pc:picChg>
        <pc:picChg chg="add mod">
          <ac:chgData name="Zheng Fei" userId="d19317889db4c986" providerId="LiveId" clId="{7F0A2569-EDD2-3542-88EC-3892061FA59B}" dt="2022-04-05T14:13:04.933" v="1096" actId="1076"/>
          <ac:picMkLst>
            <pc:docMk/>
            <pc:sldMk cId="3312295248" sldId="420"/>
            <ac:picMk id="11" creationId="{E81ED521-28D9-9E4A-8ECB-38B141C41BCF}"/>
          </ac:picMkLst>
        </pc:picChg>
        <pc:picChg chg="add mod">
          <ac:chgData name="Zheng Fei" userId="d19317889db4c986" providerId="LiveId" clId="{7F0A2569-EDD2-3542-88EC-3892061FA59B}" dt="2022-04-05T14:13:07.881" v="1097" actId="1076"/>
          <ac:picMkLst>
            <pc:docMk/>
            <pc:sldMk cId="3312295248" sldId="420"/>
            <ac:picMk id="13" creationId="{AEA3FE06-7194-DF45-804E-97D2DFB04645}"/>
          </ac:picMkLst>
        </pc:picChg>
      </pc:sldChg>
    </pc:docChg>
  </pc:docChgLst>
  <pc:docChgLst>
    <pc:chgData name="Fei" userId="d19317889db4c986" providerId="LiveId" clId="{C31066A5-2668-41B2-99A5-03EE3DBB4750}"/>
    <pc:docChg chg="custSel delSld modSld">
      <pc:chgData name="Fei" userId="d19317889db4c986" providerId="LiveId" clId="{C31066A5-2668-41B2-99A5-03EE3DBB4750}" dt="2022-04-19T03:34:25.860" v="234" actId="20577"/>
      <pc:docMkLst>
        <pc:docMk/>
      </pc:docMkLst>
      <pc:sldChg chg="delSp modSp mod">
        <pc:chgData name="Fei" userId="d19317889db4c986" providerId="LiveId" clId="{C31066A5-2668-41B2-99A5-03EE3DBB4750}" dt="2022-04-19T03:25:56.934" v="39" actId="20577"/>
        <pc:sldMkLst>
          <pc:docMk/>
          <pc:sldMk cId="0" sldId="257"/>
        </pc:sldMkLst>
        <pc:spChg chg="mod">
          <ac:chgData name="Fei" userId="d19317889db4c986" providerId="LiveId" clId="{C31066A5-2668-41B2-99A5-03EE3DBB4750}" dt="2022-04-19T03:25:52.343" v="36" actId="20577"/>
          <ac:spMkLst>
            <pc:docMk/>
            <pc:sldMk cId="0" sldId="257"/>
            <ac:spMk id="9" creationId="{A2A32693-FA85-46ED-9F52-424F364119E5}"/>
          </ac:spMkLst>
        </pc:spChg>
        <pc:spChg chg="mod">
          <ac:chgData name="Fei" userId="d19317889db4c986" providerId="LiveId" clId="{C31066A5-2668-41B2-99A5-03EE3DBB4750}" dt="2022-04-19T03:24:57.020" v="4" actId="14100"/>
          <ac:spMkLst>
            <pc:docMk/>
            <pc:sldMk cId="0" sldId="257"/>
            <ac:spMk id="61442" creationId="{9979D594-9100-0446-A19F-7140E5533581}"/>
          </ac:spMkLst>
        </pc:spChg>
        <pc:spChg chg="mod">
          <ac:chgData name="Fei" userId="d19317889db4c986" providerId="LiveId" clId="{C31066A5-2668-41B2-99A5-03EE3DBB4750}" dt="2022-04-19T03:25:54.011" v="37" actId="20577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Fei" userId="d19317889db4c986" providerId="LiveId" clId="{C31066A5-2668-41B2-99A5-03EE3DBB4750}" dt="2022-04-19T03:25:56.934" v="39" actId="20577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Fei" userId="d19317889db4c986" providerId="LiveId" clId="{C31066A5-2668-41B2-99A5-03EE3DBB4750}" dt="2022-04-19T03:25:55.851" v="38" actId="20577"/>
          <ac:spMkLst>
            <pc:docMk/>
            <pc:sldMk cId="0" sldId="257"/>
            <ac:spMk id="61446" creationId="{3CA5D0EF-1412-D449-86E5-3BEFAEB9289A}"/>
          </ac:spMkLst>
        </pc:spChg>
        <pc:spChg chg="del">
          <ac:chgData name="Fei" userId="d19317889db4c986" providerId="LiveId" clId="{C31066A5-2668-41B2-99A5-03EE3DBB4750}" dt="2022-04-19T03:25:49.619" v="35" actId="478"/>
          <ac:spMkLst>
            <pc:docMk/>
            <pc:sldMk cId="0" sldId="257"/>
            <ac:spMk id="61447" creationId="{DD80242F-AA85-8545-A347-8717F40C342A}"/>
          </ac:spMkLst>
        </pc:spChg>
      </pc:sldChg>
      <pc:sldChg chg="modSp mod">
        <pc:chgData name="Fei" userId="d19317889db4c986" providerId="LiveId" clId="{C31066A5-2668-41B2-99A5-03EE3DBB4750}" dt="2022-04-19T03:30:40.280" v="233" actId="1076"/>
        <pc:sldMkLst>
          <pc:docMk/>
          <pc:sldMk cId="4145988057" sldId="258"/>
        </pc:sldMkLst>
        <pc:spChg chg="mod">
          <ac:chgData name="Fei" userId="d19317889db4c986" providerId="LiveId" clId="{C31066A5-2668-41B2-99A5-03EE3DBB4750}" dt="2022-04-19T03:30:40.280" v="233" actId="1076"/>
          <ac:spMkLst>
            <pc:docMk/>
            <pc:sldMk cId="4145988057" sldId="258"/>
            <ac:spMk id="53262" creationId="{1F631962-AAFD-B148-90A0-D6C560BBCEE3}"/>
          </ac:spMkLst>
        </pc:spChg>
        <pc:graphicFrameChg chg="mod">
          <ac:chgData name="Fei" userId="d19317889db4c986" providerId="LiveId" clId="{C31066A5-2668-41B2-99A5-03EE3DBB4750}" dt="2022-04-19T03:30:17.558" v="227" actId="1076"/>
          <ac:graphicFrameMkLst>
            <pc:docMk/>
            <pc:sldMk cId="4145988057" sldId="258"/>
            <ac:graphicFrameMk id="53258" creationId="{57AAC5ED-A63A-D64A-A77A-909F80D43873}"/>
          </ac:graphicFrameMkLst>
        </pc:graphicFrameChg>
        <pc:graphicFrameChg chg="mod">
          <ac:chgData name="Fei" userId="d19317889db4c986" providerId="LiveId" clId="{C31066A5-2668-41B2-99A5-03EE3DBB4750}" dt="2022-04-19T03:30:23.682" v="229" actId="1076"/>
          <ac:graphicFrameMkLst>
            <pc:docMk/>
            <pc:sldMk cId="4145988057" sldId="258"/>
            <ac:graphicFrameMk id="53259" creationId="{FBC83514-08E1-E546-835B-87B93D15C885}"/>
          </ac:graphicFrameMkLst>
        </pc:graphicFrameChg>
        <pc:graphicFrameChg chg="mod">
          <ac:chgData name="Fei" userId="d19317889db4c986" providerId="LiveId" clId="{C31066A5-2668-41B2-99A5-03EE3DBB4750}" dt="2022-04-19T03:30:30.020" v="232" actId="1076"/>
          <ac:graphicFrameMkLst>
            <pc:docMk/>
            <pc:sldMk cId="4145988057" sldId="258"/>
            <ac:graphicFrameMk id="53260" creationId="{C08FA90B-D235-F74F-8645-265D44149704}"/>
          </ac:graphicFrameMkLst>
        </pc:graphicFrameChg>
      </pc:sldChg>
      <pc:sldChg chg="modSp mod">
        <pc:chgData name="Fei" userId="d19317889db4c986" providerId="LiveId" clId="{C31066A5-2668-41B2-99A5-03EE3DBB4750}" dt="2022-04-19T03:29:33.738" v="224"/>
        <pc:sldMkLst>
          <pc:docMk/>
          <pc:sldMk cId="1368309327" sldId="284"/>
        </pc:sldMkLst>
        <pc:spChg chg="mod">
          <ac:chgData name="Fei" userId="d19317889db4c986" providerId="LiveId" clId="{C31066A5-2668-41B2-99A5-03EE3DBB4750}" dt="2022-04-19T03:29:33.738" v="224"/>
          <ac:spMkLst>
            <pc:docMk/>
            <pc:sldMk cId="1368309327" sldId="284"/>
            <ac:spMk id="3" creationId="{624BB7D4-BD9E-A045-AFAF-5F79E6B80523}"/>
          </ac:spMkLst>
        </pc:spChg>
      </pc:sldChg>
      <pc:sldChg chg="delSp del mod delAnim">
        <pc:chgData name="Fei" userId="d19317889db4c986" providerId="LiveId" clId="{C31066A5-2668-41B2-99A5-03EE3DBB4750}" dt="2022-04-19T03:29:37.691" v="225" actId="47"/>
        <pc:sldMkLst>
          <pc:docMk/>
          <pc:sldMk cId="2485594626" sldId="405"/>
        </pc:sldMkLst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4" creationId="{1E713C10-19E1-DA44-AC78-BF56F50D7DC9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5" creationId="{495BCDAB-FA7E-C94F-8FED-E7B5CCF9A186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6" creationId="{79C59DDE-AF2B-8942-98AA-4C577F00EF15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7" creationId="{0BFB104C-6003-8E4E-B422-CFD6094451DF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9" creationId="{C074442B-E1FE-E64B-A163-CCEFBE5C4950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11" creationId="{1F850635-A4E0-2D45-9568-82D0EE263215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12" creationId="{7316CA7F-012D-4EE7-A73B-14D09F73A77B}"/>
          </ac:spMkLst>
        </pc:spChg>
        <pc:spChg chg="del">
          <ac:chgData name="Fei" userId="d19317889db4c986" providerId="LiveId" clId="{C31066A5-2668-41B2-99A5-03EE3DBB4750}" dt="2022-04-19T03:26:16.216" v="40" actId="478"/>
          <ac:spMkLst>
            <pc:docMk/>
            <pc:sldMk cId="2485594626" sldId="405"/>
            <ac:spMk id="13" creationId="{E1375150-B64A-4C11-8BE7-2B75A3C54ACE}"/>
          </ac:spMkLst>
        </pc:spChg>
        <pc:graphicFrameChg chg="del">
          <ac:chgData name="Fei" userId="d19317889db4c986" providerId="LiveId" clId="{C31066A5-2668-41B2-99A5-03EE3DBB4750}" dt="2022-04-19T03:26:16.216" v="40" actId="478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del">
          <ac:chgData name="Fei" userId="d19317889db4c986" providerId="LiveId" clId="{C31066A5-2668-41B2-99A5-03EE3DBB4750}" dt="2022-04-19T03:26:16.216" v="40" actId="478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modSp mod">
        <pc:chgData name="Fei" userId="d19317889db4c986" providerId="LiveId" clId="{C31066A5-2668-41B2-99A5-03EE3DBB4750}" dt="2022-04-19T03:34:25.860" v="234" actId="20577"/>
        <pc:sldMkLst>
          <pc:docMk/>
          <pc:sldMk cId="2651409316" sldId="408"/>
        </pc:sldMkLst>
        <pc:spChg chg="mod">
          <ac:chgData name="Fei" userId="d19317889db4c986" providerId="LiveId" clId="{C31066A5-2668-41B2-99A5-03EE3DBB4750}" dt="2022-04-19T03:34:25.860" v="234" actId="20577"/>
          <ac:spMkLst>
            <pc:docMk/>
            <pc:sldMk cId="2651409316" sldId="408"/>
            <ac:spMk id="5" creationId="{1EE79074-7DF8-0B4A-B3B3-9E0DBEA65E72}"/>
          </ac:spMkLst>
        </pc:spChg>
      </pc:sldChg>
      <pc:sldMasterChg chg="delSldLayout">
        <pc:chgData name="Fei" userId="d19317889db4c986" providerId="LiveId" clId="{C31066A5-2668-41B2-99A5-03EE3DBB4750}" dt="2022-04-19T03:29:37.691" v="225" actId="47"/>
        <pc:sldMasterMkLst>
          <pc:docMk/>
          <pc:sldMasterMk cId="1782902955" sldId="2147483660"/>
        </pc:sldMasterMkLst>
        <pc:sldLayoutChg chg="del">
          <pc:chgData name="Fei" userId="d19317889db4c986" providerId="LiveId" clId="{C31066A5-2668-41B2-99A5-03EE3DBB4750}" dt="2022-04-19T03:29:37.691" v="225" actId="47"/>
          <pc:sldLayoutMkLst>
            <pc:docMk/>
            <pc:sldMasterMk cId="1782902955" sldId="2147483660"/>
            <pc:sldLayoutMk cId="894407860" sldId="2147483685"/>
          </pc:sldLayoutMkLst>
        </pc:sldLayoutChg>
      </pc:sldMasterChg>
    </pc:docChg>
  </pc:docChgLst>
  <pc:docChgLst>
    <pc:chgData name="Fei" userId="d19317889db4c986" providerId="LiveId" clId="{CB86771D-750A-440B-8D2C-7F7D82860E58}"/>
    <pc:docChg chg="delSld">
      <pc:chgData name="Fei" userId="d19317889db4c986" providerId="LiveId" clId="{CB86771D-750A-440B-8D2C-7F7D82860E58}" dt="2022-04-19T03:37:04.216" v="0" actId="2696"/>
      <pc:docMkLst>
        <pc:docMk/>
      </pc:docMkLst>
      <pc:sldChg chg="del">
        <pc:chgData name="Fei" userId="d19317889db4c986" providerId="LiveId" clId="{CB86771D-750A-440B-8D2C-7F7D82860E58}" dt="2022-04-19T03:37:04.216" v="0" actId="2696"/>
        <pc:sldMkLst>
          <pc:docMk/>
          <pc:sldMk cId="4145988057" sldId="258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1459657117" sldId="260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2823787726" sldId="262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1463663907" sldId="271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3734968570" sldId="272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0" sldId="273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0" sldId="274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3478597923" sldId="287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2984840073" sldId="288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3146486476" sldId="289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535438541" sldId="290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1873751283" sldId="320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0" sldId="407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2651409316" sldId="408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1354921978" sldId="409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4254538466" sldId="410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3336456794" sldId="411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1313003905" sldId="416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4124850711" sldId="418"/>
        </pc:sldMkLst>
      </pc:sldChg>
      <pc:sldChg chg="del">
        <pc:chgData name="Fei" userId="d19317889db4c986" providerId="LiveId" clId="{CB86771D-750A-440B-8D2C-7F7D82860E58}" dt="2022-04-19T03:37:04.216" v="0" actId="2696"/>
        <pc:sldMkLst>
          <pc:docMk/>
          <pc:sldMk cId="1003306915" sldId="419"/>
        </pc:sldMkLst>
      </pc:sldChg>
      <pc:sldMasterChg chg="delSldLayout">
        <pc:chgData name="Fei" userId="d19317889db4c986" providerId="LiveId" clId="{CB86771D-750A-440B-8D2C-7F7D82860E58}" dt="2022-04-19T03:37:04.216" v="0" actId="2696"/>
        <pc:sldMasterMkLst>
          <pc:docMk/>
          <pc:sldMasterMk cId="1782902955" sldId="2147483660"/>
        </pc:sldMasterMkLst>
        <pc:sldLayoutChg chg="del">
          <pc:chgData name="Fei" userId="d19317889db4c986" providerId="LiveId" clId="{CB86771D-750A-440B-8D2C-7F7D82860E58}" dt="2022-04-19T03:37:04.216" v="0" actId="2696"/>
          <pc:sldLayoutMkLst>
            <pc:docMk/>
            <pc:sldMasterMk cId="1782902955" sldId="2147483660"/>
            <pc:sldLayoutMk cId="1556030564" sldId="2147483672"/>
          </pc:sldLayoutMkLst>
        </pc:sldLayoutChg>
      </pc:sldMasterChg>
    </pc:docChg>
  </pc:docChgLst>
  <pc:docChgLst>
    <pc:chgData name="Zheng Fei" userId="d19317889db4c986" providerId="LiveId" clId="{4AD25C74-9C23-DB47-A2DB-E5F0125DA649}"/>
    <pc:docChg chg="custSel addSld delSld modSld sldOrd delMainMaster">
      <pc:chgData name="Zheng Fei" userId="d19317889db4c986" providerId="LiveId" clId="{4AD25C74-9C23-DB47-A2DB-E5F0125DA649}" dt="2022-05-16T12:05:20.200" v="540" actId="1076"/>
      <pc:docMkLst>
        <pc:docMk/>
      </pc:docMkLst>
      <pc:sldChg chg="del">
        <pc:chgData name="Zheng Fei" userId="d19317889db4c986" providerId="LiveId" clId="{4AD25C74-9C23-DB47-A2DB-E5F0125DA649}" dt="2022-05-16T11:47:35.932" v="451" actId="2696"/>
        <pc:sldMkLst>
          <pc:docMk/>
          <pc:sldMk cId="0" sldId="257"/>
        </pc:sldMkLst>
      </pc:sldChg>
      <pc:sldChg chg="addSp modSp mod modAnim">
        <pc:chgData name="Zheng Fei" userId="d19317889db4c986" providerId="LiveId" clId="{4AD25C74-9C23-DB47-A2DB-E5F0125DA649}" dt="2022-05-16T11:25:45.980" v="76"/>
        <pc:sldMkLst>
          <pc:docMk/>
          <pc:sldMk cId="2650816285" sldId="259"/>
        </pc:sldMkLst>
        <pc:spChg chg="add mod">
          <ac:chgData name="Zheng Fei" userId="d19317889db4c986" providerId="LiveId" clId="{4AD25C74-9C23-DB47-A2DB-E5F0125DA649}" dt="2022-05-16T11:25:42.270" v="75" actId="403"/>
          <ac:spMkLst>
            <pc:docMk/>
            <pc:sldMk cId="2650816285" sldId="259"/>
            <ac:spMk id="2" creationId="{C494432B-602D-2F5B-3029-21CD02CF1372}"/>
          </ac:spMkLst>
        </pc:spChg>
        <pc:spChg chg="mod">
          <ac:chgData name="Zheng Fei" userId="d19317889db4c986" providerId="LiveId" clId="{4AD25C74-9C23-DB47-A2DB-E5F0125DA649}" dt="2022-05-16T11:25:35.020" v="71" actId="21"/>
          <ac:spMkLst>
            <pc:docMk/>
            <pc:sldMk cId="2650816285" sldId="259"/>
            <ac:spMk id="5" creationId="{7A356429-752A-68FA-A6AB-CE569984A703}"/>
          </ac:spMkLst>
        </pc:spChg>
      </pc:sldChg>
      <pc:sldChg chg="modSp del mod">
        <pc:chgData name="Zheng Fei" userId="d19317889db4c986" providerId="LiveId" clId="{4AD25C74-9C23-DB47-A2DB-E5F0125DA649}" dt="2022-05-16T11:48:34.783" v="452" actId="2696"/>
        <pc:sldMkLst>
          <pc:docMk/>
          <pc:sldMk cId="1459657117" sldId="260"/>
        </pc:sldMkLst>
        <pc:spChg chg="mod">
          <ac:chgData name="Zheng Fei" userId="d19317889db4c986" providerId="LiveId" clId="{4AD25C74-9C23-DB47-A2DB-E5F0125DA649}" dt="2022-05-16T11:26:48.665" v="88" actId="207"/>
          <ac:spMkLst>
            <pc:docMk/>
            <pc:sldMk cId="1459657117" sldId="260"/>
            <ac:spMk id="4" creationId="{AA48F196-386B-26C1-5838-B4DDFC686E65}"/>
          </ac:spMkLst>
        </pc:spChg>
      </pc:sldChg>
      <pc:sldChg chg="modSp add">
        <pc:chgData name="Zheng Fei" userId="d19317889db4c986" providerId="LiveId" clId="{4AD25C74-9C23-DB47-A2DB-E5F0125DA649}" dt="2022-05-16T11:57:45.254" v="485" actId="20577"/>
        <pc:sldMkLst>
          <pc:docMk/>
          <pc:sldMk cId="2802735681" sldId="260"/>
        </pc:sldMkLst>
        <pc:spChg chg="mod">
          <ac:chgData name="Zheng Fei" userId="d19317889db4c986" providerId="LiveId" clId="{4AD25C74-9C23-DB47-A2DB-E5F0125DA649}" dt="2022-05-16T11:57:45.254" v="485" actId="20577"/>
          <ac:spMkLst>
            <pc:docMk/>
            <pc:sldMk cId="2802735681" sldId="260"/>
            <ac:spMk id="4" creationId="{AA48F196-386B-26C1-5838-B4DDFC686E65}"/>
          </ac:spMkLst>
        </pc:spChg>
      </pc:sldChg>
      <pc:sldChg chg="addSp modSp mod">
        <pc:chgData name="Zheng Fei" userId="d19317889db4c986" providerId="LiveId" clId="{4AD25C74-9C23-DB47-A2DB-E5F0125DA649}" dt="2022-05-16T11:49:33.415" v="458" actId="207"/>
        <pc:sldMkLst>
          <pc:docMk/>
          <pc:sldMk cId="707216198" sldId="261"/>
        </pc:sldMkLst>
        <pc:spChg chg="add mod">
          <ac:chgData name="Zheng Fei" userId="d19317889db4c986" providerId="LiveId" clId="{4AD25C74-9C23-DB47-A2DB-E5F0125DA649}" dt="2022-05-16T11:49:33.415" v="458" actId="207"/>
          <ac:spMkLst>
            <pc:docMk/>
            <pc:sldMk cId="707216198" sldId="261"/>
            <ac:spMk id="2" creationId="{E8644D39-4C6D-B2FB-4C64-3166FE2434A0}"/>
          </ac:spMkLst>
        </pc:spChg>
        <pc:spChg chg="mod">
          <ac:chgData name="Zheng Fei" userId="d19317889db4c986" providerId="LiveId" clId="{4AD25C74-9C23-DB47-A2DB-E5F0125DA649}" dt="2022-05-16T11:28:11.285" v="104" actId="20577"/>
          <ac:spMkLst>
            <pc:docMk/>
            <pc:sldMk cId="707216198" sldId="261"/>
            <ac:spMk id="4" creationId="{B1AE7AE5-17DD-BA19-D90E-C0A694ADC988}"/>
          </ac:spMkLst>
        </pc:spChg>
      </pc:sldChg>
      <pc:sldChg chg="addSp modSp mod modAnim">
        <pc:chgData name="Zheng Fei" userId="d19317889db4c986" providerId="LiveId" clId="{4AD25C74-9C23-DB47-A2DB-E5F0125DA649}" dt="2022-05-16T11:49:39.328" v="459" actId="207"/>
        <pc:sldMkLst>
          <pc:docMk/>
          <pc:sldMk cId="2823787726" sldId="262"/>
        </pc:sldMkLst>
        <pc:spChg chg="add mod">
          <ac:chgData name="Zheng Fei" userId="d19317889db4c986" providerId="LiveId" clId="{4AD25C74-9C23-DB47-A2DB-E5F0125DA649}" dt="2022-05-16T11:49:39.328" v="459" actId="207"/>
          <ac:spMkLst>
            <pc:docMk/>
            <pc:sldMk cId="2823787726" sldId="262"/>
            <ac:spMk id="2" creationId="{AB3398D4-AD86-B722-3A22-AEBF8F0B6FEE}"/>
          </ac:spMkLst>
        </pc:spChg>
        <pc:spChg chg="mod">
          <ac:chgData name="Zheng Fei" userId="d19317889db4c986" providerId="LiveId" clId="{4AD25C74-9C23-DB47-A2DB-E5F0125DA649}" dt="2022-05-16T11:29:01.824" v="118" actId="21"/>
          <ac:spMkLst>
            <pc:docMk/>
            <pc:sldMk cId="2823787726" sldId="262"/>
            <ac:spMk id="5" creationId="{C3020028-4CE8-2F47-BABA-591A96E8BEDE}"/>
          </ac:spMkLst>
        </pc:spChg>
      </pc:sldChg>
      <pc:sldChg chg="addSp modSp mod modAnim">
        <pc:chgData name="Zheng Fei" userId="d19317889db4c986" providerId="LiveId" clId="{4AD25C74-9C23-DB47-A2DB-E5F0125DA649}" dt="2022-05-16T11:49:49.694" v="460" actId="207"/>
        <pc:sldMkLst>
          <pc:docMk/>
          <pc:sldMk cId="3398865251" sldId="263"/>
        </pc:sldMkLst>
        <pc:spChg chg="add mod">
          <ac:chgData name="Zheng Fei" userId="d19317889db4c986" providerId="LiveId" clId="{4AD25C74-9C23-DB47-A2DB-E5F0125DA649}" dt="2022-05-16T11:49:49.694" v="460" actId="207"/>
          <ac:spMkLst>
            <pc:docMk/>
            <pc:sldMk cId="3398865251" sldId="263"/>
            <ac:spMk id="2" creationId="{15BC9F37-4D33-A086-6005-5BDC519CB54E}"/>
          </ac:spMkLst>
        </pc:spChg>
        <pc:spChg chg="mod">
          <ac:chgData name="Zheng Fei" userId="d19317889db4c986" providerId="LiveId" clId="{4AD25C74-9C23-DB47-A2DB-E5F0125DA649}" dt="2022-05-16T11:30:18.982" v="140" actId="255"/>
          <ac:spMkLst>
            <pc:docMk/>
            <pc:sldMk cId="3398865251" sldId="263"/>
            <ac:spMk id="4" creationId="{02599AEC-4740-9CDB-B89D-DB871E90736F}"/>
          </ac:spMkLst>
        </pc:spChg>
      </pc:sldChg>
      <pc:sldChg chg="addSp modSp mod ord">
        <pc:chgData name="Zheng Fei" userId="d19317889db4c986" providerId="LiveId" clId="{4AD25C74-9C23-DB47-A2DB-E5F0125DA649}" dt="2022-05-16T11:50:47.185" v="466" actId="207"/>
        <pc:sldMkLst>
          <pc:docMk/>
          <pc:sldMk cId="1366214973" sldId="264"/>
        </pc:sldMkLst>
        <pc:spChg chg="add mod">
          <ac:chgData name="Zheng Fei" userId="d19317889db4c986" providerId="LiveId" clId="{4AD25C74-9C23-DB47-A2DB-E5F0125DA649}" dt="2022-05-16T11:50:47.185" v="466" actId="207"/>
          <ac:spMkLst>
            <pc:docMk/>
            <pc:sldMk cId="1366214973" sldId="264"/>
            <ac:spMk id="2" creationId="{0B6811DD-5998-45DB-1A17-59EDFCF10C7A}"/>
          </ac:spMkLst>
        </pc:spChg>
        <pc:spChg chg="mod">
          <ac:chgData name="Zheng Fei" userId="d19317889db4c986" providerId="LiveId" clId="{4AD25C74-9C23-DB47-A2DB-E5F0125DA649}" dt="2022-05-16T11:50:06.874" v="462" actId="207"/>
          <ac:spMkLst>
            <pc:docMk/>
            <pc:sldMk cId="1366214973" sldId="264"/>
            <ac:spMk id="4" creationId="{A3AF2A84-CE80-A21B-5116-1819569DF796}"/>
          </ac:spMkLst>
        </pc:spChg>
      </pc:sldChg>
      <pc:sldChg chg="modSp del mod">
        <pc:chgData name="Zheng Fei" userId="d19317889db4c986" providerId="LiveId" clId="{4AD25C74-9C23-DB47-A2DB-E5F0125DA649}" dt="2022-05-16T11:36:01.500" v="293" actId="2696"/>
        <pc:sldMkLst>
          <pc:docMk/>
          <pc:sldMk cId="2510914154" sldId="265"/>
        </pc:sldMkLst>
        <pc:spChg chg="mod">
          <ac:chgData name="Zheng Fei" userId="d19317889db4c986" providerId="LiveId" clId="{4AD25C74-9C23-DB47-A2DB-E5F0125DA649}" dt="2022-05-16T11:35:41.418" v="284" actId="21"/>
          <ac:spMkLst>
            <pc:docMk/>
            <pc:sldMk cId="2510914154" sldId="265"/>
            <ac:spMk id="4" creationId="{57D9CEE6-7B28-D60D-10C9-58B7DBEFDD7A}"/>
          </ac:spMkLst>
        </pc:spChg>
      </pc:sldChg>
      <pc:sldChg chg="delSp modSp mod">
        <pc:chgData name="Zheng Fei" userId="d19317889db4c986" providerId="LiveId" clId="{4AD25C74-9C23-DB47-A2DB-E5F0125DA649}" dt="2022-05-16T11:37:21.050" v="320" actId="404"/>
        <pc:sldMkLst>
          <pc:docMk/>
          <pc:sldMk cId="1264844309" sldId="266"/>
        </pc:sldMkLst>
        <pc:spChg chg="mod">
          <ac:chgData name="Zheng Fei" userId="d19317889db4c986" providerId="LiveId" clId="{4AD25C74-9C23-DB47-A2DB-E5F0125DA649}" dt="2022-05-16T11:37:21.050" v="320" actId="404"/>
          <ac:spMkLst>
            <pc:docMk/>
            <pc:sldMk cId="1264844309" sldId="266"/>
            <ac:spMk id="4" creationId="{E505747B-3B21-3041-15EC-4B780C945CB9}"/>
          </ac:spMkLst>
        </pc:spChg>
        <pc:picChg chg="del mod">
          <ac:chgData name="Zheng Fei" userId="d19317889db4c986" providerId="LiveId" clId="{4AD25C74-9C23-DB47-A2DB-E5F0125DA649}" dt="2022-05-16T11:36:48.807" v="306" actId="478"/>
          <ac:picMkLst>
            <pc:docMk/>
            <pc:sldMk cId="1264844309" sldId="266"/>
            <ac:picMk id="6" creationId="{D19C1EB1-5826-3DAA-736C-8BAA01F87D7E}"/>
          </ac:picMkLst>
        </pc:picChg>
      </pc:sldChg>
      <pc:sldChg chg="modSp">
        <pc:chgData name="Zheng Fei" userId="d19317889db4c986" providerId="LiveId" clId="{4AD25C74-9C23-DB47-A2DB-E5F0125DA649}" dt="2022-05-16T11:51:24.961" v="469" actId="207"/>
        <pc:sldMkLst>
          <pc:docMk/>
          <pc:sldMk cId="1114027741" sldId="267"/>
        </pc:sldMkLst>
        <pc:spChg chg="mod">
          <ac:chgData name="Zheng Fei" userId="d19317889db4c986" providerId="LiveId" clId="{4AD25C74-9C23-DB47-A2DB-E5F0125DA649}" dt="2022-05-16T11:51:24.961" v="469" actId="207"/>
          <ac:spMkLst>
            <pc:docMk/>
            <pc:sldMk cId="1114027741" sldId="267"/>
            <ac:spMk id="4" creationId="{6E02C1F1-03DF-C9EC-326D-1C1D0E6B238A}"/>
          </ac:spMkLst>
        </pc:spChg>
      </pc:sldChg>
      <pc:sldChg chg="modSp mod">
        <pc:chgData name="Zheng Fei" userId="d19317889db4c986" providerId="LiveId" clId="{4AD25C74-9C23-DB47-A2DB-E5F0125DA649}" dt="2022-05-16T11:51:40.815" v="470" actId="207"/>
        <pc:sldMkLst>
          <pc:docMk/>
          <pc:sldMk cId="205551090" sldId="268"/>
        </pc:sldMkLst>
        <pc:spChg chg="mod">
          <ac:chgData name="Zheng Fei" userId="d19317889db4c986" providerId="LiveId" clId="{4AD25C74-9C23-DB47-A2DB-E5F0125DA649}" dt="2022-05-16T11:51:40.815" v="470" actId="207"/>
          <ac:spMkLst>
            <pc:docMk/>
            <pc:sldMk cId="205551090" sldId="268"/>
            <ac:spMk id="4" creationId="{2CAB757C-A467-9233-8004-ED3F81182CFD}"/>
          </ac:spMkLst>
        </pc:spChg>
      </pc:sldChg>
      <pc:sldChg chg="addSp modSp mod modAnim">
        <pc:chgData name="Zheng Fei" userId="d19317889db4c986" providerId="LiveId" clId="{4AD25C74-9C23-DB47-A2DB-E5F0125DA649}" dt="2022-05-16T11:39:54.411" v="358"/>
        <pc:sldMkLst>
          <pc:docMk/>
          <pc:sldMk cId="1010781268" sldId="269"/>
        </pc:sldMkLst>
        <pc:spChg chg="add mod">
          <ac:chgData name="Zheng Fei" userId="d19317889db4c986" providerId="LiveId" clId="{4AD25C74-9C23-DB47-A2DB-E5F0125DA649}" dt="2022-05-16T11:39:49.688" v="357" actId="2710"/>
          <ac:spMkLst>
            <pc:docMk/>
            <pc:sldMk cId="1010781268" sldId="269"/>
            <ac:spMk id="2" creationId="{7FCF6B99-5F44-5925-33C9-12D1AEDCDC21}"/>
          </ac:spMkLst>
        </pc:spChg>
        <pc:spChg chg="mod">
          <ac:chgData name="Zheng Fei" userId="d19317889db4c986" providerId="LiveId" clId="{4AD25C74-9C23-DB47-A2DB-E5F0125DA649}" dt="2022-05-16T11:39:49.688" v="357" actId="2710"/>
          <ac:spMkLst>
            <pc:docMk/>
            <pc:sldMk cId="1010781268" sldId="269"/>
            <ac:spMk id="4" creationId="{ED1CE5B3-EDAD-4AD2-EDD7-5AD3DA1589BE}"/>
          </ac:spMkLst>
        </pc:spChg>
      </pc:sldChg>
      <pc:sldChg chg="delSp modSp mod">
        <pc:chgData name="Zheng Fei" userId="d19317889db4c986" providerId="LiveId" clId="{4AD25C74-9C23-DB47-A2DB-E5F0125DA649}" dt="2022-05-16T12:03:59.060" v="533" actId="1076"/>
        <pc:sldMkLst>
          <pc:docMk/>
          <pc:sldMk cId="1551269373" sldId="270"/>
        </pc:sldMkLst>
        <pc:spChg chg="del">
          <ac:chgData name="Zheng Fei" userId="d19317889db4c986" providerId="LiveId" clId="{4AD25C74-9C23-DB47-A2DB-E5F0125DA649}" dt="2022-05-16T11:42:32.860" v="393" actId="478"/>
          <ac:spMkLst>
            <pc:docMk/>
            <pc:sldMk cId="1551269373" sldId="270"/>
            <ac:spMk id="2" creationId="{AEEB5630-BE6F-5BB9-760F-F1468FEAD2D9}"/>
          </ac:spMkLst>
        </pc:spChg>
        <pc:spChg chg="mod">
          <ac:chgData name="Zheng Fei" userId="d19317889db4c986" providerId="LiveId" clId="{4AD25C74-9C23-DB47-A2DB-E5F0125DA649}" dt="2022-05-16T12:03:59.060" v="533" actId="1076"/>
          <ac:spMkLst>
            <pc:docMk/>
            <pc:sldMk cId="1551269373" sldId="270"/>
            <ac:spMk id="4" creationId="{DC9FDF2C-3144-C001-ED12-FD5B1BF3D272}"/>
          </ac:spMkLst>
        </pc:spChg>
      </pc:sldChg>
      <pc:sldChg chg="modSp mod">
        <pc:chgData name="Zheng Fei" userId="d19317889db4c986" providerId="LiveId" clId="{4AD25C74-9C23-DB47-A2DB-E5F0125DA649}" dt="2022-05-16T12:04:26.647" v="537" actId="20577"/>
        <pc:sldMkLst>
          <pc:docMk/>
          <pc:sldMk cId="1002160116" sldId="271"/>
        </pc:sldMkLst>
        <pc:spChg chg="mod">
          <ac:chgData name="Zheng Fei" userId="d19317889db4c986" providerId="LiveId" clId="{4AD25C74-9C23-DB47-A2DB-E5F0125DA649}" dt="2022-05-16T12:04:26.647" v="537" actId="20577"/>
          <ac:spMkLst>
            <pc:docMk/>
            <pc:sldMk cId="1002160116" sldId="271"/>
            <ac:spMk id="5" creationId="{1794C937-A99A-277D-4DC8-A4C4CFB330B9}"/>
          </ac:spMkLst>
        </pc:spChg>
      </pc:sldChg>
      <pc:sldChg chg="modSp add mod">
        <pc:chgData name="Zheng Fei" userId="d19317889db4c986" providerId="LiveId" clId="{4AD25C74-9C23-DB47-A2DB-E5F0125DA649}" dt="2022-05-16T11:46:40.577" v="441" actId="207"/>
        <pc:sldMkLst>
          <pc:docMk/>
          <pc:sldMk cId="0" sldId="289"/>
        </pc:sldMkLst>
        <pc:spChg chg="mod">
          <ac:chgData name="Zheng Fei" userId="d19317889db4c986" providerId="LiveId" clId="{4AD25C74-9C23-DB47-A2DB-E5F0125DA649}" dt="2022-05-16T11:46:40.577" v="441" actId="207"/>
          <ac:spMkLst>
            <pc:docMk/>
            <pc:sldMk cId="0" sldId="289"/>
            <ac:spMk id="9" creationId="{A2A32693-FA85-46ED-9F52-424F364119E5}"/>
          </ac:spMkLst>
        </pc:spChg>
      </pc:sldChg>
      <pc:sldChg chg="ord modAnim">
        <pc:chgData name="Zheng Fei" userId="d19317889db4c986" providerId="LiveId" clId="{4AD25C74-9C23-DB47-A2DB-E5F0125DA649}" dt="2022-05-16T11:57:37.525" v="484" actId="20578"/>
        <pc:sldMkLst>
          <pc:docMk/>
          <pc:sldMk cId="3312295248" sldId="420"/>
        </pc:sldMkLst>
      </pc:sldChg>
      <pc:sldChg chg="modSp mod">
        <pc:chgData name="Zheng Fei" userId="d19317889db4c986" providerId="LiveId" clId="{4AD25C74-9C23-DB47-A2DB-E5F0125DA649}" dt="2022-05-16T11:24:10.738" v="54" actId="114"/>
        <pc:sldMkLst>
          <pc:docMk/>
          <pc:sldMk cId="4170541912" sldId="423"/>
        </pc:sldMkLst>
        <pc:spChg chg="mod">
          <ac:chgData name="Zheng Fei" userId="d19317889db4c986" providerId="LiveId" clId="{4AD25C74-9C23-DB47-A2DB-E5F0125DA649}" dt="2022-05-16T11:24:10.738" v="54" actId="114"/>
          <ac:spMkLst>
            <pc:docMk/>
            <pc:sldMk cId="4170541912" sldId="423"/>
            <ac:spMk id="3" creationId="{7D2B4430-D268-5F24-B677-28A080E32402}"/>
          </ac:spMkLst>
        </pc:spChg>
      </pc:sldChg>
      <pc:sldChg chg="modSp mod">
        <pc:chgData name="Zheng Fei" userId="d19317889db4c986" providerId="LiveId" clId="{4AD25C74-9C23-DB47-A2DB-E5F0125DA649}" dt="2022-05-16T11:22:47.678" v="51" actId="20577"/>
        <pc:sldMkLst>
          <pc:docMk/>
          <pc:sldMk cId="234948118" sldId="424"/>
        </pc:sldMkLst>
        <pc:spChg chg="mod">
          <ac:chgData name="Zheng Fei" userId="d19317889db4c986" providerId="LiveId" clId="{4AD25C74-9C23-DB47-A2DB-E5F0125DA649}" dt="2022-05-16T11:22:47.678" v="51" actId="20577"/>
          <ac:spMkLst>
            <pc:docMk/>
            <pc:sldMk cId="234948118" sldId="424"/>
            <ac:spMk id="3" creationId="{7D2B4430-D268-5F24-B677-28A080E32402}"/>
          </ac:spMkLst>
        </pc:spChg>
      </pc:sldChg>
      <pc:sldChg chg="addSp modSp mod modAnim">
        <pc:chgData name="Zheng Fei" userId="d19317889db4c986" providerId="LiveId" clId="{4AD25C74-9C23-DB47-A2DB-E5F0125DA649}" dt="2022-05-16T11:49:24.070" v="457" actId="207"/>
        <pc:sldMkLst>
          <pc:docMk/>
          <pc:sldMk cId="2169084619" sldId="425"/>
        </pc:sldMkLst>
        <pc:spChg chg="add mod">
          <ac:chgData name="Zheng Fei" userId="d19317889db4c986" providerId="LiveId" clId="{4AD25C74-9C23-DB47-A2DB-E5F0125DA649}" dt="2022-05-16T11:49:24.070" v="457" actId="207"/>
          <ac:spMkLst>
            <pc:docMk/>
            <pc:sldMk cId="2169084619" sldId="425"/>
            <ac:spMk id="2" creationId="{130C98CC-D01F-BC47-AD34-4892C33F76F7}"/>
          </ac:spMkLst>
        </pc:spChg>
        <pc:spChg chg="mod">
          <ac:chgData name="Zheng Fei" userId="d19317889db4c986" providerId="LiveId" clId="{4AD25C74-9C23-DB47-A2DB-E5F0125DA649}" dt="2022-05-16T11:49:11.299" v="454" actId="1076"/>
          <ac:spMkLst>
            <pc:docMk/>
            <pc:sldMk cId="2169084619" sldId="425"/>
            <ac:spMk id="4" creationId="{AA48F196-386B-26C1-5838-B4DDFC686E65}"/>
          </ac:spMkLst>
        </pc:spChg>
      </pc:sldChg>
      <pc:sldChg chg="modSp">
        <pc:chgData name="Zheng Fei" userId="d19317889db4c986" providerId="LiveId" clId="{4AD25C74-9C23-DB47-A2DB-E5F0125DA649}" dt="2022-05-16T11:37:58.480" v="329"/>
        <pc:sldMkLst>
          <pc:docMk/>
          <pc:sldMk cId="1784683979" sldId="426"/>
        </pc:sldMkLst>
        <pc:spChg chg="mod">
          <ac:chgData name="Zheng Fei" userId="d19317889db4c986" providerId="LiveId" clId="{4AD25C74-9C23-DB47-A2DB-E5F0125DA649}" dt="2022-05-16T11:37:58.480" v="329"/>
          <ac:spMkLst>
            <pc:docMk/>
            <pc:sldMk cId="1784683979" sldId="426"/>
            <ac:spMk id="4" creationId="{6E02C1F1-03DF-C9EC-326D-1C1D0E6B238A}"/>
          </ac:spMkLst>
        </pc:spChg>
      </pc:sldChg>
      <pc:sldChg chg="addSp delSp modSp mod modAnim">
        <pc:chgData name="Zheng Fei" userId="d19317889db4c986" providerId="LiveId" clId="{4AD25C74-9C23-DB47-A2DB-E5F0125DA649}" dt="2022-05-16T11:56:53.729" v="483"/>
        <pc:sldMkLst>
          <pc:docMk/>
          <pc:sldMk cId="788705185" sldId="427"/>
        </pc:sldMkLst>
        <pc:spChg chg="mod">
          <ac:chgData name="Zheng Fei" userId="d19317889db4c986" providerId="LiveId" clId="{4AD25C74-9C23-DB47-A2DB-E5F0125DA649}" dt="2022-05-16T11:56:38.934" v="478" actId="21"/>
          <ac:spMkLst>
            <pc:docMk/>
            <pc:sldMk cId="788705185" sldId="427"/>
            <ac:spMk id="4" creationId="{2CAB757C-A467-9233-8004-ED3F81182CFD}"/>
          </ac:spMkLst>
        </pc:spChg>
        <pc:spChg chg="add mod">
          <ac:chgData name="Zheng Fei" userId="d19317889db4c986" providerId="LiveId" clId="{4AD25C74-9C23-DB47-A2DB-E5F0125DA649}" dt="2022-05-16T11:56:50.734" v="482" actId="255"/>
          <ac:spMkLst>
            <pc:docMk/>
            <pc:sldMk cId="788705185" sldId="427"/>
            <ac:spMk id="6" creationId="{247DF578-BBAC-395E-F305-CC381589259B}"/>
          </ac:spMkLst>
        </pc:spChg>
        <pc:picChg chg="add del">
          <ac:chgData name="Zheng Fei" userId="d19317889db4c986" providerId="LiveId" clId="{4AD25C74-9C23-DB47-A2DB-E5F0125DA649}" dt="2022-05-16T11:56:18.266" v="473"/>
          <ac:picMkLst>
            <pc:docMk/>
            <pc:sldMk cId="788705185" sldId="427"/>
            <ac:picMk id="2" creationId="{BF8FC646-40D7-D0EF-4C05-757B0BE6AAE5}"/>
          </ac:picMkLst>
        </pc:picChg>
        <pc:picChg chg="add del">
          <ac:chgData name="Zheng Fei" userId="d19317889db4c986" providerId="LiveId" clId="{4AD25C74-9C23-DB47-A2DB-E5F0125DA649}" dt="2022-05-16T11:56:23.657" v="475"/>
          <ac:picMkLst>
            <pc:docMk/>
            <pc:sldMk cId="788705185" sldId="427"/>
            <ac:picMk id="5" creationId="{E2D3D353-E80A-025D-6521-D1A6A5A0A95A}"/>
          </ac:picMkLst>
        </pc:picChg>
      </pc:sldChg>
      <pc:sldChg chg="addSp delSp modSp mod">
        <pc:chgData name="Zheng Fei" userId="d19317889db4c986" providerId="LiveId" clId="{4AD25C74-9C23-DB47-A2DB-E5F0125DA649}" dt="2022-05-16T12:03:55.126" v="532" actId="14100"/>
        <pc:sldMkLst>
          <pc:docMk/>
          <pc:sldMk cId="1350384850" sldId="428"/>
        </pc:sldMkLst>
        <pc:spChg chg="add mod">
          <ac:chgData name="Zheng Fei" userId="d19317889db4c986" providerId="LiveId" clId="{4AD25C74-9C23-DB47-A2DB-E5F0125DA649}" dt="2022-05-16T11:40:47.839" v="370" actId="208"/>
          <ac:spMkLst>
            <pc:docMk/>
            <pc:sldMk cId="1350384850" sldId="428"/>
            <ac:spMk id="2" creationId="{7404BEE3-382B-7276-10C9-515F1A8EC93F}"/>
          </ac:spMkLst>
        </pc:spChg>
        <pc:spChg chg="mod">
          <ac:chgData name="Zheng Fei" userId="d19317889db4c986" providerId="LiveId" clId="{4AD25C74-9C23-DB47-A2DB-E5F0125DA649}" dt="2022-05-16T12:03:55.126" v="532" actId="14100"/>
          <ac:spMkLst>
            <pc:docMk/>
            <pc:sldMk cId="1350384850" sldId="428"/>
            <ac:spMk id="4" creationId="{ED1CE5B3-EDAD-4AD2-EDD7-5AD3DA1589BE}"/>
          </ac:spMkLst>
        </pc:spChg>
        <pc:spChg chg="add mod">
          <ac:chgData name="Zheng Fei" userId="d19317889db4c986" providerId="LiveId" clId="{4AD25C74-9C23-DB47-A2DB-E5F0125DA649}" dt="2022-05-16T12:03:49.978" v="530" actId="1076"/>
          <ac:spMkLst>
            <pc:docMk/>
            <pc:sldMk cId="1350384850" sldId="428"/>
            <ac:spMk id="8" creationId="{6E4A464C-869F-0B23-AB6D-6F46168AB9DB}"/>
          </ac:spMkLst>
        </pc:spChg>
        <pc:grpChg chg="add mod">
          <ac:chgData name="Zheng Fei" userId="d19317889db4c986" providerId="LiveId" clId="{4AD25C74-9C23-DB47-A2DB-E5F0125DA649}" dt="2022-05-16T12:03:48.176" v="529" actId="1076"/>
          <ac:grpSpMkLst>
            <pc:docMk/>
            <pc:sldMk cId="1350384850" sldId="428"/>
            <ac:grpSpMk id="6" creationId="{3CDDC633-95C9-DFF5-387C-3880134066CA}"/>
          </ac:grpSpMkLst>
        </pc:grpChg>
        <pc:picChg chg="del mod modCrop">
          <ac:chgData name="Zheng Fei" userId="d19317889db4c986" providerId="LiveId" clId="{4AD25C74-9C23-DB47-A2DB-E5F0125DA649}" dt="2022-05-16T12:01:47.581" v="512" actId="478"/>
          <ac:picMkLst>
            <pc:docMk/>
            <pc:sldMk cId="1350384850" sldId="428"/>
            <ac:picMk id="5" creationId="{D83D7616-2569-CF43-AABA-C19CC5A568EF}"/>
          </ac:picMkLst>
        </pc:picChg>
      </pc:sldChg>
      <pc:sldChg chg="del">
        <pc:chgData name="Zheng Fei" userId="d19317889db4c986" providerId="LiveId" clId="{4AD25C74-9C23-DB47-A2DB-E5F0125DA649}" dt="2022-05-16T11:36:03.273" v="294" actId="2696"/>
        <pc:sldMkLst>
          <pc:docMk/>
          <pc:sldMk cId="3346718496" sldId="429"/>
        </pc:sldMkLst>
      </pc:sldChg>
      <pc:sldChg chg="del">
        <pc:chgData name="Zheng Fei" userId="d19317889db4c986" providerId="LiveId" clId="{4AD25C74-9C23-DB47-A2DB-E5F0125DA649}" dt="2022-05-16T11:36:04.404" v="295" actId="2696"/>
        <pc:sldMkLst>
          <pc:docMk/>
          <pc:sldMk cId="1526251229" sldId="430"/>
        </pc:sldMkLst>
      </pc:sldChg>
      <pc:sldChg chg="addSp delSp modSp mod ord">
        <pc:chgData name="Zheng Fei" userId="d19317889db4c986" providerId="LiveId" clId="{4AD25C74-9C23-DB47-A2DB-E5F0125DA649}" dt="2022-05-16T12:04:06.836" v="534" actId="255"/>
        <pc:sldMkLst>
          <pc:docMk/>
          <pc:sldMk cId="3064721684" sldId="431"/>
        </pc:sldMkLst>
        <pc:spChg chg="del">
          <ac:chgData name="Zheng Fei" userId="d19317889db4c986" providerId="LiveId" clId="{4AD25C74-9C23-DB47-A2DB-E5F0125DA649}" dt="2022-05-16T11:41:02.994" v="373" actId="478"/>
          <ac:spMkLst>
            <pc:docMk/>
            <pc:sldMk cId="3064721684" sldId="431"/>
            <ac:spMk id="2" creationId="{818B267E-4C39-D013-745A-9BF2F090D3CB}"/>
          </ac:spMkLst>
        </pc:spChg>
        <pc:spChg chg="add mod">
          <ac:chgData name="Zheng Fei" userId="d19317889db4c986" providerId="LiveId" clId="{4AD25C74-9C23-DB47-A2DB-E5F0125DA649}" dt="2022-05-16T12:04:06.836" v="534" actId="255"/>
          <ac:spMkLst>
            <pc:docMk/>
            <pc:sldMk cId="3064721684" sldId="431"/>
            <ac:spMk id="3" creationId="{0136DB84-4DE2-68F5-DFCB-51F7AE07D74B}"/>
          </ac:spMkLst>
        </pc:spChg>
        <pc:spChg chg="add mod">
          <ac:chgData name="Zheng Fei" userId="d19317889db4c986" providerId="LiveId" clId="{4AD25C74-9C23-DB47-A2DB-E5F0125DA649}" dt="2022-05-16T11:41:22.920" v="377" actId="1076"/>
          <ac:spMkLst>
            <pc:docMk/>
            <pc:sldMk cId="3064721684" sldId="431"/>
            <ac:spMk id="4" creationId="{D34F015C-ADAF-F630-E07C-AB56E9076A93}"/>
          </ac:spMkLst>
        </pc:spChg>
        <pc:spChg chg="add mod">
          <ac:chgData name="Zheng Fei" userId="d19317889db4c986" providerId="LiveId" clId="{4AD25C74-9C23-DB47-A2DB-E5F0125DA649}" dt="2022-05-16T12:03:08.297" v="520" actId="20577"/>
          <ac:spMkLst>
            <pc:docMk/>
            <pc:sldMk cId="3064721684" sldId="431"/>
            <ac:spMk id="6" creationId="{AEEB5630-BE6F-5BB9-760F-F1468FEAD2D9}"/>
          </ac:spMkLst>
        </pc:spChg>
        <pc:picChg chg="mod modCrop">
          <ac:chgData name="Zheng Fei" userId="d19317889db4c986" providerId="LiveId" clId="{4AD25C74-9C23-DB47-A2DB-E5F0125DA649}" dt="2022-05-16T12:03:30.990" v="524" actId="1076"/>
          <ac:picMkLst>
            <pc:docMk/>
            <pc:sldMk cId="3064721684" sldId="431"/>
            <ac:picMk id="5" creationId="{FDB0FB99-759E-E32F-03DC-6688706CCDD8}"/>
          </ac:picMkLst>
        </pc:picChg>
      </pc:sldChg>
      <pc:sldChg chg="del">
        <pc:chgData name="Zheng Fei" userId="d19317889db4c986" providerId="LiveId" clId="{4AD25C74-9C23-DB47-A2DB-E5F0125DA649}" dt="2022-05-16T11:22:57.850" v="52" actId="2696"/>
        <pc:sldMkLst>
          <pc:docMk/>
          <pc:sldMk cId="1100817424" sldId="432"/>
        </pc:sldMkLst>
      </pc:sldChg>
      <pc:sldChg chg="addSp delSp modSp mod">
        <pc:chgData name="Zheng Fei" userId="d19317889db4c986" providerId="LiveId" clId="{4AD25C74-9C23-DB47-A2DB-E5F0125DA649}" dt="2022-05-16T12:05:20.200" v="540" actId="1076"/>
        <pc:sldMkLst>
          <pc:docMk/>
          <pc:sldMk cId="1607983298" sldId="433"/>
        </pc:sldMkLst>
        <pc:spChg chg="del">
          <ac:chgData name="Zheng Fei" userId="d19317889db4c986" providerId="LiveId" clId="{4AD25C74-9C23-DB47-A2DB-E5F0125DA649}" dt="2022-05-16T11:41:09.693" v="375" actId="478"/>
          <ac:spMkLst>
            <pc:docMk/>
            <pc:sldMk cId="1607983298" sldId="433"/>
            <ac:spMk id="2" creationId="{53F89E1B-CF74-0936-DBF1-51718F902A02}"/>
          </ac:spMkLst>
        </pc:spChg>
        <pc:spChg chg="add mod">
          <ac:chgData name="Zheng Fei" userId="d19317889db4c986" providerId="LiveId" clId="{4AD25C74-9C23-DB47-A2DB-E5F0125DA649}" dt="2022-05-16T11:41:28.760" v="379" actId="1076"/>
          <ac:spMkLst>
            <pc:docMk/>
            <pc:sldMk cId="1607983298" sldId="433"/>
            <ac:spMk id="4" creationId="{D34F015C-ADAF-F630-E07C-AB56E9076A93}"/>
          </ac:spMkLst>
        </pc:spChg>
        <pc:spChg chg="add mod">
          <ac:chgData name="Zheng Fei" userId="d19317889db4c986" providerId="LiveId" clId="{4AD25C74-9C23-DB47-A2DB-E5F0125DA649}" dt="2022-05-16T12:04:46.636" v="538" actId="20577"/>
          <ac:spMkLst>
            <pc:docMk/>
            <pc:sldMk cId="1607983298" sldId="433"/>
            <ac:spMk id="6" creationId="{9D2E8456-7D98-4837-D83A-A29AB09C2979}"/>
          </ac:spMkLst>
        </pc:spChg>
        <pc:spChg chg="add mod">
          <ac:chgData name="Zheng Fei" userId="d19317889db4c986" providerId="LiveId" clId="{4AD25C74-9C23-DB47-A2DB-E5F0125DA649}" dt="2022-05-16T12:05:20.200" v="540" actId="1076"/>
          <ac:spMkLst>
            <pc:docMk/>
            <pc:sldMk cId="1607983298" sldId="433"/>
            <ac:spMk id="7" creationId="{A706CB92-1413-289E-1511-3D7EA7588989}"/>
          </ac:spMkLst>
        </pc:spChg>
      </pc:sldChg>
      <pc:sldChg chg="addSp delSp modSp mod">
        <pc:chgData name="Zheng Fei" userId="d19317889db4c986" providerId="LiveId" clId="{4AD25C74-9C23-DB47-A2DB-E5F0125DA649}" dt="2022-05-16T11:41:35.288" v="382" actId="478"/>
        <pc:sldMkLst>
          <pc:docMk/>
          <pc:sldMk cId="961105554" sldId="434"/>
        </pc:sldMkLst>
        <pc:spChg chg="del">
          <ac:chgData name="Zheng Fei" userId="d19317889db4c986" providerId="LiveId" clId="{4AD25C74-9C23-DB47-A2DB-E5F0125DA649}" dt="2022-05-16T11:41:35.288" v="382" actId="478"/>
          <ac:spMkLst>
            <pc:docMk/>
            <pc:sldMk cId="961105554" sldId="434"/>
            <ac:spMk id="2" creationId="{EB1A24AC-A79E-E418-AB0F-A7A30E527A1A}"/>
          </ac:spMkLst>
        </pc:spChg>
        <pc:spChg chg="add mod">
          <ac:chgData name="Zheng Fei" userId="d19317889db4c986" providerId="LiveId" clId="{4AD25C74-9C23-DB47-A2DB-E5F0125DA649}" dt="2022-05-16T11:41:33.530" v="381" actId="1076"/>
          <ac:spMkLst>
            <pc:docMk/>
            <pc:sldMk cId="961105554" sldId="434"/>
            <ac:spMk id="4" creationId="{D34F015C-ADAF-F630-E07C-AB56E9076A93}"/>
          </ac:spMkLst>
        </pc:spChg>
      </pc:sldChg>
      <pc:sldChg chg="addSp delSp modSp">
        <pc:chgData name="Zheng Fei" userId="d19317889db4c986" providerId="LiveId" clId="{4AD25C74-9C23-DB47-A2DB-E5F0125DA649}" dt="2022-05-16T11:46:54.474" v="443"/>
        <pc:sldMkLst>
          <pc:docMk/>
          <pc:sldMk cId="258570365" sldId="436"/>
        </pc:sldMkLst>
        <pc:spChg chg="add del mod">
          <ac:chgData name="Zheng Fei" userId="d19317889db4c986" providerId="LiveId" clId="{4AD25C74-9C23-DB47-A2DB-E5F0125DA649}" dt="2022-05-16T11:46:54.474" v="443"/>
          <ac:spMkLst>
            <pc:docMk/>
            <pc:sldMk cId="258570365" sldId="436"/>
            <ac:spMk id="4" creationId="{742A1936-359F-8FAD-DF75-23DBB0CE565C}"/>
          </ac:spMkLst>
        </pc:spChg>
      </pc:sldChg>
      <pc:sldChg chg="del">
        <pc:chgData name="Zheng Fei" userId="d19317889db4c986" providerId="LiveId" clId="{4AD25C74-9C23-DB47-A2DB-E5F0125DA649}" dt="2022-05-16T11:21:10.802" v="0" actId="2696"/>
        <pc:sldMkLst>
          <pc:docMk/>
          <pc:sldMk cId="985617391" sldId="437"/>
        </pc:sldMkLst>
      </pc:sldChg>
      <pc:sldChg chg="modSp add mod">
        <pc:chgData name="Zheng Fei" userId="d19317889db4c986" providerId="LiveId" clId="{4AD25C74-9C23-DB47-A2DB-E5F0125DA649}" dt="2022-05-16T11:50:12.035" v="464" actId="207"/>
        <pc:sldMkLst>
          <pc:docMk/>
          <pc:sldMk cId="2827639505" sldId="442"/>
        </pc:sldMkLst>
        <pc:spChg chg="mod">
          <ac:chgData name="Zheng Fei" userId="d19317889db4c986" providerId="LiveId" clId="{4AD25C74-9C23-DB47-A2DB-E5F0125DA649}" dt="2022-05-16T11:50:12.035" v="464" actId="207"/>
          <ac:spMkLst>
            <pc:docMk/>
            <pc:sldMk cId="2827639505" sldId="442"/>
            <ac:spMk id="4" creationId="{A3AF2A84-CE80-A21B-5116-1819569DF796}"/>
          </ac:spMkLst>
        </pc:spChg>
      </pc:sldChg>
      <pc:sldChg chg="modSp add mod">
        <pc:chgData name="Zheng Fei" userId="d19317889db4c986" providerId="LiveId" clId="{4AD25C74-9C23-DB47-A2DB-E5F0125DA649}" dt="2022-05-16T11:51:16.146" v="468" actId="207"/>
        <pc:sldMkLst>
          <pc:docMk/>
          <pc:sldMk cId="4118247310" sldId="443"/>
        </pc:sldMkLst>
        <pc:spChg chg="mod">
          <ac:chgData name="Zheng Fei" userId="d19317889db4c986" providerId="LiveId" clId="{4AD25C74-9C23-DB47-A2DB-E5F0125DA649}" dt="2022-05-16T11:51:16.146" v="468" actId="207"/>
          <ac:spMkLst>
            <pc:docMk/>
            <pc:sldMk cId="4118247310" sldId="443"/>
            <ac:spMk id="4" creationId="{A3AF2A84-CE80-A21B-5116-1819569DF796}"/>
          </ac:spMkLst>
        </pc:spChg>
      </pc:sldChg>
      <pc:sldChg chg="modSp add mod">
        <pc:chgData name="Zheng Fei" userId="d19317889db4c986" providerId="LiveId" clId="{4AD25C74-9C23-DB47-A2DB-E5F0125DA649}" dt="2022-05-16T11:51:08.987" v="467" actId="207"/>
        <pc:sldMkLst>
          <pc:docMk/>
          <pc:sldMk cId="2645170493" sldId="444"/>
        </pc:sldMkLst>
        <pc:spChg chg="mod">
          <ac:chgData name="Zheng Fei" userId="d19317889db4c986" providerId="LiveId" clId="{4AD25C74-9C23-DB47-A2DB-E5F0125DA649}" dt="2022-05-16T11:35:29.172" v="282" actId="1076"/>
          <ac:spMkLst>
            <pc:docMk/>
            <pc:sldMk cId="2645170493" sldId="444"/>
            <ac:spMk id="2" creationId="{0B6811DD-5998-45DB-1A17-59EDFCF10C7A}"/>
          </ac:spMkLst>
        </pc:spChg>
        <pc:spChg chg="mod">
          <ac:chgData name="Zheng Fei" userId="d19317889db4c986" providerId="LiveId" clId="{4AD25C74-9C23-DB47-A2DB-E5F0125DA649}" dt="2022-05-16T11:51:08.987" v="467" actId="207"/>
          <ac:spMkLst>
            <pc:docMk/>
            <pc:sldMk cId="2645170493" sldId="444"/>
            <ac:spMk id="4" creationId="{A3AF2A84-CE80-A21B-5116-1819569DF796}"/>
          </ac:spMkLst>
        </pc:spChg>
      </pc:sldChg>
      <pc:sldChg chg="add del">
        <pc:chgData name="Zheng Fei" userId="d19317889db4c986" providerId="LiveId" clId="{4AD25C74-9C23-DB47-A2DB-E5F0125DA649}" dt="2022-05-16T11:42:24.139" v="391" actId="2696"/>
        <pc:sldMkLst>
          <pc:docMk/>
          <pc:sldMk cId="651627021" sldId="445"/>
        </pc:sldMkLst>
      </pc:sldChg>
      <pc:sldChg chg="delSp add del mod">
        <pc:chgData name="Zheng Fei" userId="d19317889db4c986" providerId="LiveId" clId="{4AD25C74-9C23-DB47-A2DB-E5F0125DA649}" dt="2022-05-16T11:43:45.855" v="408" actId="2696"/>
        <pc:sldMkLst>
          <pc:docMk/>
          <pc:sldMk cId="2287225100" sldId="445"/>
        </pc:sldMkLst>
        <pc:spChg chg="del">
          <ac:chgData name="Zheng Fei" userId="d19317889db4c986" providerId="LiveId" clId="{4AD25C74-9C23-DB47-A2DB-E5F0125DA649}" dt="2022-05-16T11:43:35.909" v="403" actId="21"/>
          <ac:spMkLst>
            <pc:docMk/>
            <pc:sldMk cId="2287225100" sldId="445"/>
            <ac:spMk id="2" creationId="{AEEB5630-BE6F-5BB9-760F-F1468FEAD2D9}"/>
          </ac:spMkLst>
        </pc:spChg>
      </pc:sldChg>
      <pc:sldChg chg="addSp delSp modSp add mod">
        <pc:chgData name="Zheng Fei" userId="d19317889db4c986" providerId="LiveId" clId="{4AD25C74-9C23-DB47-A2DB-E5F0125DA649}" dt="2022-05-16T12:04:20.704" v="536" actId="1076"/>
        <pc:sldMkLst>
          <pc:docMk/>
          <pc:sldMk cId="4005447236" sldId="446"/>
        </pc:sldMkLst>
        <pc:spChg chg="mod">
          <ac:chgData name="Zheng Fei" userId="d19317889db4c986" providerId="LiveId" clId="{4AD25C74-9C23-DB47-A2DB-E5F0125DA649}" dt="2022-05-16T12:02:27.195" v="518"/>
          <ac:spMkLst>
            <pc:docMk/>
            <pc:sldMk cId="4005447236" sldId="446"/>
            <ac:spMk id="4" creationId="{DC9FDF2C-3144-C001-ED12-FD5B1BF3D272}"/>
          </ac:spMkLst>
        </pc:spChg>
        <pc:spChg chg="add del mod">
          <ac:chgData name="Zheng Fei" userId="d19317889db4c986" providerId="LiveId" clId="{4AD25C74-9C23-DB47-A2DB-E5F0125DA649}" dt="2022-05-16T11:44:32.577" v="417" actId="21"/>
          <ac:spMkLst>
            <pc:docMk/>
            <pc:sldMk cId="4005447236" sldId="446"/>
            <ac:spMk id="5" creationId="{AEEB5630-BE6F-5BB9-760F-F1468FEAD2D9}"/>
          </ac:spMkLst>
        </pc:spChg>
        <pc:spChg chg="add mod">
          <ac:chgData name="Zheng Fei" userId="d19317889db4c986" providerId="LiveId" clId="{4AD25C74-9C23-DB47-A2DB-E5F0125DA649}" dt="2022-05-16T12:04:20.704" v="536" actId="1076"/>
          <ac:spMkLst>
            <pc:docMk/>
            <pc:sldMk cId="4005447236" sldId="446"/>
            <ac:spMk id="6" creationId="{AEEB5630-BE6F-5BB9-760F-F1468FEAD2D9}"/>
          </ac:spMkLst>
        </pc:spChg>
      </pc:sldChg>
      <pc:sldChg chg="addSp modSp add ord">
        <pc:chgData name="Zheng Fei" userId="d19317889db4c986" providerId="LiveId" clId="{4AD25C74-9C23-DB47-A2DB-E5F0125DA649}" dt="2022-05-16T11:46:25.398" v="439" actId="20578"/>
        <pc:sldMkLst>
          <pc:docMk/>
          <pc:sldMk cId="398862953" sldId="447"/>
        </pc:sldMkLst>
        <pc:spChg chg="add mod">
          <ac:chgData name="Zheng Fei" userId="d19317889db4c986" providerId="LiveId" clId="{4AD25C74-9C23-DB47-A2DB-E5F0125DA649}" dt="2022-05-16T11:46:22.987" v="438" actId="1076"/>
          <ac:spMkLst>
            <pc:docMk/>
            <pc:sldMk cId="398862953" sldId="447"/>
            <ac:spMk id="3" creationId="{9979D594-9100-0446-A19F-7140E5533581}"/>
          </ac:spMkLst>
        </pc:spChg>
      </pc:sldChg>
      <pc:sldChg chg="addSp delSp modSp new del">
        <pc:chgData name="Zheng Fei" userId="d19317889db4c986" providerId="LiveId" clId="{4AD25C74-9C23-DB47-A2DB-E5F0125DA649}" dt="2022-05-16T11:47:13.799" v="448" actId="2696"/>
        <pc:sldMkLst>
          <pc:docMk/>
          <pc:sldMk cId="3958957328" sldId="448"/>
        </pc:sldMkLst>
        <pc:spChg chg="add del mod">
          <ac:chgData name="Zheng Fei" userId="d19317889db4c986" providerId="LiveId" clId="{4AD25C74-9C23-DB47-A2DB-E5F0125DA649}" dt="2022-05-16T11:46:59.994" v="446" actId="478"/>
          <ac:spMkLst>
            <pc:docMk/>
            <pc:sldMk cId="3958957328" sldId="448"/>
            <ac:spMk id="4" creationId="{0741990E-D20B-747E-729B-9766ECA69CFB}"/>
          </ac:spMkLst>
        </pc:spChg>
      </pc:sldChg>
      <pc:sldChg chg="modSp add mod">
        <pc:chgData name="Zheng Fei" userId="d19317889db4c986" providerId="LiveId" clId="{4AD25C74-9C23-DB47-A2DB-E5F0125DA649}" dt="2022-05-16T11:47:20.831" v="450" actId="207"/>
        <pc:sldMkLst>
          <pc:docMk/>
          <pc:sldMk cId="719741231" sldId="449"/>
        </pc:sldMkLst>
        <pc:spChg chg="mod">
          <ac:chgData name="Zheng Fei" userId="d19317889db4c986" providerId="LiveId" clId="{4AD25C74-9C23-DB47-A2DB-E5F0125DA649}" dt="2022-05-16T11:47:17.705" v="449" actId="207"/>
          <ac:spMkLst>
            <pc:docMk/>
            <pc:sldMk cId="719741231" sldId="449"/>
            <ac:spMk id="9" creationId="{A2A32693-FA85-46ED-9F52-424F364119E5}"/>
          </ac:spMkLst>
        </pc:spChg>
        <pc:spChg chg="mod">
          <ac:chgData name="Zheng Fei" userId="d19317889db4c986" providerId="LiveId" clId="{4AD25C74-9C23-DB47-A2DB-E5F0125DA649}" dt="2022-05-16T11:47:20.831" v="450" actId="207"/>
          <ac:spMkLst>
            <pc:docMk/>
            <pc:sldMk cId="719741231" sldId="449"/>
            <ac:spMk id="61444" creationId="{601F1377-4EC1-A648-9D08-93B0CEF44388}"/>
          </ac:spMkLst>
        </pc:spChg>
      </pc:sldChg>
      <pc:sldChg chg="add">
        <pc:chgData name="Zheng Fei" userId="d19317889db4c986" providerId="LiveId" clId="{4AD25C74-9C23-DB47-A2DB-E5F0125DA649}" dt="2022-05-16T11:56:30.618" v="476"/>
        <pc:sldMkLst>
          <pc:docMk/>
          <pc:sldMk cId="0" sldId="450"/>
        </pc:sldMkLst>
      </pc:sldChg>
      <pc:sldChg chg="add">
        <pc:chgData name="Zheng Fei" userId="d19317889db4c986" providerId="LiveId" clId="{4AD25C74-9C23-DB47-A2DB-E5F0125DA649}" dt="2022-05-16T11:56:30.618" v="476"/>
        <pc:sldMkLst>
          <pc:docMk/>
          <pc:sldMk cId="0" sldId="451"/>
        </pc:sldMkLst>
      </pc:sldChg>
      <pc:sldChg chg="delSp modSp new mod">
        <pc:chgData name="Zheng Fei" userId="d19317889db4c986" providerId="LiveId" clId="{4AD25C74-9C23-DB47-A2DB-E5F0125DA649}" dt="2022-05-16T11:59:29.031" v="511" actId="255"/>
        <pc:sldMkLst>
          <pc:docMk/>
          <pc:sldMk cId="187936852" sldId="452"/>
        </pc:sldMkLst>
        <pc:spChg chg="del">
          <ac:chgData name="Zheng Fei" userId="d19317889db4c986" providerId="LiveId" clId="{4AD25C74-9C23-DB47-A2DB-E5F0125DA649}" dt="2022-05-16T11:58:04.260" v="487" actId="478"/>
          <ac:spMkLst>
            <pc:docMk/>
            <pc:sldMk cId="187936852" sldId="452"/>
            <ac:spMk id="2" creationId="{AF3CA23F-C05A-ABEA-4D88-3E8DE669C878}"/>
          </ac:spMkLst>
        </pc:spChg>
        <pc:spChg chg="mod">
          <ac:chgData name="Zheng Fei" userId="d19317889db4c986" providerId="LiveId" clId="{4AD25C74-9C23-DB47-A2DB-E5F0125DA649}" dt="2022-05-16T11:59:29.031" v="511" actId="255"/>
          <ac:spMkLst>
            <pc:docMk/>
            <pc:sldMk cId="187936852" sldId="452"/>
            <ac:spMk id="3" creationId="{CA2E96A8-775C-2F6B-073A-7D7682C273FD}"/>
          </ac:spMkLst>
        </pc:spChg>
      </pc:sldChg>
      <pc:sldMasterChg chg="del delSldLayout">
        <pc:chgData name="Zheng Fei" userId="d19317889db4c986" providerId="LiveId" clId="{4AD25C74-9C23-DB47-A2DB-E5F0125DA649}" dt="2022-05-16T11:47:35.932" v="451" actId="2696"/>
        <pc:sldMasterMkLst>
          <pc:docMk/>
          <pc:sldMasterMk cId="1802562555" sldId="2147483673"/>
        </pc:sldMasterMkLst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3881897109" sldId="2147483674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782408448" sldId="2147483675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3104186653" sldId="2147483676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551207666" sldId="2147483677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3641234963" sldId="2147483678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743177216" sldId="2147483679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1443939490" sldId="2147483680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2996339714" sldId="2147483681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3064354699" sldId="2147483682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2712921238" sldId="2147483683"/>
          </pc:sldLayoutMkLst>
        </pc:sldLayoutChg>
        <pc:sldLayoutChg chg="del">
          <pc:chgData name="Zheng Fei" userId="d19317889db4c986" providerId="LiveId" clId="{4AD25C74-9C23-DB47-A2DB-E5F0125DA649}" dt="2022-05-16T11:47:35.932" v="451" actId="2696"/>
          <pc:sldLayoutMkLst>
            <pc:docMk/>
            <pc:sldMasterMk cId="1802562555" sldId="2147483673"/>
            <pc:sldLayoutMk cId="2307531739" sldId="2147483684"/>
          </pc:sldLayoutMkLst>
        </pc:sldLayoutChg>
      </pc:sldMasterChg>
    </pc:docChg>
  </pc:docChgLst>
  <pc:docChgLst>
    <pc:chgData name="Zheng Fei" userId="d19317889db4c986" providerId="LiveId" clId="{912250BB-87A4-AF49-8FD3-38699A43942E}"/>
    <pc:docChg chg="custSel addSld delSld modSld sldOrd modNotesMaster">
      <pc:chgData name="Zheng Fei" userId="d19317889db4c986" providerId="LiveId" clId="{912250BB-87A4-AF49-8FD3-38699A43942E}" dt="2022-05-16T01:18:45.791" v="695" actId="20577"/>
      <pc:docMkLst>
        <pc:docMk/>
      </pc:docMkLst>
      <pc:sldChg chg="modSp">
        <pc:chgData name="Zheng Fei" userId="d19317889db4c986" providerId="LiveId" clId="{912250BB-87A4-AF49-8FD3-38699A43942E}" dt="2022-05-16T01:11:34.794" v="540" actId="113"/>
        <pc:sldMkLst>
          <pc:docMk/>
          <pc:sldMk cId="0" sldId="257"/>
        </pc:sldMkLst>
        <pc:spChg chg="mod">
          <ac:chgData name="Zheng Fei" userId="d19317889db4c986" providerId="LiveId" clId="{912250BB-87A4-AF49-8FD3-38699A43942E}" dt="2022-05-14T09:31:25.899" v="351"/>
          <ac:spMkLst>
            <pc:docMk/>
            <pc:sldMk cId="0" sldId="257"/>
            <ac:spMk id="9" creationId="{A2A32693-FA85-46ED-9F52-424F364119E5}"/>
          </ac:spMkLst>
        </pc:spChg>
        <pc:spChg chg="mod">
          <ac:chgData name="Zheng Fei" userId="d19317889db4c986" providerId="LiveId" clId="{912250BB-87A4-AF49-8FD3-38699A43942E}" dt="2022-05-16T01:11:34.794" v="540" actId="113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Zheng Fei" userId="d19317889db4c986" providerId="LiveId" clId="{912250BB-87A4-AF49-8FD3-38699A43942E}" dt="2022-05-14T09:31:25.899" v="351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Zheng Fei" userId="d19317889db4c986" providerId="LiveId" clId="{912250BB-87A4-AF49-8FD3-38699A43942E}" dt="2022-05-14T09:31:25.899" v="351"/>
          <ac:spMkLst>
            <pc:docMk/>
            <pc:sldMk cId="0" sldId="257"/>
            <ac:spMk id="61446" creationId="{3CA5D0EF-1412-D449-86E5-3BEFAEB9289A}"/>
          </ac:spMkLst>
        </pc:spChg>
      </pc:sldChg>
      <pc:sldChg chg="addSp modSp mod">
        <pc:chgData name="Zheng Fei" userId="d19317889db4c986" providerId="LiveId" clId="{912250BB-87A4-AF49-8FD3-38699A43942E}" dt="2022-05-16T01:15:59.454" v="643" actId="1076"/>
        <pc:sldMkLst>
          <pc:docMk/>
          <pc:sldMk cId="4145988057" sldId="258"/>
        </pc:sldMkLst>
        <pc:spChg chg="add mod">
          <ac:chgData name="Zheng Fei" userId="d19317889db4c986" providerId="LiveId" clId="{912250BB-87A4-AF49-8FD3-38699A43942E}" dt="2022-05-16T01:15:59.454" v="643" actId="1076"/>
          <ac:spMkLst>
            <pc:docMk/>
            <pc:sldMk cId="4145988057" sldId="258"/>
            <ac:spMk id="2" creationId="{56A8A966-34CF-784D-279A-6B7EC18FA8C9}"/>
          </ac:spMkLst>
        </pc:spChg>
        <pc:spChg chg="mod">
          <ac:chgData name="Zheng Fei" userId="d19317889db4c986" providerId="LiveId" clId="{912250BB-87A4-AF49-8FD3-38699A43942E}" dt="2022-05-16T01:15:54.896" v="642" actId="1076"/>
          <ac:spMkLst>
            <pc:docMk/>
            <pc:sldMk cId="4145988057" sldId="258"/>
            <ac:spMk id="3" creationId="{7D2B4430-D268-5F24-B677-28A080E32402}"/>
          </ac:spMkLst>
        </pc:spChg>
        <pc:spChg chg="add mod">
          <ac:chgData name="Zheng Fei" userId="d19317889db4c986" providerId="LiveId" clId="{912250BB-87A4-AF49-8FD3-38699A43942E}" dt="2022-05-14T09:07:06.051" v="44" actId="122"/>
          <ac:spMkLst>
            <pc:docMk/>
            <pc:sldMk cId="4145988057" sldId="258"/>
            <ac:spMk id="4" creationId="{279AABF2-EB26-53F5-D154-DD4604EB2F93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2650816285" sldId="259"/>
        </pc:sldMkLst>
        <pc:spChg chg="add mod">
          <ac:chgData name="Zheng Fei" userId="d19317889db4c986" providerId="LiveId" clId="{912250BB-87A4-AF49-8FD3-38699A43942E}" dt="2022-05-14T09:08:15.924" v="68"/>
          <ac:spMkLst>
            <pc:docMk/>
            <pc:sldMk cId="2650816285" sldId="259"/>
            <ac:spMk id="3" creationId="{6FBD2BFA-A7DF-99FF-9AAC-B7639077BBE2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2650816285" sldId="259"/>
            <ac:spMk id="5" creationId="{7A356429-752A-68FA-A6AB-CE569984A703}"/>
          </ac:spMkLst>
        </pc:spChg>
      </pc:sldChg>
      <pc:sldChg chg="add">
        <pc:chgData name="Zheng Fei" userId="d19317889db4c986" providerId="LiveId" clId="{912250BB-87A4-AF49-8FD3-38699A43942E}" dt="2022-05-14T08:49:10.192" v="1"/>
        <pc:sldMkLst>
          <pc:docMk/>
          <pc:sldMk cId="1459657117" sldId="260"/>
        </pc:sldMkLst>
        <pc:spChg chg="add mod">
          <ac:chgData name="Zheng Fei" userId="d19317889db4c986" providerId="LiveId" clId="{912250BB-87A4-AF49-8FD3-38699A43942E}" dt="2022-05-14T09:08:37.388" v="124" actId="1076"/>
          <ac:spMkLst>
            <pc:docMk/>
            <pc:sldMk cId="1459657117" sldId="260"/>
            <ac:spMk id="3" creationId="{D8607CDA-5114-8895-3454-418A6493A755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459657117" sldId="260"/>
            <ac:spMk id="4" creationId="{AA48F196-386B-26C1-5838-B4DDFC686E65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707216198" sldId="261"/>
        </pc:sldMkLst>
        <pc:spChg chg="add mod">
          <ac:chgData name="Zheng Fei" userId="d19317889db4c986" providerId="LiveId" clId="{912250BB-87A4-AF49-8FD3-38699A43942E}" dt="2022-05-14T09:10:51.607" v="188" actId="20577"/>
          <ac:spMkLst>
            <pc:docMk/>
            <pc:sldMk cId="707216198" sldId="261"/>
            <ac:spMk id="3" creationId="{1B91AD48-AA1A-B702-5F36-1891D89E8BA8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707216198" sldId="261"/>
            <ac:spMk id="4" creationId="{B1AE7AE5-17DD-BA19-D90E-C0A694ADC988}"/>
          </ac:spMkLst>
        </pc:spChg>
      </pc:sldChg>
      <pc:sldChg chg="add">
        <pc:chgData name="Zheng Fei" userId="d19317889db4c986" providerId="LiveId" clId="{912250BB-87A4-AF49-8FD3-38699A43942E}" dt="2022-05-14T08:49:10.192" v="1"/>
        <pc:sldMkLst>
          <pc:docMk/>
          <pc:sldMk cId="2823787726" sldId="262"/>
        </pc:sldMkLst>
        <pc:spChg chg="add mod">
          <ac:chgData name="Zheng Fei" userId="d19317889db4c986" providerId="LiveId" clId="{912250BB-87A4-AF49-8FD3-38699A43942E}" dt="2022-05-14T09:11:12.352" v="199" actId="20577"/>
          <ac:spMkLst>
            <pc:docMk/>
            <pc:sldMk cId="2823787726" sldId="262"/>
            <ac:spMk id="3" creationId="{FEDC5947-F105-9D3D-F5FF-15329242395E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2823787726" sldId="262"/>
            <ac:spMk id="5" creationId="{C3020028-4CE8-2F47-BABA-591A96E8BEDE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3398865251" sldId="263"/>
        </pc:sldMkLst>
        <pc:spChg chg="add mod">
          <ac:chgData name="Zheng Fei" userId="d19317889db4c986" providerId="LiveId" clId="{912250BB-87A4-AF49-8FD3-38699A43942E}" dt="2022-05-14T09:11:24.966" v="207" actId="20577"/>
          <ac:spMkLst>
            <pc:docMk/>
            <pc:sldMk cId="3398865251" sldId="263"/>
            <ac:spMk id="3" creationId="{44C03C1D-C7B2-CB5B-6094-3B60D5E78D04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3398865251" sldId="263"/>
            <ac:spMk id="4" creationId="{02599AEC-4740-9CDB-B89D-DB871E90736F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1366214973" sldId="264"/>
        </pc:sldMkLst>
        <pc:spChg chg="add mod">
          <ac:chgData name="Zheng Fei" userId="d19317889db4c986" providerId="LiveId" clId="{912250BB-87A4-AF49-8FD3-38699A43942E}" dt="2022-05-14T09:11:38.569" v="216" actId="20577"/>
          <ac:spMkLst>
            <pc:docMk/>
            <pc:sldMk cId="1366214973" sldId="264"/>
            <ac:spMk id="3" creationId="{90B3119B-6B2A-3E27-820C-4CA44DA930C3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366214973" sldId="264"/>
            <ac:spMk id="4" creationId="{A3AF2A84-CE80-A21B-5116-1819569DF796}"/>
          </ac:spMkLst>
        </pc:spChg>
      </pc:sldChg>
      <pc:sldChg chg="addSp modSp add">
        <pc:chgData name="Zheng Fei" userId="d19317889db4c986" providerId="LiveId" clId="{912250BB-87A4-AF49-8FD3-38699A43942E}" dt="2022-05-14T09:34:52.243" v="407"/>
        <pc:sldMkLst>
          <pc:docMk/>
          <pc:sldMk cId="2510914154" sldId="265"/>
        </pc:sldMkLst>
        <pc:spChg chg="add mod">
          <ac:chgData name="Zheng Fei" userId="d19317889db4c986" providerId="LiveId" clId="{912250BB-87A4-AF49-8FD3-38699A43942E}" dt="2022-05-14T09:20:18.352" v="217"/>
          <ac:spMkLst>
            <pc:docMk/>
            <pc:sldMk cId="2510914154" sldId="265"/>
            <ac:spMk id="3" creationId="{E1DF247D-530D-DC55-90C2-E592005420CF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2510914154" sldId="265"/>
            <ac:spMk id="4" creationId="{57D9CEE6-7B28-D60D-10C9-58B7DBEFDD7A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1264844309" sldId="266"/>
        </pc:sldMkLst>
        <pc:spChg chg="mod">
          <ac:chgData name="Zheng Fei" userId="d19317889db4c986" providerId="LiveId" clId="{912250BB-87A4-AF49-8FD3-38699A43942E}" dt="2022-05-14T09:34:52.243" v="407"/>
          <ac:spMkLst>
            <pc:docMk/>
            <pc:sldMk cId="1264844309" sldId="266"/>
            <ac:spMk id="4" creationId="{E505747B-3B21-3041-15EC-4B780C945CB9}"/>
          </ac:spMkLst>
        </pc:spChg>
        <pc:spChg chg="add mod">
          <ac:chgData name="Zheng Fei" userId="d19317889db4c986" providerId="LiveId" clId="{912250BB-87A4-AF49-8FD3-38699A43942E}" dt="2022-05-14T09:20:54.704" v="260" actId="1076"/>
          <ac:spMkLst>
            <pc:docMk/>
            <pc:sldMk cId="1264844309" sldId="266"/>
            <ac:spMk id="5" creationId="{4D673DDA-42E0-3F60-2CD9-4A0B1939603C}"/>
          </ac:spMkLst>
        </pc:spChg>
      </pc:sldChg>
      <pc:sldChg chg="addSp modSp add">
        <pc:chgData name="Zheng Fei" userId="d19317889db4c986" providerId="LiveId" clId="{912250BB-87A4-AF49-8FD3-38699A43942E}" dt="2022-05-14T09:34:52.243" v="407"/>
        <pc:sldMkLst>
          <pc:docMk/>
          <pc:sldMk cId="1114027741" sldId="267"/>
        </pc:sldMkLst>
        <pc:spChg chg="add mod">
          <ac:chgData name="Zheng Fei" userId="d19317889db4c986" providerId="LiveId" clId="{912250BB-87A4-AF49-8FD3-38699A43942E}" dt="2022-05-14T09:20:56.883" v="261"/>
          <ac:spMkLst>
            <pc:docMk/>
            <pc:sldMk cId="1114027741" sldId="267"/>
            <ac:spMk id="3" creationId="{B923958F-90B5-0777-680B-870E81CC1D62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114027741" sldId="267"/>
            <ac:spMk id="4" creationId="{6E02C1F1-03DF-C9EC-326D-1C1D0E6B238A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205551090" sldId="268"/>
        </pc:sldMkLst>
        <pc:spChg chg="add mod">
          <ac:chgData name="Zheng Fei" userId="d19317889db4c986" providerId="LiveId" clId="{912250BB-87A4-AF49-8FD3-38699A43942E}" dt="2022-05-14T09:21:56.948" v="283"/>
          <ac:spMkLst>
            <pc:docMk/>
            <pc:sldMk cId="205551090" sldId="268"/>
            <ac:spMk id="3" creationId="{CA5BC26D-91A8-2D03-988A-8E2B046C37ED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205551090" sldId="268"/>
            <ac:spMk id="4" creationId="{2CAB757C-A467-9233-8004-ED3F81182CFD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1010781268" sldId="269"/>
        </pc:sldMkLst>
        <pc:spChg chg="add mod">
          <ac:chgData name="Zheng Fei" userId="d19317889db4c986" providerId="LiveId" clId="{912250BB-87A4-AF49-8FD3-38699A43942E}" dt="2022-05-14T09:22:20.732" v="293" actId="20577"/>
          <ac:spMkLst>
            <pc:docMk/>
            <pc:sldMk cId="1010781268" sldId="269"/>
            <ac:spMk id="3" creationId="{E86F41D3-5C8E-ED08-FED9-0ECEEA1AFF50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010781268" sldId="269"/>
            <ac:spMk id="4" creationId="{ED1CE5B3-EDAD-4AD2-EDD7-5AD3DA1589BE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1551269373" sldId="270"/>
        </pc:sldMkLst>
        <pc:spChg chg="add mod">
          <ac:chgData name="Zheng Fei" userId="d19317889db4c986" providerId="LiveId" clId="{912250BB-87A4-AF49-8FD3-38699A43942E}" dt="2022-05-14T09:31:25.899" v="351"/>
          <ac:spMkLst>
            <pc:docMk/>
            <pc:sldMk cId="1551269373" sldId="270"/>
            <ac:spMk id="2" creationId="{AEEB5630-BE6F-5BB9-760F-F1468FEAD2D9}"/>
          </ac:spMkLst>
        </pc:spChg>
        <pc:spChg chg="add mod">
          <ac:chgData name="Zheng Fei" userId="d19317889db4c986" providerId="LiveId" clId="{912250BB-87A4-AF49-8FD3-38699A43942E}" dt="2022-05-14T09:22:59.110" v="301"/>
          <ac:spMkLst>
            <pc:docMk/>
            <pc:sldMk cId="1551269373" sldId="270"/>
            <ac:spMk id="3" creationId="{D34F015C-ADAF-F630-E07C-AB56E9076A93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551269373" sldId="270"/>
            <ac:spMk id="4" creationId="{DC9FDF2C-3144-C001-ED12-FD5B1BF3D272}"/>
          </ac:spMkLst>
        </pc:spChg>
      </pc:sldChg>
      <pc:sldChg chg="addSp delSp modSp add mod">
        <pc:chgData name="Zheng Fei" userId="d19317889db4c986" providerId="LiveId" clId="{912250BB-87A4-AF49-8FD3-38699A43942E}" dt="2022-05-14T09:23:11.807" v="304"/>
        <pc:sldMkLst>
          <pc:docMk/>
          <pc:sldMk cId="1002160116" sldId="271"/>
        </pc:sldMkLst>
        <pc:spChg chg="add del mod">
          <ac:chgData name="Zheng Fei" userId="d19317889db4c986" providerId="LiveId" clId="{912250BB-87A4-AF49-8FD3-38699A43942E}" dt="2022-05-14T09:23:07.785" v="303" actId="478"/>
          <ac:spMkLst>
            <pc:docMk/>
            <pc:sldMk cId="1002160116" sldId="271"/>
            <ac:spMk id="2" creationId="{897F352D-AF5E-EB96-50ED-D30EFCD8DDC3}"/>
          </ac:spMkLst>
        </pc:spChg>
        <pc:spChg chg="add mod">
          <ac:chgData name="Zheng Fei" userId="d19317889db4c986" providerId="LiveId" clId="{912250BB-87A4-AF49-8FD3-38699A43942E}" dt="2022-05-14T09:23:11.807" v="304"/>
          <ac:spMkLst>
            <pc:docMk/>
            <pc:sldMk cId="1002160116" sldId="271"/>
            <ac:spMk id="4" creationId="{C051729E-46E5-528D-EE76-5F62E440B504}"/>
          </ac:spMkLst>
        </pc:spChg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0" sldId="277"/>
        </pc:sldMkLst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0" sldId="278"/>
        </pc:sldMkLst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0" sldId="282"/>
        </pc:sldMkLst>
      </pc:sldChg>
      <pc:sldChg chg="del">
        <pc:chgData name="Zheng Fei" userId="d19317889db4c986" providerId="LiveId" clId="{912250BB-87A4-AF49-8FD3-38699A43942E}" dt="2022-05-14T09:04:13.882" v="2" actId="2696"/>
        <pc:sldMkLst>
          <pc:docMk/>
          <pc:sldMk cId="1368309327" sldId="284"/>
        </pc:sldMkLst>
      </pc:sldChg>
      <pc:sldChg chg="modSp mod modAnim">
        <pc:chgData name="Zheng Fei" userId="d19317889db4c986" providerId="LiveId" clId="{912250BB-87A4-AF49-8FD3-38699A43942E}" dt="2022-05-16T01:08:01.406" v="445" actId="1036"/>
        <pc:sldMkLst>
          <pc:docMk/>
          <pc:sldMk cId="0" sldId="285"/>
        </pc:sldMkLst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28" creationId="{D1E499C1-EF9D-DD47-959D-03CC13EB5DC2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29" creationId="{A869454C-2C0E-4744-A12A-0F1FE3799C13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0" creationId="{F3946031-7723-714F-889B-F11A91704B0B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1" creationId="{36889CD9-5272-174F-BF9F-76D7E5438E12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2" creationId="{E711DD3A-EC7D-0548-8090-8498CF3ED953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3" creationId="{084392B4-7EAA-B041-BB46-6168B0A5F7F5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4" creationId="{D3FC12E1-3B54-CC42-9722-0020F8D7D2DF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5" creationId="{782F205B-86AA-B841-9A4C-50B676D7EBDA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6" creationId="{6885E6EE-DE7D-7B4C-AFFA-09298B30F9C0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7" creationId="{030537E1-F561-0443-BBA7-0A180F17B8C1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8" creationId="{3AD9F756-D745-6742-BD30-2DB09C61B141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5139" creationId="{C91CC13E-2078-A747-B411-DAD21FD9C2CF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6147" creationId="{60DE3882-6960-6A42-8289-DDCC91FB783C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6156" creationId="{ED4FB34D-AE19-CF48-AB49-C7E1B8421E81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6166" creationId="{425C6BB4-57A2-3F43-B125-8BD7A1F765D6}"/>
          </ac:spMkLst>
        </pc:spChg>
        <pc:spChg chg="mod">
          <ac:chgData name="Zheng Fei" userId="d19317889db4c986" providerId="LiveId" clId="{912250BB-87A4-AF49-8FD3-38699A43942E}" dt="2022-05-16T01:08:01.406" v="445" actId="1036"/>
          <ac:spMkLst>
            <pc:docMk/>
            <pc:sldMk cId="0" sldId="285"/>
            <ac:spMk id="6167" creationId="{BD34B6A3-0E4C-7445-84EA-3D105F3C56D2}"/>
          </ac:spMkLst>
        </pc:spChg>
        <pc:grpChg chg="mod">
          <ac:chgData name="Zheng Fei" userId="d19317889db4c986" providerId="LiveId" clId="{912250BB-87A4-AF49-8FD3-38699A43942E}" dt="2022-05-16T01:08:01.406" v="445" actId="1036"/>
          <ac:grpSpMkLst>
            <pc:docMk/>
            <pc:sldMk cId="0" sldId="285"/>
            <ac:grpSpMk id="6149" creationId="{76437C65-84B0-D041-93A3-4E8B7F3C7B8E}"/>
          </ac:grpSpMkLst>
        </pc:grpChg>
        <pc:grpChg chg="mod">
          <ac:chgData name="Zheng Fei" userId="d19317889db4c986" providerId="LiveId" clId="{912250BB-87A4-AF49-8FD3-38699A43942E}" dt="2022-05-16T01:08:01.406" v="445" actId="1036"/>
          <ac:grpSpMkLst>
            <pc:docMk/>
            <pc:sldMk cId="0" sldId="285"/>
            <ac:grpSpMk id="6158" creationId="{E69BD2FE-15DC-364D-886F-EB7C9D5F800F}"/>
          </ac:grpSpMkLst>
        </pc:grpChg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0" sldId="286"/>
        </pc:sldMkLst>
      </pc:sldChg>
      <pc:sldChg chg="addSp delSp modSp mod">
        <pc:chgData name="Zheng Fei" userId="d19317889db4c986" providerId="LiveId" clId="{912250BB-87A4-AF49-8FD3-38699A43942E}" dt="2022-05-16T01:11:25.945" v="538" actId="2711"/>
        <pc:sldMkLst>
          <pc:docMk/>
          <pc:sldMk cId="3601747280" sldId="412"/>
        </pc:sldMkLst>
        <pc:spChg chg="mod">
          <ac:chgData name="Zheng Fei" userId="d19317889db4c986" providerId="LiveId" clId="{912250BB-87A4-AF49-8FD3-38699A43942E}" dt="2022-05-16T01:11:25.945" v="538" actId="2711"/>
          <ac:spMkLst>
            <pc:docMk/>
            <pc:sldMk cId="3601747280" sldId="412"/>
            <ac:spMk id="2" creationId="{68072B7D-D2DB-E144-B306-14AD82D74031}"/>
          </ac:spMkLst>
        </pc:spChg>
        <pc:spChg chg="add mod">
          <ac:chgData name="Zheng Fei" userId="d19317889db4c986" providerId="LiveId" clId="{912250BB-87A4-AF49-8FD3-38699A43942E}" dt="2022-05-14T09:06:09.976" v="17"/>
          <ac:spMkLst>
            <pc:docMk/>
            <pc:sldMk cId="3601747280" sldId="412"/>
            <ac:spMk id="6" creationId="{E3087533-5AC1-F362-2C6A-737F955FFA3E}"/>
          </ac:spMkLst>
        </pc:spChg>
        <pc:picChg chg="del">
          <ac:chgData name="Zheng Fei" userId="d19317889db4c986" providerId="LiveId" clId="{912250BB-87A4-AF49-8FD3-38699A43942E}" dt="2022-05-14T09:05:30.421" v="8" actId="478"/>
          <ac:picMkLst>
            <pc:docMk/>
            <pc:sldMk cId="3601747280" sldId="412"/>
            <ac:picMk id="3" creationId="{F211D1A2-AD9E-8449-8CE3-FEB9F489D63B}"/>
          </ac:picMkLst>
        </pc:picChg>
        <pc:picChg chg="add mod">
          <ac:chgData name="Zheng Fei" userId="d19317889db4c986" providerId="LiveId" clId="{912250BB-87A4-AF49-8FD3-38699A43942E}" dt="2022-05-14T09:33:13.847" v="381" actId="1076"/>
          <ac:picMkLst>
            <pc:docMk/>
            <pc:sldMk cId="3601747280" sldId="412"/>
            <ac:picMk id="5" creationId="{11B57577-C069-BDC4-C70D-E863ABBF0BDA}"/>
          </ac:picMkLst>
        </pc:picChg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2881794614" sldId="413"/>
        </pc:sldMkLst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3456676156" sldId="414"/>
        </pc:sldMkLst>
      </pc:sldChg>
      <pc:sldChg chg="del">
        <pc:chgData name="Zheng Fei" userId="d19317889db4c986" providerId="LiveId" clId="{912250BB-87A4-AF49-8FD3-38699A43942E}" dt="2022-05-14T08:48:37.185" v="0" actId="2696"/>
        <pc:sldMkLst>
          <pc:docMk/>
          <pc:sldMk cId="3897715051" sldId="415"/>
        </pc:sldMkLst>
      </pc:sldChg>
      <pc:sldChg chg="modSp ord">
        <pc:chgData name="Zheng Fei" userId="d19317889db4c986" providerId="LiveId" clId="{912250BB-87A4-AF49-8FD3-38699A43942E}" dt="2022-05-14T09:31:25.899" v="351"/>
        <pc:sldMkLst>
          <pc:docMk/>
          <pc:sldMk cId="3312295248" sldId="420"/>
        </pc:sldMkLst>
        <pc:spChg chg="mod">
          <ac:chgData name="Zheng Fei" userId="d19317889db4c986" providerId="LiveId" clId="{912250BB-87A4-AF49-8FD3-38699A43942E}" dt="2022-05-14T09:31:25.899" v="351"/>
          <ac:spMkLst>
            <pc:docMk/>
            <pc:sldMk cId="3312295248" sldId="420"/>
            <ac:spMk id="5" creationId="{AB3030AB-4365-1B40-A32A-0B02BAFC5FC3}"/>
          </ac:spMkLst>
        </pc:spChg>
        <pc:spChg chg="mod">
          <ac:chgData name="Zheng Fei" userId="d19317889db4c986" providerId="LiveId" clId="{912250BB-87A4-AF49-8FD3-38699A43942E}" dt="2022-05-14T09:31:25.899" v="351"/>
          <ac:spMkLst>
            <pc:docMk/>
            <pc:sldMk cId="3312295248" sldId="420"/>
            <ac:spMk id="9" creationId="{DAF8F415-A75F-904F-BE3F-30A2A115A0B3}"/>
          </ac:spMkLst>
        </pc:spChg>
      </pc:sldChg>
      <pc:sldChg chg="add del">
        <pc:chgData name="Zheng Fei" userId="d19317889db4c986" providerId="LiveId" clId="{912250BB-87A4-AF49-8FD3-38699A43942E}" dt="2022-05-14T09:05:04.779" v="7" actId="2696"/>
        <pc:sldMkLst>
          <pc:docMk/>
          <pc:sldMk cId="513746498" sldId="421"/>
        </pc:sldMkLst>
      </pc:sldChg>
      <pc:sldChg chg="addSp delSp modSp add mod ord">
        <pc:chgData name="Zheng Fei" userId="d19317889db4c986" providerId="LiveId" clId="{912250BB-87A4-AF49-8FD3-38699A43942E}" dt="2022-05-16T01:10:57.198" v="519" actId="113"/>
        <pc:sldMkLst>
          <pc:docMk/>
          <pc:sldMk cId="2155513266" sldId="422"/>
        </pc:sldMkLst>
        <pc:spChg chg="del">
          <ac:chgData name="Zheng Fei" userId="d19317889db4c986" providerId="LiveId" clId="{912250BB-87A4-AF49-8FD3-38699A43942E}" dt="2022-05-14T09:06:05.299" v="14" actId="478"/>
          <ac:spMkLst>
            <pc:docMk/>
            <pc:sldMk cId="2155513266" sldId="422"/>
            <ac:spMk id="2" creationId="{5341933C-325B-946B-6533-DD3D3C10D1FD}"/>
          </ac:spMkLst>
        </pc:spChg>
        <pc:spChg chg="mod">
          <ac:chgData name="Zheng Fei" userId="d19317889db4c986" providerId="LiveId" clId="{912250BB-87A4-AF49-8FD3-38699A43942E}" dt="2022-05-16T01:10:57.198" v="519" actId="113"/>
          <ac:spMkLst>
            <pc:docMk/>
            <pc:sldMk cId="2155513266" sldId="422"/>
            <ac:spMk id="3" creationId="{C139C1D9-B944-95B2-D337-6672873EE39E}"/>
          </ac:spMkLst>
        </pc:spChg>
        <pc:spChg chg="add del mod">
          <ac:chgData name="Zheng Fei" userId="d19317889db4c986" providerId="LiveId" clId="{912250BB-87A4-AF49-8FD3-38699A43942E}" dt="2022-05-14T09:06:07.576" v="15" actId="478"/>
          <ac:spMkLst>
            <pc:docMk/>
            <pc:sldMk cId="2155513266" sldId="422"/>
            <ac:spMk id="5" creationId="{A88941DA-35CB-9D26-908C-B8E3DD2518EB}"/>
          </ac:spMkLst>
        </pc:spChg>
        <pc:spChg chg="add mod">
          <ac:chgData name="Zheng Fei" userId="d19317889db4c986" providerId="LiveId" clId="{912250BB-87A4-AF49-8FD3-38699A43942E}" dt="2022-05-14T09:06:08.240" v="16"/>
          <ac:spMkLst>
            <pc:docMk/>
            <pc:sldMk cId="2155513266" sldId="422"/>
            <ac:spMk id="6" creationId="{45F61D67-8106-33D7-D01E-5B260B63A8F5}"/>
          </ac:spMkLst>
        </pc:spChg>
      </pc:sldChg>
      <pc:sldChg chg="addSp modSp add mod">
        <pc:chgData name="Zheng Fei" userId="d19317889db4c986" providerId="LiveId" clId="{912250BB-87A4-AF49-8FD3-38699A43942E}" dt="2022-05-16T01:17:48.023" v="668" actId="20577"/>
        <pc:sldMkLst>
          <pc:docMk/>
          <pc:sldMk cId="4170541912" sldId="423"/>
        </pc:sldMkLst>
        <pc:spChg chg="mod">
          <ac:chgData name="Zheng Fei" userId="d19317889db4c986" providerId="LiveId" clId="{912250BB-87A4-AF49-8FD3-38699A43942E}" dt="2022-05-16T01:17:48.023" v="668" actId="20577"/>
          <ac:spMkLst>
            <pc:docMk/>
            <pc:sldMk cId="4170541912" sldId="423"/>
            <ac:spMk id="3" creationId="{7D2B4430-D268-5F24-B677-28A080E32402}"/>
          </ac:spMkLst>
        </pc:spChg>
        <pc:spChg chg="add mod">
          <ac:chgData name="Zheng Fei" userId="d19317889db4c986" providerId="LiveId" clId="{912250BB-87A4-AF49-8FD3-38699A43942E}" dt="2022-05-14T09:07:40.131" v="53" actId="1076"/>
          <ac:spMkLst>
            <pc:docMk/>
            <pc:sldMk cId="4170541912" sldId="423"/>
            <ac:spMk id="4" creationId="{A379EE26-1DFA-FCB2-D8D5-53E7D894C706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234948118" sldId="424"/>
        </pc:sldMkLst>
        <pc:spChg chg="mod">
          <ac:chgData name="Zheng Fei" userId="d19317889db4c986" providerId="LiveId" clId="{912250BB-87A4-AF49-8FD3-38699A43942E}" dt="2022-05-14T09:34:52.243" v="407"/>
          <ac:spMkLst>
            <pc:docMk/>
            <pc:sldMk cId="234948118" sldId="424"/>
            <ac:spMk id="3" creationId="{7D2B4430-D268-5F24-B677-28A080E32402}"/>
          </ac:spMkLst>
        </pc:spChg>
        <pc:spChg chg="add mod">
          <ac:chgData name="Zheng Fei" userId="d19317889db4c986" providerId="LiveId" clId="{912250BB-87A4-AF49-8FD3-38699A43942E}" dt="2022-05-14T09:07:55.355" v="61" actId="20577"/>
          <ac:spMkLst>
            <pc:docMk/>
            <pc:sldMk cId="234948118" sldId="424"/>
            <ac:spMk id="4" creationId="{91CDD4C0-B870-840C-B5BA-3B02EEDF4824}"/>
          </ac:spMkLst>
        </pc:spChg>
      </pc:sldChg>
      <pc:sldChg chg="modSp add mod">
        <pc:chgData name="Zheng Fei" userId="d19317889db4c986" providerId="LiveId" clId="{912250BB-87A4-AF49-8FD3-38699A43942E}" dt="2022-05-14T09:34:52.243" v="407"/>
        <pc:sldMkLst>
          <pc:docMk/>
          <pc:sldMk cId="2169084619" sldId="425"/>
        </pc:sldMkLst>
        <pc:spChg chg="mod">
          <ac:chgData name="Zheng Fei" userId="d19317889db4c986" providerId="LiveId" clId="{912250BB-87A4-AF49-8FD3-38699A43942E}" dt="2022-05-14T09:10:39.724" v="158" actId="1076"/>
          <ac:spMkLst>
            <pc:docMk/>
            <pc:sldMk cId="2169084619" sldId="425"/>
            <ac:spMk id="3" creationId="{D8607CDA-5114-8895-3454-418A6493A755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2169084619" sldId="425"/>
            <ac:spMk id="4" creationId="{AA48F196-386B-26C1-5838-B4DDFC686E65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1784683979" sldId="426"/>
        </pc:sldMkLst>
        <pc:spChg chg="add mod">
          <ac:chgData name="Zheng Fei" userId="d19317889db4c986" providerId="LiveId" clId="{912250BB-87A4-AF49-8FD3-38699A43942E}" dt="2022-05-14T09:21:09.993" v="272" actId="20577"/>
          <ac:spMkLst>
            <pc:docMk/>
            <pc:sldMk cId="1784683979" sldId="426"/>
            <ac:spMk id="3" creationId="{0ED50975-EF88-D5A2-146E-A63062F2D8AC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784683979" sldId="426"/>
            <ac:spMk id="4" creationId="{6E02C1F1-03DF-C9EC-326D-1C1D0E6B238A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788705185" sldId="427"/>
        </pc:sldMkLst>
        <pc:spChg chg="add mod">
          <ac:chgData name="Zheng Fei" userId="d19317889db4c986" providerId="LiveId" clId="{912250BB-87A4-AF49-8FD3-38699A43942E}" dt="2022-05-14T09:21:57.774" v="284"/>
          <ac:spMkLst>
            <pc:docMk/>
            <pc:sldMk cId="788705185" sldId="427"/>
            <ac:spMk id="3" creationId="{02F07DE8-EAA5-F7AC-8405-2FBE188F9EC7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788705185" sldId="427"/>
            <ac:spMk id="4" creationId="{2CAB757C-A467-9233-8004-ED3F81182CFD}"/>
          </ac:spMkLst>
        </pc:spChg>
      </pc:sldChg>
      <pc:sldChg chg="addSp modSp add mod">
        <pc:chgData name="Zheng Fei" userId="d19317889db4c986" providerId="LiveId" clId="{912250BB-87A4-AF49-8FD3-38699A43942E}" dt="2022-05-14T09:34:52.243" v="407"/>
        <pc:sldMkLst>
          <pc:docMk/>
          <pc:sldMk cId="1350384850" sldId="428"/>
        </pc:sldMkLst>
        <pc:spChg chg="mod">
          <ac:chgData name="Zheng Fei" userId="d19317889db4c986" providerId="LiveId" clId="{912250BB-87A4-AF49-8FD3-38699A43942E}" dt="2022-05-14T09:22:51.784" v="300"/>
          <ac:spMkLst>
            <pc:docMk/>
            <pc:sldMk cId="1350384850" sldId="428"/>
            <ac:spMk id="3" creationId="{E86F41D3-5C8E-ED08-FED9-0ECEEA1AFF50}"/>
          </ac:spMkLst>
        </pc:spChg>
        <pc:spChg chg="mod">
          <ac:chgData name="Zheng Fei" userId="d19317889db4c986" providerId="LiveId" clId="{912250BB-87A4-AF49-8FD3-38699A43942E}" dt="2022-05-14T09:34:52.243" v="407"/>
          <ac:spMkLst>
            <pc:docMk/>
            <pc:sldMk cId="1350384850" sldId="428"/>
            <ac:spMk id="4" creationId="{ED1CE5B3-EDAD-4AD2-EDD7-5AD3DA1589BE}"/>
          </ac:spMkLst>
        </pc:spChg>
        <pc:picChg chg="add mod">
          <ac:chgData name="Zheng Fei" userId="d19317889db4c986" providerId="LiveId" clId="{912250BB-87A4-AF49-8FD3-38699A43942E}" dt="2022-05-14T09:28:24.860" v="325" actId="1076"/>
          <ac:picMkLst>
            <pc:docMk/>
            <pc:sldMk cId="1350384850" sldId="428"/>
            <ac:picMk id="5" creationId="{D83D7616-2569-CF43-AABA-C19CC5A568EF}"/>
          </ac:picMkLst>
        </pc:picChg>
        <pc:picChg chg="add mod">
          <ac:chgData name="Zheng Fei" userId="d19317889db4c986" providerId="LiveId" clId="{912250BB-87A4-AF49-8FD3-38699A43942E}" dt="2022-05-14T09:28:36.104" v="329" actId="962"/>
          <ac:picMkLst>
            <pc:docMk/>
            <pc:sldMk cId="1350384850" sldId="428"/>
            <ac:picMk id="7" creationId="{4D5C829A-BA80-7C51-9075-D9FA5909DC04}"/>
          </ac:picMkLst>
        </pc:picChg>
      </pc:sldChg>
      <pc:sldChg chg="addSp delSp modSp new mod">
        <pc:chgData name="Zheng Fei" userId="d19317889db4c986" providerId="LiveId" clId="{912250BB-87A4-AF49-8FD3-38699A43942E}" dt="2022-05-14T09:27:35.369" v="317"/>
        <pc:sldMkLst>
          <pc:docMk/>
          <pc:sldMk cId="3346718496" sldId="429"/>
        </pc:sldMkLst>
        <pc:spChg chg="del">
          <ac:chgData name="Zheng Fei" userId="d19317889db4c986" providerId="LiveId" clId="{912250BB-87A4-AF49-8FD3-38699A43942E}" dt="2022-05-14T09:26:27.933" v="310" actId="478"/>
          <ac:spMkLst>
            <pc:docMk/>
            <pc:sldMk cId="3346718496" sldId="429"/>
            <ac:spMk id="2" creationId="{705E34B9-CDC9-A19E-6CE5-E647B666FE66}"/>
          </ac:spMkLst>
        </pc:spChg>
        <pc:spChg chg="del">
          <ac:chgData name="Zheng Fei" userId="d19317889db4c986" providerId="LiveId" clId="{912250BB-87A4-AF49-8FD3-38699A43942E}" dt="2022-05-14T09:26:28.877" v="311" actId="478"/>
          <ac:spMkLst>
            <pc:docMk/>
            <pc:sldMk cId="3346718496" sldId="429"/>
            <ac:spMk id="3" creationId="{2A3D4DEE-B403-9A7F-E05D-C02195575A21}"/>
          </ac:spMkLst>
        </pc:spChg>
        <pc:spChg chg="add mod">
          <ac:chgData name="Zheng Fei" userId="d19317889db4c986" providerId="LiveId" clId="{912250BB-87A4-AF49-8FD3-38699A43942E}" dt="2022-05-14T09:27:35.369" v="317"/>
          <ac:spMkLst>
            <pc:docMk/>
            <pc:sldMk cId="3346718496" sldId="429"/>
            <ac:spMk id="6" creationId="{498C5CDD-0E19-7B70-B5C0-75C1EDADED3B}"/>
          </ac:spMkLst>
        </pc:spChg>
        <pc:picChg chg="add mod">
          <ac:chgData name="Zheng Fei" userId="d19317889db4c986" providerId="LiveId" clId="{912250BB-87A4-AF49-8FD3-38699A43942E}" dt="2022-05-14T09:26:35.158" v="312"/>
          <ac:picMkLst>
            <pc:docMk/>
            <pc:sldMk cId="3346718496" sldId="429"/>
            <ac:picMk id="5" creationId="{78B87B29-D017-66B3-91BD-E737FDE58739}"/>
          </ac:picMkLst>
        </pc:picChg>
      </pc:sldChg>
      <pc:sldChg chg="addSp delSp modSp new mod">
        <pc:chgData name="Zheng Fei" userId="d19317889db4c986" providerId="LiveId" clId="{912250BB-87A4-AF49-8FD3-38699A43942E}" dt="2022-05-14T09:27:38.672" v="319" actId="478"/>
        <pc:sldMkLst>
          <pc:docMk/>
          <pc:sldMk cId="1526251229" sldId="430"/>
        </pc:sldMkLst>
        <pc:spChg chg="del">
          <ac:chgData name="Zheng Fei" userId="d19317889db4c986" providerId="LiveId" clId="{912250BB-87A4-AF49-8FD3-38699A43942E}" dt="2022-05-14T09:27:38.672" v="319" actId="478"/>
          <ac:spMkLst>
            <pc:docMk/>
            <pc:sldMk cId="1526251229" sldId="430"/>
            <ac:spMk id="2" creationId="{6B68F966-9D96-023B-6ABD-FFDED3116952}"/>
          </ac:spMkLst>
        </pc:spChg>
        <pc:spChg chg="del">
          <ac:chgData name="Zheng Fei" userId="d19317889db4c986" providerId="LiveId" clId="{912250BB-87A4-AF49-8FD3-38699A43942E}" dt="2022-05-14T09:26:46.681" v="314"/>
          <ac:spMkLst>
            <pc:docMk/>
            <pc:sldMk cId="1526251229" sldId="430"/>
            <ac:spMk id="3" creationId="{B2237673-8D83-CF10-6C0B-B93FBD4D4171}"/>
          </ac:spMkLst>
        </pc:spChg>
        <pc:spChg chg="add mod">
          <ac:chgData name="Zheng Fei" userId="d19317889db4c986" providerId="LiveId" clId="{912250BB-87A4-AF49-8FD3-38699A43942E}" dt="2022-05-14T09:27:37.024" v="318"/>
          <ac:spMkLst>
            <pc:docMk/>
            <pc:sldMk cId="1526251229" sldId="430"/>
            <ac:spMk id="6" creationId="{E4A60A60-45D3-8ECF-13B1-E1D0750EA5C1}"/>
          </ac:spMkLst>
        </pc:spChg>
        <pc:picChg chg="add mod">
          <ac:chgData name="Zheng Fei" userId="d19317889db4c986" providerId="LiveId" clId="{912250BB-87A4-AF49-8FD3-38699A43942E}" dt="2022-05-14T09:26:48.103" v="316" actId="962"/>
          <ac:picMkLst>
            <pc:docMk/>
            <pc:sldMk cId="1526251229" sldId="430"/>
            <ac:picMk id="5" creationId="{726B9D9A-6420-F0D6-1F47-AA276C14CECF}"/>
          </ac:picMkLst>
        </pc:picChg>
      </pc:sldChg>
      <pc:sldChg chg="addSp delSp modSp new mod">
        <pc:chgData name="Zheng Fei" userId="d19317889db4c986" providerId="LiveId" clId="{912250BB-87A4-AF49-8FD3-38699A43942E}" dt="2022-05-14T09:29:26.048" v="335" actId="962"/>
        <pc:sldMkLst>
          <pc:docMk/>
          <pc:sldMk cId="3064721684" sldId="431"/>
        </pc:sldMkLst>
        <pc:spChg chg="del">
          <ac:chgData name="Zheng Fei" userId="d19317889db4c986" providerId="LiveId" clId="{912250BB-87A4-AF49-8FD3-38699A43942E}" dt="2022-05-14T09:29:24.450" v="333"/>
          <ac:spMkLst>
            <pc:docMk/>
            <pc:sldMk cId="3064721684" sldId="431"/>
            <ac:spMk id="3" creationId="{FF2BF4D7-0A35-0DDF-209F-392DE1D0E318}"/>
          </ac:spMkLst>
        </pc:spChg>
        <pc:picChg chg="add mod">
          <ac:chgData name="Zheng Fei" userId="d19317889db4c986" providerId="LiveId" clId="{912250BB-87A4-AF49-8FD3-38699A43942E}" dt="2022-05-14T09:29:26.048" v="335" actId="962"/>
          <ac:picMkLst>
            <pc:docMk/>
            <pc:sldMk cId="3064721684" sldId="431"/>
            <ac:picMk id="5" creationId="{FDB0FB99-759E-E32F-03DC-6688706CCDD8}"/>
          </ac:picMkLst>
        </pc:picChg>
      </pc:sldChg>
      <pc:sldChg chg="modSp new">
        <pc:chgData name="Zheng Fei" userId="d19317889db4c986" providerId="LiveId" clId="{912250BB-87A4-AF49-8FD3-38699A43942E}" dt="2022-05-14T09:29:43.695" v="337"/>
        <pc:sldMkLst>
          <pc:docMk/>
          <pc:sldMk cId="1100817424" sldId="432"/>
        </pc:sldMkLst>
        <pc:spChg chg="mod">
          <ac:chgData name="Zheng Fei" userId="d19317889db4c986" providerId="LiveId" clId="{912250BB-87A4-AF49-8FD3-38699A43942E}" dt="2022-05-14T09:29:43.695" v="337"/>
          <ac:spMkLst>
            <pc:docMk/>
            <pc:sldMk cId="1100817424" sldId="432"/>
            <ac:spMk id="3" creationId="{8AC5B1B5-47CB-DF26-167F-90C8F0C4DC86}"/>
          </ac:spMkLst>
        </pc:spChg>
      </pc:sldChg>
      <pc:sldChg chg="addSp delSp modSp new mod">
        <pc:chgData name="Zheng Fei" userId="d19317889db4c986" providerId="LiveId" clId="{912250BB-87A4-AF49-8FD3-38699A43942E}" dt="2022-05-14T09:29:56.298" v="340" actId="27614"/>
        <pc:sldMkLst>
          <pc:docMk/>
          <pc:sldMk cId="1607983298" sldId="433"/>
        </pc:sldMkLst>
        <pc:spChg chg="del">
          <ac:chgData name="Zheng Fei" userId="d19317889db4c986" providerId="LiveId" clId="{912250BB-87A4-AF49-8FD3-38699A43942E}" dt="2022-05-14T09:29:54.599" v="339"/>
          <ac:spMkLst>
            <pc:docMk/>
            <pc:sldMk cId="1607983298" sldId="433"/>
            <ac:spMk id="3" creationId="{FD8FFA0A-83F5-5D44-A126-E7056F248A2F}"/>
          </ac:spMkLst>
        </pc:spChg>
        <pc:picChg chg="add mod">
          <ac:chgData name="Zheng Fei" userId="d19317889db4c986" providerId="LiveId" clId="{912250BB-87A4-AF49-8FD3-38699A43942E}" dt="2022-05-14T09:29:56.298" v="340" actId="27614"/>
          <ac:picMkLst>
            <pc:docMk/>
            <pc:sldMk cId="1607983298" sldId="433"/>
            <ac:picMk id="5" creationId="{D761555F-C767-2FE9-9950-6A6377BB4C0C}"/>
          </ac:picMkLst>
        </pc:picChg>
      </pc:sldChg>
      <pc:sldChg chg="addSp delSp modSp new mod">
        <pc:chgData name="Zheng Fei" userId="d19317889db4c986" providerId="LiveId" clId="{912250BB-87A4-AF49-8FD3-38699A43942E}" dt="2022-05-14T09:30:06.375" v="344" actId="962"/>
        <pc:sldMkLst>
          <pc:docMk/>
          <pc:sldMk cId="961105554" sldId="434"/>
        </pc:sldMkLst>
        <pc:spChg chg="del">
          <ac:chgData name="Zheng Fei" userId="d19317889db4c986" providerId="LiveId" clId="{912250BB-87A4-AF49-8FD3-38699A43942E}" dt="2022-05-14T09:30:04.968" v="342"/>
          <ac:spMkLst>
            <pc:docMk/>
            <pc:sldMk cId="961105554" sldId="434"/>
            <ac:spMk id="3" creationId="{32AEED93-CD17-AA74-70D4-4FA9BDDC9678}"/>
          </ac:spMkLst>
        </pc:spChg>
        <pc:picChg chg="add mod">
          <ac:chgData name="Zheng Fei" userId="d19317889db4c986" providerId="LiveId" clId="{912250BB-87A4-AF49-8FD3-38699A43942E}" dt="2022-05-14T09:30:06.375" v="344" actId="962"/>
          <ac:picMkLst>
            <pc:docMk/>
            <pc:sldMk cId="961105554" sldId="434"/>
            <ac:picMk id="5" creationId="{A14E1233-5FB7-435E-98AF-6BA4E4160005}"/>
          </ac:picMkLst>
        </pc:picChg>
      </pc:sldChg>
      <pc:sldChg chg="modSp new mod">
        <pc:chgData name="Zheng Fei" userId="d19317889db4c986" providerId="LiveId" clId="{912250BB-87A4-AF49-8FD3-38699A43942E}" dt="2022-05-16T01:15:02.856" v="624" actId="20577"/>
        <pc:sldMkLst>
          <pc:docMk/>
          <pc:sldMk cId="3621321667" sldId="435"/>
        </pc:sldMkLst>
        <pc:spChg chg="mod">
          <ac:chgData name="Zheng Fei" userId="d19317889db4c986" providerId="LiveId" clId="{912250BB-87A4-AF49-8FD3-38699A43942E}" dt="2022-05-16T01:15:02.856" v="624" actId="20577"/>
          <ac:spMkLst>
            <pc:docMk/>
            <pc:sldMk cId="3621321667" sldId="435"/>
            <ac:spMk id="2" creationId="{A304DC53-C2BA-58A1-51EA-1CCDE46E9F45}"/>
          </ac:spMkLst>
        </pc:spChg>
        <pc:spChg chg="mod">
          <ac:chgData name="Zheng Fei" userId="d19317889db4c986" providerId="LiveId" clId="{912250BB-87A4-AF49-8FD3-38699A43942E}" dt="2022-05-16T01:14:57.291" v="621" actId="20577"/>
          <ac:spMkLst>
            <pc:docMk/>
            <pc:sldMk cId="3621321667" sldId="435"/>
            <ac:spMk id="3" creationId="{36822F84-3D88-3D38-BCAF-A134BD80DE53}"/>
          </ac:spMkLst>
        </pc:spChg>
      </pc:sldChg>
      <pc:sldChg chg="modSp add mod">
        <pc:chgData name="Zheng Fei" userId="d19317889db4c986" providerId="LiveId" clId="{912250BB-87A4-AF49-8FD3-38699A43942E}" dt="2022-05-16T01:15:29.244" v="640" actId="20577"/>
        <pc:sldMkLst>
          <pc:docMk/>
          <pc:sldMk cId="258570365" sldId="436"/>
        </pc:sldMkLst>
        <pc:spChg chg="mod">
          <ac:chgData name="Zheng Fei" userId="d19317889db4c986" providerId="LiveId" clId="{912250BB-87A4-AF49-8FD3-38699A43942E}" dt="2022-05-16T01:15:10.899" v="626" actId="20577"/>
          <ac:spMkLst>
            <pc:docMk/>
            <pc:sldMk cId="258570365" sldId="436"/>
            <ac:spMk id="2" creationId="{A304DC53-C2BA-58A1-51EA-1CCDE46E9F45}"/>
          </ac:spMkLst>
        </pc:spChg>
        <pc:spChg chg="mod">
          <ac:chgData name="Zheng Fei" userId="d19317889db4c986" providerId="LiveId" clId="{912250BB-87A4-AF49-8FD3-38699A43942E}" dt="2022-05-16T01:15:29.244" v="640" actId="20577"/>
          <ac:spMkLst>
            <pc:docMk/>
            <pc:sldMk cId="258570365" sldId="436"/>
            <ac:spMk id="3" creationId="{36822F84-3D88-3D38-BCAF-A134BD80DE53}"/>
          </ac:spMkLst>
        </pc:spChg>
      </pc:sldChg>
      <pc:sldChg chg="delSp new mod">
        <pc:chgData name="Zheng Fei" userId="d19317889db4c986" providerId="LiveId" clId="{912250BB-87A4-AF49-8FD3-38699A43942E}" dt="2022-05-16T01:16:39.670" v="648" actId="478"/>
        <pc:sldMkLst>
          <pc:docMk/>
          <pc:sldMk cId="985617391" sldId="437"/>
        </pc:sldMkLst>
        <pc:spChg chg="del">
          <ac:chgData name="Zheng Fei" userId="d19317889db4c986" providerId="LiveId" clId="{912250BB-87A4-AF49-8FD3-38699A43942E}" dt="2022-05-16T01:16:39.670" v="648" actId="478"/>
          <ac:spMkLst>
            <pc:docMk/>
            <pc:sldMk cId="985617391" sldId="437"/>
            <ac:spMk id="2" creationId="{1D0481BC-02B6-1B80-9600-0AE2CF82DFA9}"/>
          </ac:spMkLst>
        </pc:spChg>
        <pc:spChg chg="del">
          <ac:chgData name="Zheng Fei" userId="d19317889db4c986" providerId="LiveId" clId="{912250BB-87A4-AF49-8FD3-38699A43942E}" dt="2022-05-16T01:16:38.437" v="647" actId="478"/>
          <ac:spMkLst>
            <pc:docMk/>
            <pc:sldMk cId="985617391" sldId="437"/>
            <ac:spMk id="3" creationId="{2CCB3AE4-CAAE-DB62-459E-A80E1E9C96B1}"/>
          </ac:spMkLst>
        </pc:spChg>
      </pc:sldChg>
      <pc:sldChg chg="modSp new mod">
        <pc:chgData name="Zheng Fei" userId="d19317889db4c986" providerId="LiveId" clId="{912250BB-87A4-AF49-8FD3-38699A43942E}" dt="2022-05-16T01:18:45.791" v="695" actId="20577"/>
        <pc:sldMkLst>
          <pc:docMk/>
          <pc:sldMk cId="942802364" sldId="438"/>
        </pc:sldMkLst>
        <pc:spChg chg="mod">
          <ac:chgData name="Zheng Fei" userId="d19317889db4c986" providerId="LiveId" clId="{912250BB-87A4-AF49-8FD3-38699A43942E}" dt="2022-05-16T01:18:45.791" v="695" actId="20577"/>
          <ac:spMkLst>
            <pc:docMk/>
            <pc:sldMk cId="942802364" sldId="438"/>
            <ac:spMk id="3" creationId="{ED5AC458-0C11-69BC-15F3-6A5D37FB636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zhengfei\Desktop\&#24037;&#20316;&#31807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zhengfei\Desktop\&#24037;&#20316;&#31807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X</c:v>
          </c:tx>
          <c:spPr>
            <a:ln w="19050" cap="rnd" cmpd="sng" algn="ctr">
              <a:solidFill>
                <a:schemeClr val="accent1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Sheet1!$B$5:$B$10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B-EF40-9F58-B9C969E419E5}"/>
            </c:ext>
          </c:extLst>
        </c:ser>
        <c:ser>
          <c:idx val="1"/>
          <c:order val="1"/>
          <c:tx>
            <c:v>Y</c:v>
          </c:tx>
          <c:spPr>
            <a:ln w="19050" cap="rnd" cmpd="sng" algn="ctr">
              <a:solidFill>
                <a:schemeClr val="accent2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Sheet1!$C$5:$C$10</c:f>
              <c:numCache>
                <c:formatCode>General</c:formatCode>
                <c:ptCount val="6"/>
                <c:pt idx="0">
                  <c:v>-10</c:v>
                </c:pt>
                <c:pt idx="1">
                  <c:v>-20</c:v>
                </c:pt>
                <c:pt idx="2">
                  <c:v>-10</c:v>
                </c:pt>
                <c:pt idx="3">
                  <c:v>-20</c:v>
                </c:pt>
                <c:pt idx="4">
                  <c:v>-10</c:v>
                </c:pt>
                <c:pt idx="5">
                  <c:v>-20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B-EF40-9F58-B9C969E419E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44795119"/>
        <c:axId val="444878831"/>
      </c:lineChart>
      <c:catAx>
        <c:axId val="444795119"/>
        <c:scaling>
          <c:orientation val="minMax"/>
        </c:scaling>
        <c:delete val="1"/>
        <c:axPos val="b"/>
        <c:majorTickMark val="none"/>
        <c:minorTickMark val="none"/>
        <c:tickLblPos val="nextTo"/>
        <c:crossAx val="444878831"/>
        <c:crosses val="autoZero"/>
        <c:auto val="1"/>
        <c:lblAlgn val="ctr"/>
        <c:lblOffset val="100"/>
        <c:noMultiLvlLbl val="0"/>
      </c:catAx>
      <c:valAx>
        <c:axId val="4448788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4795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X*</c:v>
          </c:tx>
          <c:spPr>
            <a:ln w="19050" cap="rnd" cmpd="sng" algn="ctr">
              <a:solidFill>
                <a:schemeClr val="accent1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Sheet1!$F$5:$F$10</c:f>
              <c:numCache>
                <c:formatCode>General</c:formatCode>
                <c:ptCount val="6"/>
                <c:pt idx="0">
                  <c:v>-1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  <c:pt idx="4">
                  <c:v>-1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D1-4448-BCB2-47E69CF636B7}"/>
            </c:ext>
          </c:extLst>
        </c:ser>
        <c:ser>
          <c:idx val="1"/>
          <c:order val="1"/>
          <c:tx>
            <c:v>Y*</c:v>
          </c:tx>
          <c:spPr>
            <a:ln w="19050" cap="rnd" cmpd="sng" algn="ctr">
              <a:solidFill>
                <a:schemeClr val="accent2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Sheet1!$I$5:$I$10</c:f>
              <c:numCache>
                <c:formatCode>General</c:formatCode>
                <c:ptCount val="6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  <c:pt idx="4">
                  <c:v>1</c:v>
                </c:pt>
                <c:pt idx="5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D1-4448-BCB2-47E69CF636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44795119"/>
        <c:axId val="444878831"/>
      </c:lineChart>
      <c:catAx>
        <c:axId val="444795119"/>
        <c:scaling>
          <c:orientation val="minMax"/>
        </c:scaling>
        <c:delete val="1"/>
        <c:axPos val="b"/>
        <c:majorTickMark val="none"/>
        <c:minorTickMark val="none"/>
        <c:tickLblPos val="nextTo"/>
        <c:crossAx val="444878831"/>
        <c:crosses val="autoZero"/>
        <c:auto val="1"/>
        <c:lblAlgn val="ctr"/>
        <c:lblOffset val="100"/>
        <c:noMultiLvlLbl val="0"/>
      </c:catAx>
      <c:valAx>
        <c:axId val="4448788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4795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096F980A-00C2-D647-AF6A-753063ACD8CF}" type="datetimeFigureOut">
              <a:rPr kumimoji="1" lang="zh-CN" altLang="en-US" smtClean="0"/>
              <a:pPr/>
              <a:t>2023/04/13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AC089BE7-7F23-CB4A-B0A6-B2AD046BA55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348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89BE7-7F23-CB4A-B0A6-B2AD046BA553}" type="slidenum">
              <a:rPr kumimoji="1" lang="zh-CN" altLang="en-US" smtClean="0"/>
              <a:pPr/>
              <a:t>23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516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89BE7-7F23-CB4A-B0A6-B2AD046BA553}" type="slidenum">
              <a:rPr kumimoji="1" lang="zh-CN" altLang="en-US" smtClean="0"/>
              <a:pPr/>
              <a:t>42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71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54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07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818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631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849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977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546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63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401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722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120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9628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D3616-C5A3-B141-A60D-6A01C7293F79}" type="datetimeFigureOut">
              <a:rPr kumimoji="1" lang="zh-CN" altLang="en-US" smtClean="0"/>
              <a:t>2023/04/13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290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image" Target="../media/image46.sv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12" Type="http://schemas.openxmlformats.org/officeDocument/2006/relationships/image" Target="../media/image45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11" Type="http://schemas.openxmlformats.org/officeDocument/2006/relationships/image" Target="../media/image48.png"/><Relationship Id="rId5" Type="http://schemas.openxmlformats.org/officeDocument/2006/relationships/image" Target="../media/image310.png"/><Relationship Id="rId10" Type="http://schemas.openxmlformats.org/officeDocument/2006/relationships/image" Target="../media/image470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image" Target="../media/image500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12" Type="http://schemas.openxmlformats.org/officeDocument/2006/relationships/image" Target="../media/image490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11" Type="http://schemas.openxmlformats.org/officeDocument/2006/relationships/image" Target="../media/image48.png"/><Relationship Id="rId5" Type="http://schemas.openxmlformats.org/officeDocument/2006/relationships/image" Target="../media/image310.png"/><Relationship Id="rId10" Type="http://schemas.openxmlformats.org/officeDocument/2006/relationships/image" Target="../media/image470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90.png"/><Relationship Id="rId7" Type="http://schemas.openxmlformats.org/officeDocument/2006/relationships/image" Target="../media/image6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3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5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6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3209585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4.2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KaiTi" panose="02010609060101010101" pitchFamily="49" charset="-122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832295"/>
            <a:ext cx="6481762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4.4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020940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4.3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2387092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4.1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KaiTi" panose="02010609060101010101" pitchFamily="49" charset="-122"/>
              </a:rPr>
              <a:t>数学期望</a:t>
            </a:r>
          </a:p>
        </p:txBody>
      </p:sp>
      <p:sp>
        <p:nvSpPr>
          <p:cNvPr id="3" name="Text Box 2">
            <a:hlinkClick r:id="rId4" action="ppaction://hlinksldjump" tooltip="点击进入"/>
            <a:extLst>
              <a:ext uri="{FF2B5EF4-FFF2-40B4-BE49-F238E27FC236}">
                <a16:creationId xmlns:a16="http://schemas.microsoft.com/office/drawing/2014/main" id="{7B477353-956D-3CC6-C42C-49F72AAA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2" y="679109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360B5C-F593-CA9D-6B0B-AC1B546BC537}"/>
              </a:ext>
            </a:extLst>
          </p:cNvPr>
          <p:cNvSpPr txBox="1"/>
          <p:nvPr/>
        </p:nvSpPr>
        <p:spPr>
          <a:xfrm>
            <a:off x="1786622" y="3167390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TXinwei" panose="02010800040101010101" pitchFamily="2" charset="-122"/>
                <a:ea typeface="STXinwei" panose="02010800040101010101" pitchFamily="2" charset="-122"/>
              </a:rPr>
              <a:t>描述随机变量某一方面特征的常数</a:t>
            </a:r>
          </a:p>
        </p:txBody>
      </p:sp>
      <p:sp>
        <p:nvSpPr>
          <p:cNvPr id="3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2" y="679109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</p:spTree>
    <p:extLst>
      <p:ext uri="{BB962C8B-B14F-4D97-AF65-F5344CB8AC3E}">
        <p14:creationId xmlns:p14="http://schemas.microsoft.com/office/powerpoint/2010/main" val="39886295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670A5C70-F74C-954E-8EDC-9880898B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375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 差 的 引 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Text Box 3">
                <a:extLst>
                  <a:ext uri="{FF2B5EF4-FFF2-40B4-BE49-F238E27FC236}">
                    <a16:creationId xmlns:a16="http://schemas.microsoft.com/office/drawing/2014/main" id="{60DE3882-6960-6A42-8289-DDCC91FB78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5963" y="2405747"/>
                <a:ext cx="266382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600" b="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kumimoji="1" lang="en-US" altLang="zh-CN" sz="26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)=5  </m:t>
                      </m:r>
                    </m:oMath>
                  </m:oMathPara>
                </a14:m>
                <a:endParaRPr kumimoji="1" lang="en-US" altLang="zh-CN" sz="26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Text Box 3">
                <a:extLst>
                  <a:ext uri="{FF2B5EF4-FFF2-40B4-BE49-F238E27FC236}">
                    <a16:creationId xmlns:a16="http://schemas.microsoft.com/office/drawing/2014/main" id="{60DE3882-6960-6A42-8289-DDCC91FB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5963" y="2405747"/>
                <a:ext cx="2663825" cy="492443"/>
              </a:xfrm>
              <a:prstGeom prst="rect">
                <a:avLst/>
              </a:prstGeom>
              <a:blipFill>
                <a:blip r:embed="rId2"/>
                <a:stretch>
                  <a:fillRect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49" name="Group 5">
            <a:extLst>
              <a:ext uri="{FF2B5EF4-FFF2-40B4-BE49-F238E27FC236}">
                <a16:creationId xmlns:a16="http://schemas.microsoft.com/office/drawing/2014/main" id="{76437C65-84B0-D041-93A3-4E8B7F3C7B8E}"/>
              </a:ext>
            </a:extLst>
          </p:cNvPr>
          <p:cNvGrpSpPr>
            <a:grpSpLocks/>
          </p:cNvGrpSpPr>
          <p:nvPr/>
        </p:nvGrpSpPr>
        <p:grpSpPr bwMode="auto">
          <a:xfrm>
            <a:off x="504825" y="3556685"/>
            <a:ext cx="5003800" cy="1439862"/>
            <a:chOff x="227" y="2520"/>
            <a:chExt cx="3152" cy="907"/>
          </a:xfrm>
        </p:grpSpPr>
        <p:sp>
          <p:nvSpPr>
            <p:cNvPr id="5134" name="Line 6">
              <a:extLst>
                <a:ext uri="{FF2B5EF4-FFF2-40B4-BE49-F238E27FC236}">
                  <a16:creationId xmlns:a16="http://schemas.microsoft.com/office/drawing/2014/main" id="{D3FC12E1-3B54-CC42-9722-0020F8D7D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3001"/>
              <a:ext cx="299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35" name="Line 7">
              <a:extLst>
                <a:ext uri="{FF2B5EF4-FFF2-40B4-BE49-F238E27FC236}">
                  <a16:creationId xmlns:a16="http://schemas.microsoft.com/office/drawing/2014/main" id="{782F205B-86AA-B841-9A4C-50B676D7E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520"/>
              <a:ext cx="0" cy="90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6" name="Text Box 8">
                  <a:extLst>
                    <a:ext uri="{FF2B5EF4-FFF2-40B4-BE49-F238E27FC236}">
                      <a16:creationId xmlns:a16="http://schemas.microsoft.com/office/drawing/2014/main" id="{6885E6EE-DE7D-7B4C-AFFA-09298B30F9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" y="2611"/>
                  <a:ext cx="363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dirty="0" smtClean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kumimoji="1" lang="en-US" altLang="zh-CN" sz="2000" b="0" i="1" baseline="-25000" dirty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zh-CN" sz="20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36" name="Text Box 8">
                  <a:extLst>
                    <a:ext uri="{FF2B5EF4-FFF2-40B4-BE49-F238E27FC236}">
                      <a16:creationId xmlns:a16="http://schemas.microsoft.com/office/drawing/2014/main" id="{6885E6EE-DE7D-7B4C-AFFA-09298B30F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5" y="2611"/>
                  <a:ext cx="363" cy="25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38" name="Text Box 10">
              <a:extLst>
                <a:ext uri="{FF2B5EF4-FFF2-40B4-BE49-F238E27FC236}">
                  <a16:creationId xmlns:a16="http://schemas.microsoft.com/office/drawing/2014/main" id="{3AD9F756-D745-6742-BD30-2DB09C61B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611"/>
              <a:ext cx="249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2      3       5      7       8</a:t>
              </a:r>
            </a:p>
          </p:txBody>
        </p:sp>
        <p:sp>
          <p:nvSpPr>
            <p:cNvPr id="5139" name="Text Box 11">
              <a:extLst>
                <a:ext uri="{FF2B5EF4-FFF2-40B4-BE49-F238E27FC236}">
                  <a16:creationId xmlns:a16="http://schemas.microsoft.com/office/drawing/2014/main" id="{C91CC13E-2078-A747-B411-DAD21FD9C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064"/>
              <a:ext cx="25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1/8   1/8    1/2    1/8    1/8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56" name="Text Box 12">
                <a:extLst>
                  <a:ext uri="{FF2B5EF4-FFF2-40B4-BE49-F238E27FC236}">
                    <a16:creationId xmlns:a16="http://schemas.microsoft.com/office/drawing/2014/main" id="{ED4FB34D-AE19-CF48-AB49-C7E1B8421E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8988" y="4132947"/>
                <a:ext cx="266382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600" b="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kumimoji="1" lang="en-US" altLang="zh-CN" sz="26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)=5  </m:t>
                      </m:r>
                    </m:oMath>
                  </m:oMathPara>
                </a14:m>
                <a:endParaRPr kumimoji="1" lang="en-US" altLang="zh-CN" sz="26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56" name="Text Box 12">
                <a:extLst>
                  <a:ext uri="{FF2B5EF4-FFF2-40B4-BE49-F238E27FC236}">
                    <a16:creationId xmlns:a16="http://schemas.microsoft.com/office/drawing/2014/main" id="{ED4FB34D-AE19-CF48-AB49-C7E1B8421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8988" y="4132947"/>
                <a:ext cx="2663825" cy="492443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58" name="Group 14">
            <a:extLst>
              <a:ext uri="{FF2B5EF4-FFF2-40B4-BE49-F238E27FC236}">
                <a16:creationId xmlns:a16="http://schemas.microsoft.com/office/drawing/2014/main" id="{E69BD2FE-15DC-364D-886F-EB7C9D5F800F}"/>
              </a:ext>
            </a:extLst>
          </p:cNvPr>
          <p:cNvGrpSpPr>
            <a:grpSpLocks/>
          </p:cNvGrpSpPr>
          <p:nvPr/>
        </p:nvGrpSpPr>
        <p:grpSpPr bwMode="auto">
          <a:xfrm>
            <a:off x="514350" y="2116821"/>
            <a:ext cx="3481388" cy="1295400"/>
            <a:chOff x="233" y="1341"/>
            <a:chExt cx="2193" cy="816"/>
          </a:xfrm>
        </p:grpSpPr>
        <p:sp>
          <p:nvSpPr>
            <p:cNvPr id="5128" name="Line 15">
              <a:extLst>
                <a:ext uri="{FF2B5EF4-FFF2-40B4-BE49-F238E27FC236}">
                  <a16:creationId xmlns:a16="http://schemas.microsoft.com/office/drawing/2014/main" id="{D1E499C1-EF9D-DD47-959D-03CC13EB5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386"/>
              <a:ext cx="0" cy="77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9" name="Text Box 16">
                  <a:extLst>
                    <a:ext uri="{FF2B5EF4-FFF2-40B4-BE49-F238E27FC236}">
                      <a16:creationId xmlns:a16="http://schemas.microsoft.com/office/drawing/2014/main" id="{A869454C-2C0E-4744-A12A-0F1FE3799C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" y="1341"/>
                  <a:ext cx="453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dirty="0" smtClean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kumimoji="1" lang="en-US" altLang="zh-CN" sz="2000" b="0" i="1" baseline="-25000" dirty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en-US" altLang="zh-CN" sz="20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29" name="Text Box 16">
                  <a:extLst>
                    <a:ext uri="{FF2B5EF4-FFF2-40B4-BE49-F238E27FC236}">
                      <a16:creationId xmlns:a16="http://schemas.microsoft.com/office/drawing/2014/main" id="{A869454C-2C0E-4744-A12A-0F1FE3799C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5" y="1341"/>
                  <a:ext cx="453" cy="2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0" name="Text Box 17">
                  <a:extLst>
                    <a:ext uri="{FF2B5EF4-FFF2-40B4-BE49-F238E27FC236}">
                      <a16:creationId xmlns:a16="http://schemas.microsoft.com/office/drawing/2014/main" id="{F3946031-7723-714F-889B-F11A91704B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" y="1800"/>
                  <a:ext cx="54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dirty="0" smtClean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kumimoji="1" lang="en-US" altLang="zh-CN" sz="2000" b="0" i="1" baseline="-25000" dirty="0" smtClean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𝑘</m:t>
                        </m:r>
                      </m:oMath>
                    </m:oMathPara>
                  </a14:m>
                  <a:endParaRPr kumimoji="1" lang="en-US" altLang="zh-CN" sz="20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30" name="Text Box 17">
                  <a:extLst>
                    <a:ext uri="{FF2B5EF4-FFF2-40B4-BE49-F238E27FC236}">
                      <a16:creationId xmlns:a16="http://schemas.microsoft.com/office/drawing/2014/main" id="{F3946031-7723-714F-889B-F11A91704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" y="1800"/>
                  <a:ext cx="545" cy="25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31" name="Line 18">
              <a:extLst>
                <a:ext uri="{FF2B5EF4-FFF2-40B4-BE49-F238E27FC236}">
                  <a16:creationId xmlns:a16="http://schemas.microsoft.com/office/drawing/2014/main" id="{36889CD9-5272-174F-BF9F-76D7E5438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" y="1749"/>
              <a:ext cx="217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32" name="Text Box 19">
              <a:extLst>
                <a:ext uri="{FF2B5EF4-FFF2-40B4-BE49-F238E27FC236}">
                  <a16:creationId xmlns:a16="http://schemas.microsoft.com/office/drawing/2014/main" id="{E711DD3A-EC7D-0548-8090-8498CF3ED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341"/>
              <a:ext cx="14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4     5      6</a:t>
              </a:r>
            </a:p>
          </p:txBody>
        </p:sp>
        <p:sp>
          <p:nvSpPr>
            <p:cNvPr id="5133" name="Text Box 20">
              <a:extLst>
                <a:ext uri="{FF2B5EF4-FFF2-40B4-BE49-F238E27FC236}">
                  <a16:creationId xmlns:a16="http://schemas.microsoft.com/office/drawing/2014/main" id="{084392B4-7EAA-B041-BB46-6168B0A5F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1795"/>
              <a:ext cx="15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1/4   1/2   1/4</a:t>
              </a:r>
            </a:p>
          </p:txBody>
        </p:sp>
      </p:grpSp>
      <p:sp>
        <p:nvSpPr>
          <p:cNvPr id="6166" name="Rectangle 22">
            <a:extLst>
              <a:ext uri="{FF2B5EF4-FFF2-40B4-BE49-F238E27FC236}">
                <a16:creationId xmlns:a16="http://schemas.microsoft.com/office/drawing/2014/main" id="{425C6BB4-57A2-3F43-B125-8BD7A1F76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1324660"/>
            <a:ext cx="710322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设有两种球形产品，其直径的取值规律如下：   </a:t>
            </a:r>
          </a:p>
        </p:txBody>
      </p:sp>
      <p:sp>
        <p:nvSpPr>
          <p:cNvPr id="6167" name="Rectangle 23">
            <a:extLst>
              <a:ext uri="{FF2B5EF4-FFF2-40B4-BE49-F238E27FC236}">
                <a16:creationId xmlns:a16="http://schemas.microsoft.com/office/drawing/2014/main" id="{BD34B6A3-0E4C-7445-84EA-3D105F3C5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5277535"/>
            <a:ext cx="8020144" cy="1016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两种产品的直径均值是相同的，但产品</a:t>
            </a:r>
            <a:r>
              <a:rPr lang="en-US" altLang="zh-CN" sz="26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6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偏差</a:t>
            </a:r>
            <a:r>
              <a:rPr lang="zh-CN" altLang="en-US" sz="26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大，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如果需要使用直径为</a:t>
            </a:r>
            <a:r>
              <a:rPr lang="en-US" altLang="zh-CN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的产品，则产品</a:t>
            </a:r>
            <a:r>
              <a:rPr lang="en-US" altLang="zh-CN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较产品</a:t>
            </a:r>
            <a:r>
              <a:rPr lang="en-US" altLang="zh-CN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600" b="0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理想。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7">
                <a:extLst>
                  <a:ext uri="{FF2B5EF4-FFF2-40B4-BE49-F238E27FC236}">
                    <a16:creationId xmlns:a16="http://schemas.microsoft.com/office/drawing/2014/main" id="{69C448D0-9C03-9D16-1F45-50DE883E6C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312" y="4420285"/>
                <a:ext cx="865188" cy="4000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kumimoji="1" lang="en-US" altLang="zh-CN" sz="2000" b="0" i="1" baseline="-25000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kumimoji="1" lang="en-US" altLang="zh-CN" sz="2000" b="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 Box 17">
                <a:extLst>
                  <a:ext uri="{FF2B5EF4-FFF2-40B4-BE49-F238E27FC236}">
                    <a16:creationId xmlns:a16="http://schemas.microsoft.com/office/drawing/2014/main" id="{69C448D0-9C03-9D16-1F45-50DE883E6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2" y="4420285"/>
                <a:ext cx="865188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B955F8AB-58DB-9C66-D3AF-DCD4AD71639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56" grpId="0"/>
      <p:bldP spid="61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670A5C70-F74C-954E-8EDC-9880898B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375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 差 的 引 入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1C9462BE-6380-031D-6176-E6C78E8ED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77" y="2354882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B15EE132-3894-BF78-3238-54C066021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9977" y="2278682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732324DD-B528-CFEC-700C-BFC92288D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3877" y="2354882"/>
            <a:ext cx="720725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 dirty="0"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id="{675B5870-C6EA-36FC-9E0E-CD5C20F05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177" y="2399332"/>
                <a:ext cx="434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  0         </a:t>
                </a:r>
                <a:r>
                  <a:rPr kumimoji="1" lang="zh-CN" altLang="en-US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              </a:t>
                </a:r>
                <a:r>
                  <a:rPr kumimoji="1" lang="en-US" altLang="zh-CN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 5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       7</m:t>
                    </m:r>
                  </m:oMath>
                </a14:m>
                <a:endParaRPr kumimoji="1" lang="en-US" altLang="zh-CN" sz="2400" b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id="{675B5870-C6EA-36FC-9E0E-CD5C20F05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5177" y="2399332"/>
                <a:ext cx="4343400" cy="457200"/>
              </a:xfrm>
              <a:prstGeom prst="rect">
                <a:avLst/>
              </a:prstGeom>
              <a:blipFill>
                <a:blip r:embed="rId2"/>
                <a:stretch>
                  <a:fillRect t="-13514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0">
                <a:extLst>
                  <a:ext uri="{FF2B5EF4-FFF2-40B4-BE49-F238E27FC236}">
                    <a16:creationId xmlns:a16="http://schemas.microsoft.com/office/drawing/2014/main" id="{E5173E18-E2BA-03B0-A004-30A63B752D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7177" y="243108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en-US" altLang="zh-CN" sz="2400" b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10">
                <a:extLst>
                  <a:ext uri="{FF2B5EF4-FFF2-40B4-BE49-F238E27FC236}">
                    <a16:creationId xmlns:a16="http://schemas.microsoft.com/office/drawing/2014/main" id="{E5173E18-E2BA-03B0-A004-30A63B752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7177" y="2431082"/>
                <a:ext cx="5334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4">
            <a:extLst>
              <a:ext uri="{FF2B5EF4-FFF2-40B4-BE49-F238E27FC236}">
                <a16:creationId xmlns:a16="http://schemas.microsoft.com/office/drawing/2014/main" id="{E8BC426F-9F2A-7E12-E8EE-7F85F67C5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77" y="3962794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p:sp>
        <p:nvSpPr>
          <p:cNvPr id="16" name="Line 5">
            <a:extLst>
              <a:ext uri="{FF2B5EF4-FFF2-40B4-BE49-F238E27FC236}">
                <a16:creationId xmlns:a16="http://schemas.microsoft.com/office/drawing/2014/main" id="{6F7DB766-E2CE-E4A6-FF80-7F2331156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9977" y="3886594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1EAD3CD7-3099-8F02-44E7-C3FD6CBCE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308" y="3962794"/>
            <a:ext cx="14398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 dirty="0"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9">
                <a:extLst>
                  <a:ext uri="{FF2B5EF4-FFF2-40B4-BE49-F238E27FC236}">
                    <a16:creationId xmlns:a16="http://schemas.microsoft.com/office/drawing/2014/main" id="{0994148D-4232-CD0F-80A0-55B435F97E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177" y="4010294"/>
                <a:ext cx="434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  0          </a:t>
                </a:r>
                <a:r>
                  <a:rPr kumimoji="1" lang="zh-CN" altLang="en-US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          </a:t>
                </a:r>
                <a:r>
                  <a:rPr kumimoji="1" lang="en-US" altLang="zh-CN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4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                 8</m:t>
                    </m:r>
                  </m:oMath>
                </a14:m>
                <a:endParaRPr kumimoji="1" lang="en-US" altLang="zh-CN" sz="2400" b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Text Box 9">
                <a:extLst>
                  <a:ext uri="{FF2B5EF4-FFF2-40B4-BE49-F238E27FC236}">
                    <a16:creationId xmlns:a16="http://schemas.microsoft.com/office/drawing/2014/main" id="{0994148D-4232-CD0F-80A0-55B435F97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5177" y="4010294"/>
                <a:ext cx="4343400" cy="457200"/>
              </a:xfrm>
              <a:prstGeom prst="rect">
                <a:avLst/>
              </a:prstGeom>
              <a:blipFill>
                <a:blip r:embed="rId4"/>
                <a:stretch>
                  <a:fillRect t="-8108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0">
                <a:extLst>
                  <a:ext uri="{FF2B5EF4-FFF2-40B4-BE49-F238E27FC236}">
                    <a16:creationId xmlns:a16="http://schemas.microsoft.com/office/drawing/2014/main" id="{0A94FD98-1AA6-93F3-5ED5-07CD9D2480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7177" y="403899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en-US" altLang="zh-CN" sz="2400" b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Text Box 10">
                <a:extLst>
                  <a:ext uri="{FF2B5EF4-FFF2-40B4-BE49-F238E27FC236}">
                    <a16:creationId xmlns:a16="http://schemas.microsoft.com/office/drawing/2014/main" id="{0A94FD98-1AA6-93F3-5ED5-07CD9D248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7177" y="4038994"/>
                <a:ext cx="5334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4">
            <a:extLst>
              <a:ext uri="{FF2B5EF4-FFF2-40B4-BE49-F238E27FC236}">
                <a16:creationId xmlns:a16="http://schemas.microsoft.com/office/drawing/2014/main" id="{16794612-4191-832B-B4BA-762314E4B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77" y="5508355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E09E6AEA-1E79-F66E-DF9B-3C028BB44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9977" y="5432155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B1E39E06-ACEC-34B3-6162-9CE6E73D2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4377" y="5508355"/>
            <a:ext cx="2879725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9">
                <a:extLst>
                  <a:ext uri="{FF2B5EF4-FFF2-40B4-BE49-F238E27FC236}">
                    <a16:creationId xmlns:a16="http://schemas.microsoft.com/office/drawing/2014/main" id="{165BB31C-AFFF-08E1-EE8B-467976023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177" y="5563918"/>
                <a:ext cx="4572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0" dirty="0">
                    <a:latin typeface="Times New Roman" panose="02020603050405020304" pitchFamily="18" charset="0"/>
                    <a:ea typeface="KaiTi" panose="02010609060101010101" pitchFamily="49" charset="-122"/>
                  </a:rPr>
                  <a:t>  0         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2            </m:t>
                    </m:r>
                    <m:r>
                      <a:rPr kumimoji="1" lang="zh-CN" altLang="en-US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      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                   10</m:t>
                    </m:r>
                  </m:oMath>
                </a14:m>
                <a:endParaRPr kumimoji="1" lang="en-US" altLang="zh-CN" sz="2400" b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Text Box 9">
                <a:extLst>
                  <a:ext uri="{FF2B5EF4-FFF2-40B4-BE49-F238E27FC236}">
                    <a16:creationId xmlns:a16="http://schemas.microsoft.com/office/drawing/2014/main" id="{165BB31C-AFFF-08E1-EE8B-467976023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5177" y="5563918"/>
                <a:ext cx="4572000" cy="461665"/>
              </a:xfrm>
              <a:prstGeom prst="rect">
                <a:avLst/>
              </a:prstGeom>
              <a:blipFill>
                <a:blip r:embed="rId6"/>
                <a:stretch>
                  <a:fillRect t="-10811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0">
                <a:extLst>
                  <a:ext uri="{FF2B5EF4-FFF2-40B4-BE49-F238E27FC236}">
                    <a16:creationId xmlns:a16="http://schemas.microsoft.com/office/drawing/2014/main" id="{92F26F8A-B986-63DB-2A5A-0E799C13B3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7177" y="5584555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en-US" altLang="zh-CN" sz="2400" b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Text Box 10">
                <a:extLst>
                  <a:ext uri="{FF2B5EF4-FFF2-40B4-BE49-F238E27FC236}">
                    <a16:creationId xmlns:a16="http://schemas.microsoft.com/office/drawing/2014/main" id="{92F26F8A-B986-63DB-2A5A-0E799C13B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7177" y="5584555"/>
                <a:ext cx="5334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1536F6C-37DE-AC84-A61A-CC5BCC286CD5}"/>
                  </a:ext>
                </a:extLst>
              </p:cNvPr>
              <p:cNvSpPr txBox="1"/>
              <p:nvPr/>
            </p:nvSpPr>
            <p:spPr>
              <a:xfrm>
                <a:off x="4786132" y="2121000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kumimoji="1" lang="en-US" altLang="zh-CN" sz="24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kumimoji="1" lang="en-US" altLang="zh-CN" sz="24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kumimoji="1"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1536F6C-37DE-AC84-A61A-CC5BCC286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132" y="2121000"/>
                <a:ext cx="4572000" cy="461665"/>
              </a:xfrm>
              <a:prstGeom prst="rect">
                <a:avLst/>
              </a:prstGeom>
              <a:blipFill>
                <a:blip r:embed="rId8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49C37A3-3640-2B90-DCE7-E1C94E21376A}"/>
                  </a:ext>
                </a:extLst>
              </p:cNvPr>
              <p:cNvSpPr txBox="1"/>
              <p:nvPr/>
            </p:nvSpPr>
            <p:spPr>
              <a:xfrm>
                <a:off x="4740194" y="3723899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kumimoji="1" lang="en-US" altLang="zh-CN" sz="24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kumimoji="1" lang="en-US" altLang="zh-CN" sz="24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kumimoji="1"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49C37A3-3640-2B90-DCE7-E1C94E213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194" y="3723899"/>
                <a:ext cx="4572000" cy="461665"/>
              </a:xfrm>
              <a:prstGeom prst="rect">
                <a:avLst/>
              </a:prstGeom>
              <a:blipFill>
                <a:blip r:embed="rId9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5EB1C3C-DD7C-4526-8A72-CF9C377CFB33}"/>
                  </a:ext>
                </a:extLst>
              </p:cNvPr>
              <p:cNvSpPr txBox="1"/>
              <p:nvPr/>
            </p:nvSpPr>
            <p:spPr>
              <a:xfrm>
                <a:off x="4721265" y="5291826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kumimoji="1" lang="en-US" altLang="zh-CN" sz="24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kumimoji="1" lang="en-US" altLang="zh-CN" sz="24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kumimoji="1"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5EB1C3C-DD7C-4526-8A72-CF9C377CF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265" y="5291826"/>
                <a:ext cx="4572000" cy="461665"/>
              </a:xfrm>
              <a:prstGeom prst="rect">
                <a:avLst/>
              </a:prstGeom>
              <a:blipFill>
                <a:blip r:embed="rId10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8C68516E-997C-0DC8-D43F-11BF4AB8681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7385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B2B0D585-2DFB-3D83-BE2B-04B22272B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777893"/>
              </p:ext>
            </p:extLst>
          </p:nvPr>
        </p:nvGraphicFramePr>
        <p:xfrm>
          <a:off x="1926303" y="1886673"/>
          <a:ext cx="5291393" cy="3553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MP 图象" r:id="rId3" imgW="2114550" imgH="1492250" progId="Paint.Picture">
                  <p:embed/>
                </p:oleObj>
              </mc:Choice>
              <mc:Fallback>
                <p:oleObj name="BMP 图象" r:id="rId3" imgW="2114550" imgH="1492250" progId="Paint.Picture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B2B0D585-2DFB-3D83-BE2B-04B22272B3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303" y="1886673"/>
                        <a:ext cx="5291393" cy="3553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>
            <a:extLst>
              <a:ext uri="{FF2B5EF4-FFF2-40B4-BE49-F238E27FC236}">
                <a16:creationId xmlns:a16="http://schemas.microsoft.com/office/drawing/2014/main" id="{B7637A66-620A-DB98-D1E7-93E9B9F26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375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 差 的 引 入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F5B796C3-1F7F-716C-8560-2A4E11F28F00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45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39C1D9-B944-95B2-D337-6672873EE3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0629" y="1069352"/>
                <a:ext cx="8781142" cy="426737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有一批灯泡，知其平均寿命是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𝟏𝟎𝟎𝟎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𝒉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仅由这一指标我们还不能判定这批灯泡的质量好坏</a:t>
                </a: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其中绝大部分灯泡的寿命都在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950~1050h: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其中约有一半是高质量的，寿命大约有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1300h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，另一半却是质量很差的，寿命大约只有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700h.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还需考察灯泡寿命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与其均值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𝟏𝟎𝟎𝟎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𝒉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的偏离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程度。</a:t>
                </a: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若偏离程度较小，则表示质量比较稳定，从这个意义上来说，我们认为质量较好。</a:t>
                </a:r>
                <a:endParaRPr lang="en-US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39C1D9-B944-95B2-D337-6672873EE3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0629" y="1069352"/>
                <a:ext cx="8781142" cy="4267370"/>
              </a:xfrm>
              <a:blipFill>
                <a:blip r:embed="rId2"/>
                <a:stretch>
                  <a:fillRect l="-1156" t="-297" r="-723" b="-35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id="{45F61D67-8106-33D7-D01E-5B260B63A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375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 差 的 引 入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B367394-DDFB-11FD-1508-C05C0BBA5BD3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51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8072B7D-D2DB-E144-B306-14AD82D74031}"/>
                  </a:ext>
                </a:extLst>
              </p:cNvPr>
              <p:cNvSpPr txBox="1"/>
              <p:nvPr/>
            </p:nvSpPr>
            <p:spPr>
              <a:xfrm>
                <a:off x="1499872" y="1809321"/>
                <a:ext cx="510588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如何衡量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kumimoji="1" lang="zh-CN" altLang="en-US" sz="2600" b="1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与均值的偏离程度呢？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8072B7D-D2DB-E144-B306-14AD82D74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872" y="1809321"/>
                <a:ext cx="5105885" cy="492443"/>
              </a:xfrm>
              <a:prstGeom prst="rect">
                <a:avLst/>
              </a:prstGeom>
              <a:blipFill>
                <a:blip r:embed="rId2"/>
                <a:stretch>
                  <a:fillRect l="-2233" t="-12500" r="-993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11B57577-C069-BDC4-C70D-E863ABBF0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587" y="2959220"/>
            <a:ext cx="6568922" cy="2353925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E3087533-5AC1-F362-2C6A-737F955F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375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 差 的 引 入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5F63800-0B88-3D59-80F4-856C1EB57C45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74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2B4430-D268-5F24-B677-28A080E32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146" y="1546155"/>
                <a:ext cx="8433707" cy="412893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定义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设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是随机变量，若</a:t>
                </a:r>
                <a14:m>
                  <m:oMath xmlns:m="http://schemas.openxmlformats.org/officeDocument/2006/math"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600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600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60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存在，则称它为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的方差，记为</a:t>
                </a: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𝑉𝑎𝑟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，即</a:t>
                </a:r>
                <a:endParaRPr lang="en-US" altLang="zh-CN" sz="26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𝑎𝑟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引入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60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60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60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记为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称为标准差或均方差。</a:t>
                </a: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2B4430-D268-5F24-B677-28A080E32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146" y="1546155"/>
                <a:ext cx="8433707" cy="4128932"/>
              </a:xfrm>
              <a:blipFill>
                <a:blip r:embed="rId2"/>
                <a:stretch>
                  <a:fillRect l="-1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2">
            <a:extLst>
              <a:ext uri="{FF2B5EF4-FFF2-40B4-BE49-F238E27FC236}">
                <a16:creationId xmlns:a16="http://schemas.microsoft.com/office/drawing/2014/main" id="{279AABF2-EB26-53F5-D154-DD4604EB2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375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方差的定义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A8A966-34CF-784D-279A-6B7EC18FA8C9}"/>
              </a:ext>
            </a:extLst>
          </p:cNvPr>
          <p:cNvSpPr txBox="1"/>
          <p:nvPr/>
        </p:nvSpPr>
        <p:spPr>
          <a:xfrm>
            <a:off x="3289051" y="6019800"/>
            <a:ext cx="2565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</a:rPr>
              <a:t>d</a:t>
            </a:r>
            <a:r>
              <a:rPr kumimoji="1" lang="en-US" altLang="zh-CN" sz="2400" dirty="0"/>
              <a:t>eviation,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var</a:t>
            </a:r>
            <a:r>
              <a:rPr kumimoji="1" lang="en-US" altLang="zh-CN" sz="2400" dirty="0"/>
              <a:t>iance</a:t>
            </a:r>
            <a:endParaRPr kumimoji="1" lang="zh-CN" altLang="en-US" sz="2400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0433EA9A-3C09-544F-3108-B27B61A089D1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98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A379EE26-1DFA-FCB2-D8D5-53E7D894C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9550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方差的意义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A2DBF7-E1F5-982E-9F58-FE87B93C29F3}"/>
                  </a:ext>
                </a:extLst>
              </p:cNvPr>
              <p:cNvSpPr txBox="1"/>
              <p:nvPr/>
            </p:nvSpPr>
            <p:spPr>
              <a:xfrm>
                <a:off x="254000" y="1759192"/>
                <a:ext cx="8635999" cy="3617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的方差表达了</a:t>
                </a:r>
                <a14:m>
                  <m:oMath xmlns:m="http://schemas.openxmlformats.org/officeDocument/2006/math">
                    <m:r>
                      <a:rPr lang="en-US" altLang="zh-CN" sz="2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的取值与其数学期望的偏离程度。</a:t>
                </a:r>
                <a:endParaRPr lang="en-US" altLang="zh-CN" sz="2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CN" sz="2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较小，则意味着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的取值在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的附近比较集中；</a:t>
                </a: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较大，则表示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的取值较分散。</a:t>
                </a: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是刻画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取值分散程度的一个量。</a:t>
                </a: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A2DBF7-E1F5-982E-9F58-FE87B93C2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1759192"/>
                <a:ext cx="8635999" cy="3617401"/>
              </a:xfrm>
              <a:prstGeom prst="rect">
                <a:avLst/>
              </a:prstGeom>
              <a:blipFill>
                <a:blip r:embed="rId2"/>
                <a:stretch>
                  <a:fillRect l="-1324" r="-5147" b="-2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DC6E519-C854-B864-C950-3ACC8F98B53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54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2B4430-D268-5F24-B677-28A080E32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778" y="2410764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离散型随机变量，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zh-CN" altLang="en-US" sz="2600" kern="100" dirty="0"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的分布律</m:t>
                    </m:r>
                    <m:r>
                      <a:rPr lang="zh-CN" altLang="en-US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为</m:t>
                    </m:r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sSub>
                      <m:sSubPr>
                        <m:ctrlPr>
                          <a:rPr lang="zh-CN" altLang="zh-CN" sz="2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6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</m:t>
                    </m:r>
                  </m:oMath>
                </a14:m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6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6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zh-CN" sz="2600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连续型随机变量，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的概率密度是</a:t>
                </a:r>
                <a14:m>
                  <m:oMath xmlns:m="http://schemas.openxmlformats.org/officeDocument/2006/math">
                    <m:r>
                      <a:rPr lang="en-US" altLang="zh-CN" sz="26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6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6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6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en-US" altLang="zh-CN" sz="2600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2B4430-D268-5F24-B677-28A080E32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778" y="2410764"/>
                <a:ext cx="8768443" cy="4935311"/>
              </a:xfrm>
              <a:blipFill>
                <a:blip r:embed="rId2"/>
                <a:stretch>
                  <a:fillRect l="-1156" t="-3590" b="-3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2">
            <a:extLst>
              <a:ext uri="{FF2B5EF4-FFF2-40B4-BE49-F238E27FC236}">
                <a16:creationId xmlns:a16="http://schemas.microsoft.com/office/drawing/2014/main" id="{91CDD4C0-B870-840C-B5BA-3B02EEDF4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9550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方差的计算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2AE4F51-1AD1-5AC3-4C89-08B739FE8801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F2A62E8-3E4F-DF4A-8C20-926334A5C946}"/>
                  </a:ext>
                </a:extLst>
              </p:cNvPr>
              <p:cNvSpPr txBox="1"/>
              <p:nvPr/>
            </p:nvSpPr>
            <p:spPr>
              <a:xfrm>
                <a:off x="247157" y="1149804"/>
                <a:ext cx="8013973" cy="1064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由定义知，方差实际上就是随机变量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的函数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 defTabSz="914400"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)=[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6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6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6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的数学期望。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F2A62E8-3E4F-DF4A-8C20-926334A5C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57" y="1149804"/>
                <a:ext cx="8013973" cy="1064843"/>
              </a:xfrm>
              <a:prstGeom prst="rect">
                <a:avLst/>
              </a:prstGeom>
              <a:blipFill>
                <a:blip r:embed="rId3"/>
                <a:stretch>
                  <a:fillRect l="-1266" t="-7059" b="-1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4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A356429-752A-68FA-A6AB-CE569984A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6394" y="1149804"/>
                <a:ext cx="7691211" cy="602478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的方差可按下列公式计算：</a:t>
                </a:r>
                <a:endParaRPr lang="en-US" altLang="zh-CN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zh-CN" altLang="zh-CN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zh-CN" altLang="zh-CN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zh-CN" altLang="zh-CN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kern="100" dirty="0"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A356429-752A-68FA-A6AB-CE569984A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6394" y="1149804"/>
                <a:ext cx="7691211" cy="6024789"/>
              </a:xfrm>
              <a:blipFill>
                <a:blip r:embed="rId2"/>
                <a:stretch>
                  <a:fillRect l="-1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6FBD2BFA-A7DF-99FF-9AAC-B7639077B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9550"/>
            <a:ext cx="367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494432B-602D-2F5B-3029-21CD02CF1372}"/>
                  </a:ext>
                </a:extLst>
              </p:cNvPr>
              <p:cNvSpPr/>
              <p:nvPr/>
            </p:nvSpPr>
            <p:spPr>
              <a:xfrm>
                <a:off x="1452789" y="3097963"/>
                <a:ext cx="6776811" cy="33239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dirty="0" smtClean="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8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)+[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8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)−2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)+[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8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494432B-602D-2F5B-3029-21CD02CF13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789" y="3097963"/>
                <a:ext cx="6776811" cy="3323987"/>
              </a:xfrm>
              <a:prstGeom prst="rect">
                <a:avLst/>
              </a:prstGeom>
              <a:blipFill>
                <a:blip r:embed="rId3"/>
                <a:stretch>
                  <a:fillRect l="-1311" b="-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676FD25-0769-991E-57C6-041B8D53F83E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81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B3030AB-4365-1B40-A32A-0B02BAFC5FC3}"/>
              </a:ext>
            </a:extLst>
          </p:cNvPr>
          <p:cNvSpPr txBox="1"/>
          <p:nvPr/>
        </p:nvSpPr>
        <p:spPr>
          <a:xfrm>
            <a:off x="762760" y="1171844"/>
            <a:ext cx="7303168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某人有一笔资金</a:t>
            </a:r>
            <a:r>
              <a:rPr lang="en-US" altLang="zh-CN" sz="2400" dirty="0">
                <a:effectLst/>
                <a:latin typeface="TimesNewRomanPSMT"/>
              </a:rPr>
              <a:t>, 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可投入两个项目</a:t>
            </a:r>
            <a:r>
              <a:rPr lang="en" altLang="zh-CN" sz="2400" i="1" dirty="0">
                <a:effectLst/>
                <a:latin typeface="TimesNewRomanPS"/>
              </a:rPr>
              <a:t>A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" altLang="zh-CN" sz="2400" i="1" dirty="0">
                <a:effectLst/>
                <a:latin typeface="TimesNewRomanPS"/>
              </a:rPr>
              <a:t>B</a:t>
            </a:r>
            <a:r>
              <a:rPr lang="zh-CN" altLang="en-US" sz="2400" dirty="0">
                <a:latin typeface="TimesNewRomanPSMT"/>
              </a:rPr>
              <a:t>。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根据以往的经验</a:t>
            </a:r>
            <a:r>
              <a:rPr lang="en-US" altLang="zh-CN" sz="2400" dirty="0">
                <a:effectLst/>
                <a:latin typeface="TimesNewRomanPSMT"/>
              </a:rPr>
              <a:t>, 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两项目的收益率</a:t>
            </a:r>
            <a:r>
              <a:rPr lang="en" altLang="zh-CN" sz="2400" i="1" dirty="0">
                <a:effectLst/>
                <a:latin typeface="TimesNewRomanPS"/>
              </a:rPr>
              <a:t>X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与</a:t>
            </a:r>
            <a:r>
              <a:rPr lang="en" altLang="zh-CN" sz="2400" i="1" dirty="0">
                <a:effectLst/>
                <a:latin typeface="TimesNewRomanPS"/>
              </a:rPr>
              <a:t>Y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的分布律如下</a:t>
            </a:r>
            <a:r>
              <a:rPr lang="en-US" altLang="zh-CN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endParaRPr lang="zh-CN" altLang="en-US" sz="2400" dirty="0"/>
          </a:p>
        </p:txBody>
      </p:sp>
      <p:pic>
        <p:nvPicPr>
          <p:cNvPr id="7" name="图片 6" descr="文本&#10;&#10;中度可信度描述已自动生成">
            <a:extLst>
              <a:ext uri="{FF2B5EF4-FFF2-40B4-BE49-F238E27FC236}">
                <a16:creationId xmlns:a16="http://schemas.microsoft.com/office/drawing/2014/main" id="{FD2353E7-E58C-2942-9C03-26A31E1F1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41" y="2714733"/>
            <a:ext cx="6292516" cy="81968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F8F415-A75F-904F-BE3F-30A2A115A0B3}"/>
              </a:ext>
            </a:extLst>
          </p:cNvPr>
          <p:cNvSpPr txBox="1"/>
          <p:nvPr/>
        </p:nvSpPr>
        <p:spPr>
          <a:xfrm>
            <a:off x="3230398" y="372755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该人应投资哪个项目</a:t>
            </a:r>
            <a:r>
              <a:rPr lang="en-US" altLang="zh-CN" sz="2400" dirty="0">
                <a:effectLst/>
                <a:latin typeface="TimesNewRomanPSMT"/>
              </a:rPr>
              <a:t>?</a:t>
            </a:r>
            <a:br>
              <a:rPr lang="en-US" altLang="zh-CN" sz="2400" dirty="0">
                <a:effectLst/>
                <a:latin typeface="TimesNewRomanPSMT"/>
              </a:rPr>
            </a:br>
            <a:endParaRPr lang="zh-CN" altLang="en-US" sz="2400" dirty="0"/>
          </a:p>
        </p:txBody>
      </p:sp>
      <p:pic>
        <p:nvPicPr>
          <p:cNvPr id="11" name="图片 10" descr="文本&#10;&#10;描述已自动生成">
            <a:extLst>
              <a:ext uri="{FF2B5EF4-FFF2-40B4-BE49-F238E27FC236}">
                <a16:creationId xmlns:a16="http://schemas.microsoft.com/office/drawing/2014/main" id="{E81ED521-28D9-9E4A-8ECB-38B141C4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4" y="4808399"/>
            <a:ext cx="6646074" cy="1434760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D2D170D-125A-E8E4-3A43-13E6FE47B315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1CC4CCB-C5AE-9CB3-02B8-1198AC786BCA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7E6FD53A-CACE-A343-60D5-15C055B80650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#1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7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文本, 信件&#10;&#10;描述已自动生成">
            <a:extLst>
              <a:ext uri="{FF2B5EF4-FFF2-40B4-BE49-F238E27FC236}">
                <a16:creationId xmlns:a16="http://schemas.microsoft.com/office/drawing/2014/main" id="{AEA3FE06-7194-DF45-804E-97D2DFB04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60" y="4028473"/>
            <a:ext cx="8165321" cy="2646570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D2D170D-125A-E8E4-3A43-13E6FE47B315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1CC4CCB-C5AE-9CB3-02B8-1198AC786BCA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7E6FD53A-CACE-A343-60D5-15C055B80650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#1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AFAA28-817F-7DA6-E46C-B3AC21B9C3BF}"/>
              </a:ext>
            </a:extLst>
          </p:cNvPr>
          <p:cNvSpPr txBox="1"/>
          <p:nvPr/>
        </p:nvSpPr>
        <p:spPr>
          <a:xfrm>
            <a:off x="762760" y="1171844"/>
            <a:ext cx="7303168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某人有一笔资金</a:t>
            </a:r>
            <a:r>
              <a:rPr lang="en-US" altLang="zh-CN" sz="2400" dirty="0">
                <a:effectLst/>
                <a:latin typeface="TimesNewRomanPSMT"/>
              </a:rPr>
              <a:t>, 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可投入两个项目</a:t>
            </a:r>
            <a:r>
              <a:rPr lang="en" altLang="zh-CN" sz="2400" i="1" dirty="0">
                <a:effectLst/>
                <a:latin typeface="TimesNewRomanPS"/>
              </a:rPr>
              <a:t>A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" altLang="zh-CN" sz="2400" i="1" dirty="0">
                <a:effectLst/>
                <a:latin typeface="TimesNewRomanPS"/>
              </a:rPr>
              <a:t>B</a:t>
            </a:r>
            <a:r>
              <a:rPr lang="zh-CN" altLang="en-US" sz="2400" dirty="0">
                <a:latin typeface="TimesNewRomanPSMT"/>
              </a:rPr>
              <a:t>。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根据以往的经验</a:t>
            </a:r>
            <a:r>
              <a:rPr lang="en-US" altLang="zh-CN" sz="2400" dirty="0">
                <a:effectLst/>
                <a:latin typeface="TimesNewRomanPSMT"/>
              </a:rPr>
              <a:t>, 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两项目的收益率</a:t>
            </a:r>
            <a:r>
              <a:rPr lang="en" altLang="zh-CN" sz="2400" i="1" dirty="0">
                <a:effectLst/>
                <a:latin typeface="TimesNewRomanPS"/>
              </a:rPr>
              <a:t>X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与</a:t>
            </a:r>
            <a:r>
              <a:rPr lang="en" altLang="zh-CN" sz="2400" i="1" dirty="0">
                <a:effectLst/>
                <a:latin typeface="TimesNewRomanPS"/>
              </a:rPr>
              <a:t>Y</a:t>
            </a:r>
            <a:r>
              <a:rPr lang="zh-CN" altLang="en-US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的分布律如下</a:t>
            </a:r>
            <a:r>
              <a:rPr lang="en-US" altLang="zh-CN" sz="24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endParaRPr lang="zh-CN" altLang="en-US" sz="2400" dirty="0"/>
          </a:p>
        </p:txBody>
      </p:sp>
      <p:pic>
        <p:nvPicPr>
          <p:cNvPr id="8" name="图片 7" descr="文本&#10;&#10;中度可信度描述已自动生成">
            <a:extLst>
              <a:ext uri="{FF2B5EF4-FFF2-40B4-BE49-F238E27FC236}">
                <a16:creationId xmlns:a16="http://schemas.microsoft.com/office/drawing/2014/main" id="{1ABE84FD-FE84-A24F-B255-43E3BBE0C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741" y="2714733"/>
            <a:ext cx="6292516" cy="81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8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6432" y="1476603"/>
                <a:ext cx="8015769" cy="163957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</a:t>
                </a:r>
                <a:r>
                  <a:rPr lang="en-US" altLang="zh-CN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(0-1)</a:t>
                </a:r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分布，其分布律为</a:t>
                </a:r>
                <a:endParaRPr lang="en-US" altLang="zh-CN" sz="26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6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=1}=</m:t>
                      </m:r>
                      <m:r>
                        <a:rPr lang="en-US" altLang="zh-CN" sz="26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zh-CN" altLang="zh-CN" sz="26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6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6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6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kern="100" dirty="0"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6432" y="1476603"/>
                <a:ext cx="8015769" cy="1639576"/>
              </a:xfrm>
              <a:blipFill>
                <a:blip r:embed="rId2"/>
                <a:stretch>
                  <a:fillRect l="-1264" b="-2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30C98CC-D01F-BC47-AD34-4892C33F76F7}"/>
                  </a:ext>
                </a:extLst>
              </p:cNvPr>
              <p:cNvSpPr/>
              <p:nvPr/>
            </p:nvSpPr>
            <p:spPr>
              <a:xfrm>
                <a:off x="628706" y="4096563"/>
                <a:ext cx="6943367" cy="17309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)=0×(1−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)+1×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zh-CN" altLang="en-US" sz="2400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   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×(1−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sz="24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30C98CC-D01F-BC47-AD34-4892C33F76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06" y="4096563"/>
                <a:ext cx="6943367" cy="1730923"/>
              </a:xfrm>
              <a:prstGeom prst="rect">
                <a:avLst/>
              </a:prstGeom>
              <a:blipFill>
                <a:blip r:embed="rId3"/>
                <a:stretch>
                  <a:fillRect l="-912" b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F56C93B-D790-9ABC-88D6-6A8E4BE5770D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标题 2">
            <a:extLst>
              <a:ext uri="{FF2B5EF4-FFF2-40B4-BE49-F238E27FC236}">
                <a16:creationId xmlns:a16="http://schemas.microsoft.com/office/drawing/2014/main" id="{5E8FA56A-C0BC-1C1F-8168-066EED486F55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#2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8A3F95-9D0F-87B6-E39B-5DEAB3855CB6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908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1AE7AE5-17DD-BA19-D90E-C0A694ADC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802" y="1818810"/>
                <a:ext cx="8768443" cy="132884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       随机变量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的分布律为</a:t>
                </a: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=0,1,2,⋯,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2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200" kern="100" dirty="0">
                  <a:effectLst/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2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200" dirty="0"/>
              </a:p>
              <a:p>
                <a:pPr marL="0" indent="0">
                  <a:buNone/>
                </a:pPr>
                <a:endParaRPr lang="zh-CN" altLang="zh-CN" sz="2200" dirty="0"/>
              </a:p>
              <a:p>
                <a:endParaRPr lang="zh-CN" altLang="en-US" sz="22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1AE7AE5-17DD-BA19-D90E-C0A694ADC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802" y="1818810"/>
                <a:ext cx="8768443" cy="1328840"/>
              </a:xfrm>
              <a:blipFill>
                <a:blip r:embed="rId2"/>
                <a:stretch>
                  <a:fillRect l="-867" t="-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8644D39-4C6D-B2FB-4C64-3166FE2434A0}"/>
                  </a:ext>
                </a:extLst>
              </p:cNvPr>
              <p:cNvSpPr/>
              <p:nvPr/>
            </p:nvSpPr>
            <p:spPr>
              <a:xfrm>
                <a:off x="306161" y="3770323"/>
                <a:ext cx="8523514" cy="26152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−1)+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−1)]+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−1)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</m:t>
                          </m:r>
                        </m:e>
                      </m:nary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−2)!</m:t>
                          </m:r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8644D39-4C6D-B2FB-4C64-3166FE243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" y="3770323"/>
                <a:ext cx="8523514" cy="2615268"/>
              </a:xfrm>
              <a:prstGeom prst="rect">
                <a:avLst/>
              </a:prstGeom>
              <a:blipFill>
                <a:blip r:embed="rId3"/>
                <a:stretch>
                  <a:fillRect t="-23077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9DB201A-4389-5A1C-1609-163F88640FF8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标题 2">
            <a:extLst>
              <a:ext uri="{FF2B5EF4-FFF2-40B4-BE49-F238E27FC236}">
                <a16:creationId xmlns:a16="http://schemas.microsoft.com/office/drawing/2014/main" id="{4F7BC7C3-4802-81A9-1DB3-8A2FC117057F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#3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D0F3C9-5A25-56BD-F2B0-456E3E6F28B7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07CE91E-ACCC-C93D-A8E7-FE5D91C09B6A}"/>
                  </a:ext>
                </a:extLst>
              </p:cNvPr>
              <p:cNvSpPr txBox="1"/>
              <p:nvPr/>
            </p:nvSpPr>
            <p:spPr>
              <a:xfrm>
                <a:off x="1341603" y="2989696"/>
                <a:ext cx="47223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zh-CN" altLang="en-US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07CE91E-ACCC-C93D-A8E7-FE5D91C09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603" y="2989696"/>
                <a:ext cx="4722394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7D1AAE-5F78-F19B-65B3-B25583FA06A8}"/>
                  </a:ext>
                </a:extLst>
              </p:cNvPr>
              <p:cNvSpPr txBox="1"/>
              <p:nvPr/>
            </p:nvSpPr>
            <p:spPr>
              <a:xfrm>
                <a:off x="604802" y="1218902"/>
                <a:ext cx="4722394" cy="434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zh-CN" altLang="en-US" sz="2200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2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200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r>
                      <a:rPr lang="zh-CN" altLang="en-US" sz="22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altLang="zh-CN" sz="2200" b="0" i="0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zh-CN" altLang="en-US" sz="22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2200" b="0" i="0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22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200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7D1AAE-5F78-F19B-65B3-B25583FA0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02" y="1218902"/>
                <a:ext cx="4722394" cy="434286"/>
              </a:xfrm>
              <a:prstGeom prst="rect">
                <a:avLst/>
              </a:prstGeom>
              <a:blipFill>
                <a:blip r:embed="rId5"/>
                <a:stretch>
                  <a:fillRect l="-1609" t="-14286" b="-2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图片包含 图示&#10;&#10;描述已自动生成">
            <a:extLst>
              <a:ext uri="{FF2B5EF4-FFF2-40B4-BE49-F238E27FC236}">
                <a16:creationId xmlns:a16="http://schemas.microsoft.com/office/drawing/2014/main" id="{F492061C-B948-914F-2784-2B9877A943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196" y="1130549"/>
            <a:ext cx="3341870" cy="1113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721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3020028-4CE8-2F47-BABA-591A96E8B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9182" y="2009714"/>
                <a:ext cx="8768443" cy="316529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         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的概率密度为</a:t>
                </a: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n-US" altLang="zh-CN" sz="2400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400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  <m:r>
                                      <a:rPr lang="en-US" altLang="zh-CN" sz="2400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en-US" altLang="zh-CN" sz="2400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2400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&lt;</m:t>
                                    </m:r>
                                    <m:r>
                                      <a:rPr lang="en-US" altLang="zh-CN" sz="2400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&lt;</m:t>
                                    </m:r>
                                    <m:r>
                                      <a:rPr lang="en-US" altLang="zh-CN" sz="2400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/>
                                  <m:e/>
                                </m:mr>
                              </m:m>
                            </m:e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0,</m:t>
                              </m:r>
                              <m:r>
                                <a:rPr lang="zh-CN" altLang="en-US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altLang="zh-CN" sz="24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3020028-4CE8-2F47-BABA-591A96E8B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9182" y="2009714"/>
                <a:ext cx="8768443" cy="3165296"/>
              </a:xfrm>
              <a:blipFill>
                <a:blip r:embed="rId2"/>
                <a:stretch>
                  <a:fillRect l="-1158" t="-83200" b="-105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B3398D4-AD86-B722-3A22-AEBF8F0B6FEE}"/>
                  </a:ext>
                </a:extLst>
              </p:cNvPr>
              <p:cNvSpPr/>
              <p:nvPr/>
            </p:nvSpPr>
            <p:spPr>
              <a:xfrm>
                <a:off x="1341603" y="5078333"/>
                <a:ext cx="7053215" cy="10138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400" b="0" i="1" kern="100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 kern="100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i="1" kern="100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ar-AE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ar-AE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ar-AE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ar-AE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ar-AE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ar-AE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−(</m:t>
                      </m:r>
                      <m:f>
                        <m:fPr>
                          <m:ctrlPr>
                            <a:rPr lang="ar-AE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ar-AE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ar-AE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ar-AE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ar-AE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ar-AE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ar-AE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B3398D4-AD86-B722-3A22-AEBF8F0B6F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603" y="5078333"/>
                <a:ext cx="7053215" cy="1013867"/>
              </a:xfrm>
              <a:prstGeom prst="rect">
                <a:avLst/>
              </a:prstGeom>
              <a:blipFill>
                <a:blip r:embed="rId3"/>
                <a:stretch>
                  <a:fillRect t="-137037" b="-2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AF2FBF00-8D7B-99D3-0915-DBC9C18C7DCB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标题 2">
            <a:extLst>
              <a:ext uri="{FF2B5EF4-FFF2-40B4-BE49-F238E27FC236}">
                <a16:creationId xmlns:a16="http://schemas.microsoft.com/office/drawing/2014/main" id="{838C5108-4AEE-790D-F2D8-768D09FED0DB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#4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30FF25-971A-874B-82A1-70C613491E9E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099D097-9619-832E-91C0-11E50DD36D55}"/>
                  </a:ext>
                </a:extLst>
              </p:cNvPr>
              <p:cNvSpPr txBox="1"/>
              <p:nvPr/>
            </p:nvSpPr>
            <p:spPr>
              <a:xfrm>
                <a:off x="749182" y="1272733"/>
                <a:ext cx="4758488" cy="465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zh-CN" altLang="en-US" sz="2400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400" kern="100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099D097-9619-832E-91C0-11E50DD3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82" y="1272733"/>
                <a:ext cx="4758488" cy="465448"/>
              </a:xfrm>
              <a:prstGeom prst="rect">
                <a:avLst/>
              </a:prstGeom>
              <a:blipFill>
                <a:blip r:embed="rId4"/>
                <a:stretch>
                  <a:fillRect l="-2133" t="-13514" b="-3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7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2599AEC-4740-9CDB-B89D-DB871E9073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40"/>
                <a:ext cx="8768443" cy="226730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服从指数分布，其概率密度为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zh-CN" altLang="en-US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  <m:r>
                                <a:rPr lang="en-US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  <m:mr>
                                  <m:e/>
                                  <m:e/>
                                </m:mr>
                              </m:m>
                              <m:r>
                                <a:rPr lang="en-US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≤0,</m:t>
                              </m:r>
                            </m:e>
                          </m:eqArr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d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zh-CN" altLang="zh-CN" sz="2200" i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sz="22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2599AEC-4740-9CDB-B89D-DB871E907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40"/>
                <a:ext cx="8768443" cy="2267308"/>
              </a:xfrm>
              <a:blipFill>
                <a:blip r:embed="rId2"/>
                <a:stretch>
                  <a:fillRect l="-867" t="-88268" b="-129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5BC9F37-4D33-A086-6005-5BDC519CB54E}"/>
                  </a:ext>
                </a:extLst>
              </p:cNvPr>
              <p:cNvSpPr/>
              <p:nvPr/>
            </p:nvSpPr>
            <p:spPr>
              <a:xfrm>
                <a:off x="304799" y="4506378"/>
                <a:ext cx="7892144" cy="27875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den>
                      </m:f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sup>
                      </m:sSup>
                      <m:sSubSup>
                        <m:sSub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于是        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)−[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200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sz="22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5BC9F37-4D33-A086-6005-5BDC519CB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4506378"/>
                <a:ext cx="7892144" cy="2787558"/>
              </a:xfrm>
              <a:prstGeom prst="rect">
                <a:avLst/>
              </a:prstGeom>
              <a:blipFill>
                <a:blip r:embed="rId3"/>
                <a:stretch>
                  <a:fillRect t="-46154" b="-32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78A2831C-1778-A94D-D2A3-9FF88B477F26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标题 2">
            <a:extLst>
              <a:ext uri="{FF2B5EF4-FFF2-40B4-BE49-F238E27FC236}">
                <a16:creationId xmlns:a16="http://schemas.microsoft.com/office/drawing/2014/main" id="{AD26CC13-2DAF-3800-E6A0-89E25684F71A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#5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61983F-73AA-970F-0D9A-952757A46374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379BE06-A791-BB28-F09B-3683ABA0D657}"/>
                  </a:ext>
                </a:extLst>
              </p:cNvPr>
              <p:cNvSpPr txBox="1"/>
              <p:nvPr/>
            </p:nvSpPr>
            <p:spPr>
              <a:xfrm>
                <a:off x="1495031" y="3332748"/>
                <a:ext cx="6145774" cy="1052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zh-CN" sz="22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eqArrPr>
                      <m:e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)=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𝑥𝑓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  <m:e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=−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p>
                        </m:sSup>
                        <m:sSubSup>
                          <m:sSubSupPr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∞</m:t>
                            </m:r>
                          </m:sup>
                        </m:sSubSup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  <m:sSup>
                          <m:sSupPr>
                            <m:ctrlPr>
                              <a:rPr lang="zh-CN" altLang="zh-CN" sz="22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altLang="zh-CN" sz="2200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200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eqAr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379BE06-A791-BB28-F09B-3683ABA0D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031" y="3332748"/>
                <a:ext cx="6145774" cy="1052019"/>
              </a:xfrm>
              <a:prstGeom prst="rect">
                <a:avLst/>
              </a:prstGeom>
              <a:blipFill>
                <a:blip r:embed="rId4"/>
                <a:stretch>
                  <a:fillRect t="-58333" b="-90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EB067B19-6E4C-F759-A600-BEDD62D4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603" y="1583094"/>
            <a:ext cx="5994400" cy="111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886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1°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是常数，则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证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}=0</m:t>
                    </m:r>
                  </m:oMath>
                </a14:m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2°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是随机变量，</a:t>
                </a:r>
                <a:r>
                  <a:rPr lang="en-US" altLang="zh-CN" sz="2200" b="1" dirty="0">
                    <a:solidFill>
                      <a:srgbClr val="FF0000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是常数，则有</a:t>
                </a:r>
                <a:endParaRPr lang="en-US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𝑪𝑿</m:t>
                          </m:r>
                        </m:e>
                      </m:d>
                      <m:r>
                        <a:rPr lang="en-US" altLang="zh-CN" sz="22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2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22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 b="1" i="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altLang="zh-CN" sz="22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𝑪</m:t>
                      </m:r>
                      <m:r>
                        <a:rPr lang="en-US" altLang="zh-CN" sz="22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证 </a:t>
                </a:r>
                <a14:m>
                  <m:oMath xmlns:m="http://schemas.openxmlformats.org/officeDocument/2006/math">
                    <m:r>
                      <a:rPr lang="zh-CN" altLang="en-US" sz="2200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2"/>
                <a:stretch>
                  <a:fillRect l="-867" t="-1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90B3119B-6B2A-3E27-820C-4CA44DA9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58" y="149364"/>
            <a:ext cx="53884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BA90FD6F-6D6D-BF56-B29D-D96FA0A101F6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63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960303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3° 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是两个随机变量，则有</a:t>
                </a:r>
                <a:endParaRPr lang="zh-CN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d>
                      </m:e>
                    </m:d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CN" sz="22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960303" cy="4935311"/>
              </a:xfrm>
              <a:blipFill>
                <a:blip r:embed="rId2"/>
                <a:stretch>
                  <a:fillRect l="-850" t="-1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90B3119B-6B2A-3E27-820C-4CA44DA9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58" y="149364"/>
            <a:ext cx="53884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B6811DD-5998-45DB-1A17-59EDFCF10C7A}"/>
                  </a:ext>
                </a:extLst>
              </p:cNvPr>
              <p:cNvSpPr/>
              <p:nvPr/>
            </p:nvSpPr>
            <p:spPr>
              <a:xfrm>
                <a:off x="234325" y="2208884"/>
                <a:ext cx="8960302" cy="41533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d>
                        <m:d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))+(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)]}=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)][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)]}</m:t>
                      </m:r>
                    </m:oMath>
                  </m:oMathPara>
                </a14:m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上式右端第三项：</a:t>
                </a: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)]}=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𝑋𝑌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B6811DD-5998-45DB-1A17-59EDFCF10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25" y="2208884"/>
                <a:ext cx="8960302" cy="4153316"/>
              </a:xfrm>
              <a:prstGeom prst="rect">
                <a:avLst/>
              </a:prstGeom>
              <a:blipFill>
                <a:blip r:embed="rId3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7918AC9C-1F3D-58C8-B160-03E353593633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21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960303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3° 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是两个随机变量，则有</a:t>
                </a:r>
                <a:endParaRPr lang="zh-CN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d>
                      </m:e>
                    </m:d>
                    <m:r>
                      <a:rPr lang="en-US" altLang="zh-CN" sz="2200" b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CN" sz="22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特别，若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相互独立，则有</a:t>
                </a:r>
                <a:endParaRPr lang="zh-CN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这一性质可以推广到任意有限多个相互独立的随机变量之和的情况</a:t>
                </a:r>
                <a:endPara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960303" cy="4935311"/>
              </a:xfrm>
              <a:blipFill>
                <a:blip r:embed="rId2"/>
                <a:stretch>
                  <a:fillRect l="-850" t="-1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90B3119B-6B2A-3E27-820C-4CA44DA9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58" y="149364"/>
            <a:ext cx="53884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83D4B081-145E-38EF-B364-C4EDD8428E5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17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4° 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的充要条件是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以概率</a:t>
                </a: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取常数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endParaRPr lang="en-US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)}=</m:t>
                      </m:r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充分性，设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 } =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，则有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，于是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必要性的证明写在切比雪夫不等式证明的后面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90B3119B-6B2A-3E27-820C-4CA44DA9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58" y="149364"/>
            <a:ext cx="53884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3EFFB7C-D1F4-0E6D-F610-DAE427E10C9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24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/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blipFill>
                <a:blip r:embed="rId2"/>
                <a:stretch>
                  <a:fillRect l="-6338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/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blipFill>
                <a:blip r:embed="rId3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/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800" b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blipFill>
                <a:blip r:embed="rId4"/>
                <a:stretch>
                  <a:fillRect l="-456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/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blipFill>
                <a:blip r:embed="rId5"/>
                <a:stretch>
                  <a:fillRect l="-720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/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blipFill>
                <a:blip r:embed="rId6"/>
                <a:stretch>
                  <a:fillRect l="-697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66517B1-AD13-5D97-2BAD-5147A06A85DD}"/>
              </a:ext>
            </a:extLst>
          </p:cNvPr>
          <p:cNvSpPr txBox="1"/>
          <p:nvPr/>
        </p:nvSpPr>
        <p:spPr>
          <a:xfrm>
            <a:off x="719896" y="703459"/>
            <a:ext cx="178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(0-1)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9CDE11-D923-8591-AF56-E789C10498F2}"/>
              </a:ext>
            </a:extLst>
          </p:cNvPr>
          <p:cNvSpPr txBox="1"/>
          <p:nvPr/>
        </p:nvSpPr>
        <p:spPr>
          <a:xfrm>
            <a:off x="719896" y="174802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泊松分布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4C584D-AE3C-006C-A0A2-77155F16784C}"/>
              </a:ext>
            </a:extLst>
          </p:cNvPr>
          <p:cNvSpPr txBox="1"/>
          <p:nvPr/>
        </p:nvSpPr>
        <p:spPr>
          <a:xfrm>
            <a:off x="719896" y="281704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均匀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C8C065-E3B1-CD52-7928-C7589109398B}"/>
              </a:ext>
            </a:extLst>
          </p:cNvPr>
          <p:cNvSpPr txBox="1"/>
          <p:nvPr/>
        </p:nvSpPr>
        <p:spPr>
          <a:xfrm>
            <a:off x="719896" y="3774162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指数分布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F02DCE-D3EE-6CD7-C05D-87CEE52F4A2D}"/>
              </a:ext>
            </a:extLst>
          </p:cNvPr>
          <p:cNvSpPr txBox="1"/>
          <p:nvPr/>
        </p:nvSpPr>
        <p:spPr>
          <a:xfrm>
            <a:off x="719896" y="476613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正态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48B48C-2BC0-E715-562F-FA12008A93B4}"/>
              </a:ext>
            </a:extLst>
          </p:cNvPr>
          <p:cNvSpPr txBox="1"/>
          <p:nvPr/>
        </p:nvSpPr>
        <p:spPr>
          <a:xfrm>
            <a:off x="719896" y="577197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noProof="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二项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/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blipFill>
                <a:blip r:embed="rId7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/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blipFill>
                <a:blip r:embed="rId8"/>
                <a:stretch>
                  <a:fillRect l="-3863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/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blipFill>
                <a:blip r:embed="rId9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/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blipFill>
                <a:blip r:embed="rId10"/>
                <a:stretch>
                  <a:fillRect l="-3863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/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blipFill>
                <a:blip r:embed="rId11"/>
                <a:stretch>
                  <a:fillRect l="-6522" t="-285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形 20" descr="问号 纯色填充">
            <a:extLst>
              <a:ext uri="{FF2B5EF4-FFF2-40B4-BE49-F238E27FC236}">
                <a16:creationId xmlns:a16="http://schemas.microsoft.com/office/drawing/2014/main" id="{F32EE2D6-CF5A-BC1A-1949-500BA49D41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722869" y="50143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9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505747B-3B21-3041-15EC-4B780C945C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求 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    随机变量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重伯努利试验中事件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发生的次数，且在每次试验中</a:t>
                </a:r>
                <a14:m>
                  <m:oMath xmlns:m="http://schemas.openxmlformats.org/officeDocument/2006/math"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发生的概率为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，引入随机变量</a:t>
                </a: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                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eqArr>
                      <m:eqArrPr>
                        <m:ctrlPr>
                          <a:rPr lang="zh-CN" altLang="zh-CN" sz="22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eqArr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zh-CN" altLang="en-US" sz="2200" i="0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在第</m:t>
                        </m:r>
                        <m:r>
                          <m:rPr>
                            <m:nor/>
                          </m:rPr>
                          <a:rPr lang="en-US" altLang="zh-CN" sz="2200" i="1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zh-CN" altLang="en-US" sz="2200" i="0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次试验中发生</m:t>
                        </m:r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</m:e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zh-CN" altLang="en-US" sz="2200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在第</m:t>
                        </m:r>
                        <m:r>
                          <m:rPr>
                            <m:nor/>
                          </m:rPr>
                          <a:rPr lang="en-US" altLang="zh-CN" sz="2200" i="1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zh-CN" altLang="en-US" sz="2200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次试验中</m:t>
                        </m:r>
                        <m:r>
                          <a:rPr lang="zh-CN" altLang="en-US" sz="2200" i="1" kern="100" smtClean="0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不</m:t>
                        </m:r>
                        <m:r>
                          <m:rPr>
                            <m:nor/>
                          </m:rPr>
                          <a:rPr lang="zh-CN" altLang="en-US" sz="2200" kern="100">
                            <a:latin typeface="KaiTi" panose="02010609060101010101" pitchFamily="49" charset="-122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发生</m:t>
                        </m:r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</m:e>
                    </m:eqArr>
                  </m:oMath>
                </a14:m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200" i="0" kern="100" dirty="0">
                    <a:latin typeface="+mj-lt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=1,2,…,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sz="9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易知                             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    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只依赖于第</a:t>
                </a:r>
                <a:r>
                  <a:rPr lang="en-US" altLang="zh-CN" sz="2200" i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次试验，而各次试验相互独立，于是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相互独立，又知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=1,2,…,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服从同一（</a:t>
                </a: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0-1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）分布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2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zh-CN" altLang="en-US" sz="22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2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2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为参数的二项分布变量，可分解成为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2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个相互独立且都服从以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2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为参数的（</a:t>
                </a:r>
                <a:r>
                  <a:rPr lang="en-US" altLang="zh-CN" sz="22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0-1</a:t>
                </a:r>
                <a:r>
                  <a:rPr lang="zh-CN" altLang="en-US" sz="22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）分布的随机变量之和。</a:t>
                </a:r>
                <a:endParaRPr lang="en-US" altLang="zh-CN" sz="2200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505747B-3B21-3041-15EC-4B780C945C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3"/>
                <a:stretch>
                  <a:fillRect l="-867" t="-514" b="-18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EF8D1D31-72BF-313B-610F-AF32234C9EF8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68C8E394-EDD4-C7D0-C750-DF6D0DAEC5DA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#6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D8EC5-CBA0-FEDA-4EFC-06C40A12A88C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484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E02C1F1-03DF-C9EC-326D-1C1D0E6B2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557" y="1476602"/>
                <a:ext cx="8768443" cy="49353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zh-CN" altLang="en-US" sz="220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又由于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相互独立，得</a:t>
                </a: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𝑛𝑝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  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𝑛𝑝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(1−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2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200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E02C1F1-03DF-C9EC-326D-1C1D0E6B2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557" y="1476602"/>
                <a:ext cx="8768443" cy="4935311"/>
              </a:xfrm>
              <a:blipFill>
                <a:blip r:embed="rId2"/>
                <a:stretch>
                  <a:fillRect l="-868" t="-7198" b="-13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B2B15A8C-258E-4968-D839-EDF8167390D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副标题 2">
            <a:extLst>
              <a:ext uri="{FF2B5EF4-FFF2-40B4-BE49-F238E27FC236}">
                <a16:creationId xmlns:a16="http://schemas.microsoft.com/office/drawing/2014/main" id="{6D93E576-C7DE-2B79-4F7D-6A2DD4333B0B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#6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F3A6E-0084-59F7-CC9E-D9E32DE20B1E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402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E02C1F1-03DF-C9EC-326D-1C1D0E6B2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803" y="1234383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zh-CN" altLang="en-US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30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zh-CN" altLang="en-US" sz="2300" i="0" kern="100"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求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        先求标准正态变量</a:t>
                </a:r>
                <a:endParaRPr lang="en-US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CN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的数学期望和方差，</a:t>
                </a:r>
                <a:r>
                  <a:rPr lang="en-US" altLang="zh-CN" sz="23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Z</a:t>
                </a:r>
                <a:r>
                  <a:rPr lang="zh-CN" altLang="en-US" sz="23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的概率密度为</a:t>
                </a:r>
                <a:endParaRPr lang="en-US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zh-CN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于是 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  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limLoc m:val="subSup"/>
                        <m:grow m:val="on"/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sSup>
                      <m:s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𝑑𝑡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  <m:sSubSup>
                      <m:sSub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b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zh-CN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en-US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</m:sSup>
                      <m:sSubSup>
                        <m:sSub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𝑑𝑡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zh-CN" altLang="zh-CN" sz="23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3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E02C1F1-03DF-C9EC-326D-1C1D0E6B2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803" y="1234383"/>
                <a:ext cx="8768443" cy="4935311"/>
              </a:xfrm>
              <a:blipFill>
                <a:blip r:embed="rId2"/>
                <a:stretch>
                  <a:fillRect l="-1012" t="-1282" b="-51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89BEAF2-6282-0B46-76C8-672CF955E1F5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副标题 2">
            <a:extLst>
              <a:ext uri="{FF2B5EF4-FFF2-40B4-BE49-F238E27FC236}">
                <a16:creationId xmlns:a16="http://schemas.microsoft.com/office/drawing/2014/main" id="{B5267059-34CD-7D6B-520F-50DE08FCFF44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#7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41246A-0A93-5C9B-0751-784BF5575C57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68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CAB757C-A467-9233-8004-ED3F81182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619" y="1500868"/>
                <a:ext cx="8154760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2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e/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sSup>
                            <m:sSupPr>
                              <m:ctrlPr>
                                <a:rPr lang="zh-CN" altLang="zh-CN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2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sSup>
                            <m:sSupPr>
                              <m:ctrlPr>
                                <a:rPr lang="zh-CN" altLang="zh-CN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2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eqAr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正态分布的概率密度中的两个参数</a:t>
                </a:r>
                <a14:m>
                  <m:oMath xmlns:m="http://schemas.openxmlformats.org/officeDocument/2006/math"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分别就是该分布的数学期望和均方差，因而正态分布完全可由它的数学期望和方差所确定</a:t>
                </a:r>
                <a:endParaRPr lang="en-US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CAB757C-A467-9233-8004-ED3F81182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619" y="1500868"/>
                <a:ext cx="8154760" cy="4935311"/>
              </a:xfrm>
              <a:blipFill>
                <a:blip r:embed="rId2"/>
                <a:stretch>
                  <a:fillRect l="-7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080A7FE-E077-34AB-4AED-F816B7B5A2E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副标题 2">
            <a:extLst>
              <a:ext uri="{FF2B5EF4-FFF2-40B4-BE49-F238E27FC236}">
                <a16:creationId xmlns:a16="http://schemas.microsoft.com/office/drawing/2014/main" id="{9B0B3A4B-AC70-6DFF-F150-339D3F7C2208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#7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DC6469-CD03-39C1-99B6-0ACF66D1BBB9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55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CAB757C-A467-9233-8004-ED3F81182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，且它们相互独立，则它们的线性组合：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是不全为</a:t>
                </a: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的常数）仍然服从正态分布，于是由数学期望和方差的性质知道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例如，若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(1,3),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(2,4)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相互独立，则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也服从正态分布</a:t>
                </a:r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CAB757C-A467-9233-8004-ED3F81182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2"/>
                <a:stretch>
                  <a:fillRect l="-867" r="-3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02F07DE8-EAA5-F7AC-8405-2FBE188F9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方差的性质：正态分布的方差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CE293555-FB3F-EF5B-B6C4-B7118D92C967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CD9BC3-EA49-DA3D-4D27-059BC11498DC}"/>
              </a:ext>
            </a:extLst>
          </p:cNvPr>
          <p:cNvGrpSpPr/>
          <p:nvPr/>
        </p:nvGrpSpPr>
        <p:grpSpPr>
          <a:xfrm>
            <a:off x="84664" y="1241882"/>
            <a:ext cx="8960303" cy="2788249"/>
            <a:chOff x="530349" y="3887194"/>
            <a:chExt cx="7935079" cy="2344239"/>
          </a:xfrm>
        </p:grpSpPr>
        <p:pic>
          <p:nvPicPr>
            <p:cNvPr id="7" name="图片 6" descr="文本&#10;&#10;描述已自动生成">
              <a:extLst>
                <a:ext uri="{FF2B5EF4-FFF2-40B4-BE49-F238E27FC236}">
                  <a16:creationId xmlns:a16="http://schemas.microsoft.com/office/drawing/2014/main" id="{487FE8A8-3C78-73E3-C1C0-71DB618BC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49" y="3887194"/>
              <a:ext cx="7935079" cy="2344239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F36E7D3-AEB5-B083-B087-9EB9B282BB97}"/>
                </a:ext>
              </a:extLst>
            </p:cNvPr>
            <p:cNvSpPr/>
            <p:nvPr/>
          </p:nvSpPr>
          <p:spPr bwMode="auto">
            <a:xfrm>
              <a:off x="5331126" y="5059313"/>
              <a:ext cx="2918499" cy="4165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70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CAB757C-A467-9233-8004-ED3F81182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，且它们相互独立，则它们的线性组合：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是不全为</a:t>
                </a: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的常数）仍然服从正态分布，于是由数学期望和方差的性质知道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2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例如，若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(1,3),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(2,4)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相互独立，则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也服从正态分布</a:t>
                </a:r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CAB757C-A467-9233-8004-ED3F81182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2"/>
                <a:stretch>
                  <a:fillRect l="-867" r="-3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02F07DE8-EAA5-F7AC-8405-2FBE188F9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方差的性质：正态分布的方差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47DF578-BBAC-395E-F305-CC381589259B}"/>
                  </a:ext>
                </a:extLst>
              </p:cNvPr>
              <p:cNvSpPr/>
              <p:nvPr/>
            </p:nvSpPr>
            <p:spPr>
              <a:xfrm>
                <a:off x="268357" y="5274024"/>
                <a:ext cx="8448260" cy="10319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=2×1−3×2=−4,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(2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)=4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)+9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)=48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。故有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(−4,48)</m:t>
                    </m:r>
                  </m:oMath>
                </a14:m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47DF578-BBAC-395E-F305-CC3815892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57" y="5274024"/>
                <a:ext cx="8448260" cy="1031949"/>
              </a:xfrm>
              <a:prstGeom prst="rect">
                <a:avLst/>
              </a:prstGeom>
              <a:blipFill>
                <a:blip r:embed="rId3"/>
                <a:stretch>
                  <a:fillRect l="-150" b="-9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CE293555-FB3F-EF5B-B6C4-B7118D92C967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16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/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blipFill>
                <a:blip r:embed="rId2"/>
                <a:stretch>
                  <a:fillRect l="-6338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/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blipFill>
                <a:blip r:embed="rId3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/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800" b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blipFill>
                <a:blip r:embed="rId4"/>
                <a:stretch>
                  <a:fillRect l="-456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/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blipFill>
                <a:blip r:embed="rId5"/>
                <a:stretch>
                  <a:fillRect l="-720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/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blipFill>
                <a:blip r:embed="rId6"/>
                <a:stretch>
                  <a:fillRect l="-697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66517B1-AD13-5D97-2BAD-5147A06A85DD}"/>
              </a:ext>
            </a:extLst>
          </p:cNvPr>
          <p:cNvSpPr txBox="1"/>
          <p:nvPr/>
        </p:nvSpPr>
        <p:spPr>
          <a:xfrm>
            <a:off x="719896" y="703459"/>
            <a:ext cx="178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(0-1)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9CDE11-D923-8591-AF56-E789C10498F2}"/>
              </a:ext>
            </a:extLst>
          </p:cNvPr>
          <p:cNvSpPr txBox="1"/>
          <p:nvPr/>
        </p:nvSpPr>
        <p:spPr>
          <a:xfrm>
            <a:off x="719896" y="174802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泊松分布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4C584D-AE3C-006C-A0A2-77155F16784C}"/>
              </a:ext>
            </a:extLst>
          </p:cNvPr>
          <p:cNvSpPr txBox="1"/>
          <p:nvPr/>
        </p:nvSpPr>
        <p:spPr>
          <a:xfrm>
            <a:off x="719896" y="281704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均匀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C8C065-E3B1-CD52-7928-C7589109398B}"/>
              </a:ext>
            </a:extLst>
          </p:cNvPr>
          <p:cNvSpPr txBox="1"/>
          <p:nvPr/>
        </p:nvSpPr>
        <p:spPr>
          <a:xfrm>
            <a:off x="719896" y="3774162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指数分布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F02DCE-D3EE-6CD7-C05D-87CEE52F4A2D}"/>
              </a:ext>
            </a:extLst>
          </p:cNvPr>
          <p:cNvSpPr txBox="1"/>
          <p:nvPr/>
        </p:nvSpPr>
        <p:spPr>
          <a:xfrm>
            <a:off x="719896" y="476613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正态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48B48C-2BC0-E715-562F-FA12008A93B4}"/>
              </a:ext>
            </a:extLst>
          </p:cNvPr>
          <p:cNvSpPr txBox="1"/>
          <p:nvPr/>
        </p:nvSpPr>
        <p:spPr>
          <a:xfrm>
            <a:off x="719896" y="577197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noProof="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二项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/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blipFill>
                <a:blip r:embed="rId7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/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blipFill>
                <a:blip r:embed="rId8"/>
                <a:stretch>
                  <a:fillRect l="-3863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/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blipFill>
                <a:blip r:embed="rId9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/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blipFill>
                <a:blip r:embed="rId10"/>
                <a:stretch>
                  <a:fillRect l="-3863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/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blipFill>
                <a:blip r:embed="rId11"/>
                <a:stretch>
                  <a:fillRect l="-6522" t="-285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2435F4-2ECF-D261-A1AB-659734DAEBF7}"/>
                  </a:ext>
                </a:extLst>
              </p:cNvPr>
              <p:cNvSpPr txBox="1"/>
              <p:nvPr/>
            </p:nvSpPr>
            <p:spPr>
              <a:xfrm>
                <a:off x="6168854" y="4727439"/>
                <a:ext cx="183627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2435F4-2ECF-D261-A1AB-659734DAE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4727439"/>
                <a:ext cx="1836272" cy="523220"/>
              </a:xfrm>
              <a:prstGeom prst="rect">
                <a:avLst/>
              </a:prstGeom>
              <a:blipFill>
                <a:blip r:embed="rId12"/>
                <a:stretch>
                  <a:fillRect l="-616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43A3F-F957-54B7-315B-560635E45553}"/>
                  </a:ext>
                </a:extLst>
              </p:cNvPr>
              <p:cNvSpPr txBox="1"/>
              <p:nvPr/>
            </p:nvSpPr>
            <p:spPr>
              <a:xfrm>
                <a:off x="4917615" y="5764056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43A3F-F957-54B7-315B-560635E45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615" y="5764056"/>
                <a:ext cx="5257800" cy="523220"/>
              </a:xfrm>
              <a:prstGeom prst="rect">
                <a:avLst/>
              </a:prstGeom>
              <a:blipFill>
                <a:blip r:embed="rId1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39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14" grpId="0"/>
      <p:bldP spid="8" grpId="0"/>
      <p:bldP spid="15" grpId="0"/>
      <p:bldP spid="16" grpId="0"/>
      <p:bldP spid="17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1F8CCC-588E-7EBB-E6AE-00802E65446A}"/>
              </a:ext>
            </a:extLst>
          </p:cNvPr>
          <p:cNvSpPr txBox="1"/>
          <p:nvPr/>
        </p:nvSpPr>
        <p:spPr>
          <a:xfrm>
            <a:off x="2057400" y="2575560"/>
            <a:ext cx="48093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附表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几种常用的概率分布表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P394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697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440" y="961344"/>
                <a:ext cx="7947931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设活塞的直径（以</a:t>
                </a: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cm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计）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40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03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，气缸的直径 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04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相互独立。任取一只活塞，任取一只气缸，求活塞能装入气缸的概率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440" y="961344"/>
                <a:ext cx="7947931" cy="4935311"/>
              </a:xfrm>
              <a:blipFill>
                <a:blip r:embed="rId2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012B1193-0227-DA65-0E18-59C904EA8718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标题 2">
            <a:extLst>
              <a:ext uri="{FF2B5EF4-FFF2-40B4-BE49-F238E27FC236}">
                <a16:creationId xmlns:a16="http://schemas.microsoft.com/office/drawing/2014/main" id="{D01CF596-B528-30C8-4E25-32C5B9A1DE28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#8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9F2B22-C696-BA63-EB43-F863B244498A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78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440" y="961344"/>
                <a:ext cx="7947931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设活塞的直径（以</a:t>
                </a: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cm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计）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40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03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，气缸的直径 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04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相互独立。任取一只活塞，任取一只气缸，求活塞能装入气缸的概率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440" y="961344"/>
                <a:ext cx="7947931" cy="4935311"/>
              </a:xfrm>
              <a:blipFill>
                <a:blip r:embed="rId2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FCF6B99-5F44-5925-33C9-12D1AEDCDC21}"/>
                  </a:ext>
                </a:extLst>
              </p:cNvPr>
              <p:cNvSpPr/>
              <p:nvPr/>
            </p:nvSpPr>
            <p:spPr>
              <a:xfrm>
                <a:off x="1262742" y="3320143"/>
                <a:ext cx="6368143" cy="30468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       按题意需求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由于</a:t>
                </a:r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∼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0025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故有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f>
                      <m:f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)−(−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0025</m:t>
                            </m:r>
                          </m:e>
                        </m:rad>
                      </m:den>
                    </m:f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f>
                      <m:f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−(−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0025</m:t>
                            </m:r>
                          </m:e>
                        </m:rad>
                      </m:den>
                    </m:f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05</m:t>
                        </m:r>
                      </m:den>
                    </m:f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9772</m:t>
                    </m:r>
                  </m:oMath>
                </a14:m>
                <a:endParaRPr lang="zh-CN" altLang="zh-CN" sz="22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FCF6B99-5F44-5925-33C9-12D1AEDCD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42" y="3320143"/>
                <a:ext cx="6368143" cy="3046860"/>
              </a:xfrm>
              <a:prstGeom prst="rect">
                <a:avLst/>
              </a:prstGeom>
              <a:blipFill>
                <a:blip r:embed="rId3"/>
                <a:stretch>
                  <a:fillRect l="-1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012B1193-0227-DA65-0E18-59C904EA8718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标题 2">
            <a:extLst>
              <a:ext uri="{FF2B5EF4-FFF2-40B4-BE49-F238E27FC236}">
                <a16:creationId xmlns:a16="http://schemas.microsoft.com/office/drawing/2014/main" id="{D01CF596-B528-30C8-4E25-32C5B9A1DE28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#8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9F2B22-C696-BA63-EB43-F863B244498A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51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2E96A8-775C-2F6B-073A-7D7682C27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450" y="1859491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1" lang="en-US" altLang="zh-CN" sz="3000" b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kumimoji="1" lang="en-US" altLang="zh-CN" sz="3000" b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2E96A8-775C-2F6B-073A-7D7682C27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450" y="1859491"/>
                <a:ext cx="78867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6D40586-2AB5-3352-1674-6D54FD00D38E}"/>
              </a:ext>
            </a:extLst>
          </p:cNvPr>
          <p:cNvSpPr txBox="1"/>
          <p:nvPr/>
        </p:nvSpPr>
        <p:spPr>
          <a:xfrm>
            <a:off x="2651643" y="2279133"/>
            <a:ext cx="167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E5D9C0-B34D-903F-2AA8-778207778CE5}"/>
                  </a:ext>
                </a:extLst>
              </p:cNvPr>
              <p:cNvSpPr txBox="1"/>
              <p:nvPr/>
            </p:nvSpPr>
            <p:spPr>
              <a:xfrm>
                <a:off x="3489843" y="1978026"/>
                <a:ext cx="422488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E5D9C0-B34D-903F-2AA8-77820777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43" y="1978026"/>
                <a:ext cx="422488" cy="1248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2E96A8-775C-2F6B-073A-7D7682C27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450" y="1859491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1" lang="en-US" altLang="zh-CN" sz="3000" b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kumimoji="1" lang="en-US" altLang="zh-CN" sz="3000" b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2E96A8-775C-2F6B-073A-7D7682C27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450" y="1859491"/>
                <a:ext cx="78867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6D40586-2AB5-3352-1674-6D54FD00D38E}"/>
              </a:ext>
            </a:extLst>
          </p:cNvPr>
          <p:cNvSpPr txBox="1"/>
          <p:nvPr/>
        </p:nvSpPr>
        <p:spPr>
          <a:xfrm>
            <a:off x="2651643" y="2279133"/>
            <a:ext cx="167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E5D9C0-B34D-903F-2AA8-778207778CE5}"/>
                  </a:ext>
                </a:extLst>
              </p:cNvPr>
              <p:cNvSpPr txBox="1"/>
              <p:nvPr/>
            </p:nvSpPr>
            <p:spPr>
              <a:xfrm>
                <a:off x="3489843" y="1978026"/>
                <a:ext cx="422488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E5D9C0-B34D-903F-2AA8-77820777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43" y="1978026"/>
                <a:ext cx="422488" cy="1248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6C8DC10C-5370-93C0-FE0E-B6A9CEA6EB15}"/>
              </a:ext>
            </a:extLst>
          </p:cNvPr>
          <p:cNvSpPr txBox="1"/>
          <p:nvPr/>
        </p:nvSpPr>
        <p:spPr>
          <a:xfrm>
            <a:off x="2651643" y="4248189"/>
            <a:ext cx="5198859" cy="1301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随机变量的标准化处理</a:t>
            </a:r>
            <a:endParaRPr kumimoji="1" lang="en-US" altLang="zh-CN" sz="2800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利用切比雪夫不等式估计概率</a:t>
            </a:r>
          </a:p>
        </p:txBody>
      </p:sp>
    </p:spTree>
    <p:extLst>
      <p:ext uri="{BB962C8B-B14F-4D97-AF65-F5344CB8AC3E}">
        <p14:creationId xmlns:p14="http://schemas.microsoft.com/office/powerpoint/2010/main" val="19555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200349"/>
                <a:ext cx="9144000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具有数学期望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)=µ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记</a:t>
                </a: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4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的标准化变量</a:t>
                </a:r>
                <a:endParaRPr lang="en-US" altLang="zh-CN" sz="2400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200349"/>
                <a:ext cx="9144000" cy="4935311"/>
              </a:xfrm>
              <a:blipFill>
                <a:blip r:embed="rId2"/>
                <a:stretch>
                  <a:fillRect l="-1110" t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D8607CDA-5114-8895-3454-418A6493A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560" y="149364"/>
            <a:ext cx="48609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标准化的随机变量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16292A-5B8A-572C-5A8D-0439AF332EC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32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200349"/>
                <a:ext cx="9144000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具有数学期望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)=µ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记</a:t>
                </a: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4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zh-CN" sz="2400" i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[(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[(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400" i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CN" altLang="en-US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num>
                      <m:den>
                        <m:r>
                          <a:rPr lang="zh-CN" altLang="en-US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的数学期望为</a:t>
                </a:r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，方差为</a:t>
                </a:r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的标准化变量</a:t>
                </a:r>
                <a:endParaRPr lang="en-US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200349"/>
                <a:ext cx="9144000" cy="4935311"/>
              </a:xfrm>
              <a:blipFill>
                <a:blip r:embed="rId2"/>
                <a:stretch>
                  <a:fillRect l="-1110" t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D8607CDA-5114-8895-3454-418A6493A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560" y="149364"/>
            <a:ext cx="48609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标准化的随机变量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16292A-5B8A-572C-5A8D-0439AF332EC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73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D8607CDA-5114-8895-3454-418A6493A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560" y="149364"/>
            <a:ext cx="48609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标准化的随机变量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16292A-5B8A-572C-5A8D-0439AF332EC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6C1A3A3-15C7-C758-B826-0A72745FD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12445"/>
              </p:ext>
            </p:extLst>
          </p:nvPr>
        </p:nvGraphicFramePr>
        <p:xfrm>
          <a:off x="850900" y="2172494"/>
          <a:ext cx="1651000" cy="26269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932358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1730364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9439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-10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397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-20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1598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-10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0780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-20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133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-10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0538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178609"/>
                  </a:ext>
                </a:extLst>
              </a:tr>
            </a:tbl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D3B8B5C9-3F19-8A00-AE58-6E6C1B659E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052155"/>
              </p:ext>
            </p:extLst>
          </p:nvPr>
        </p:nvGraphicFramePr>
        <p:xfrm>
          <a:off x="3512820" y="2012791"/>
          <a:ext cx="4556760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261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D8607CDA-5114-8895-3454-418A6493A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560" y="149364"/>
            <a:ext cx="48609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标准化的随机变量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16292A-5B8A-572C-5A8D-0439AF332EC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6C1A3A3-15C7-C758-B826-0A72745FD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697837"/>
              </p:ext>
            </p:extLst>
          </p:nvPr>
        </p:nvGraphicFramePr>
        <p:xfrm>
          <a:off x="850900" y="2172494"/>
          <a:ext cx="1651000" cy="26269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932358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1730364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r>
                        <a:rPr lang="zh-CN" alt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Y</a:t>
                      </a:r>
                      <a:r>
                        <a:rPr lang="zh-CN" alt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9439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397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1598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0780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133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0538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178609"/>
                  </a:ext>
                </a:extLst>
              </a:tr>
            </a:tbl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6BAB5C43-7621-5A42-875F-7D90642BEB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387598"/>
              </p:ext>
            </p:extLst>
          </p:nvPr>
        </p:nvGraphicFramePr>
        <p:xfrm>
          <a:off x="3546687" y="2012791"/>
          <a:ext cx="4556760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14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200349"/>
                <a:ext cx="9144000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具有数学期望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)=µ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400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记</a:t>
                </a: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4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4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的标准化变量</a:t>
                </a:r>
                <a:endParaRPr lang="en-US" altLang="zh-CN" sz="2400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kern="100" dirty="0">
                  <a:effectLst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A48F196-386B-26C1-5838-B4DDFC686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200349"/>
                <a:ext cx="9144000" cy="4935311"/>
              </a:xfrm>
              <a:blipFill>
                <a:blip r:embed="rId2"/>
                <a:stretch>
                  <a:fillRect l="-1110" t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D8607CDA-5114-8895-3454-418A6493A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560" y="149364"/>
            <a:ext cx="48609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标准化的随机变量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16292A-5B8A-572C-5A8D-0439AF332EC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29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2E96A8-775C-2F6B-073A-7D7682C27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450" y="1859491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1" lang="en-US" altLang="zh-CN" sz="3000" b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kumimoji="1" lang="en-US" altLang="zh-CN" sz="3000" b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2E96A8-775C-2F6B-073A-7D7682C27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450" y="1859491"/>
                <a:ext cx="78867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6D40586-2AB5-3352-1674-6D54FD00D38E}"/>
              </a:ext>
            </a:extLst>
          </p:cNvPr>
          <p:cNvSpPr txBox="1"/>
          <p:nvPr/>
        </p:nvSpPr>
        <p:spPr>
          <a:xfrm>
            <a:off x="2651643" y="2279133"/>
            <a:ext cx="167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E5D9C0-B34D-903F-2AA8-778207778CE5}"/>
                  </a:ext>
                </a:extLst>
              </p:cNvPr>
              <p:cNvSpPr txBox="1"/>
              <p:nvPr/>
            </p:nvSpPr>
            <p:spPr>
              <a:xfrm>
                <a:off x="3489843" y="1978026"/>
                <a:ext cx="422488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E5D9C0-B34D-903F-2AA8-77820777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43" y="1978026"/>
                <a:ext cx="422488" cy="1248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6C8DC10C-5370-93C0-FE0E-B6A9CEA6EB15}"/>
              </a:ext>
            </a:extLst>
          </p:cNvPr>
          <p:cNvSpPr txBox="1"/>
          <p:nvPr/>
        </p:nvSpPr>
        <p:spPr>
          <a:xfrm>
            <a:off x="2651643" y="4248189"/>
            <a:ext cx="5198859" cy="1301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随机变量的标准化处理</a:t>
            </a:r>
            <a:endParaRPr kumimoji="1" lang="en-US" altLang="zh-CN" sz="2800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利用切比雪夫不等式估计概率</a:t>
            </a:r>
          </a:p>
        </p:txBody>
      </p:sp>
    </p:spTree>
    <p:extLst>
      <p:ext uri="{BB962C8B-B14F-4D97-AF65-F5344CB8AC3E}">
        <p14:creationId xmlns:p14="http://schemas.microsoft.com/office/powerpoint/2010/main" val="246081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184" y="1065440"/>
                <a:ext cx="7833138" cy="219029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定理 </a:t>
                </a:r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设随机变量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具有数学期望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400" b="1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b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US" altLang="zh-CN" sz="2400" b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</a:t>
                </a:r>
                <a14:m>
                  <m:oMath xmlns:m="http://schemas.openxmlformats.org/officeDocument/2006/math">
                    <m:r>
                      <a:rPr lang="en-US" altLang="zh-CN" sz="2400" b="1" i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d>
                      <m:dPr>
                        <m:ctrlP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b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，则对于任意正数</a:t>
                </a:r>
                <a14:m>
                  <m:oMath xmlns:m="http://schemas.openxmlformats.org/officeDocument/2006/math">
                    <m:r>
                      <a:rPr lang="zh-CN" altLang="en-US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𝛆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，不等式</a:t>
                </a:r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4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𝝁</m:t>
                      </m:r>
                      <m:r>
                        <a:rPr lang="en-US" altLang="zh-CN" sz="24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𝛆</m:t>
                      </m:r>
                      <m:r>
                        <a:rPr lang="en-US" altLang="zh-CN" sz="24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}≤</m:t>
                      </m:r>
                      <m:f>
                        <m:fPr>
                          <m:ctrlPr>
                            <a:rPr lang="zh-CN" altLang="zh-CN" sz="2400" b="1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成立。这一不等式称为切比雪夫不等式</a:t>
                </a:r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184" y="1065440"/>
                <a:ext cx="7833138" cy="2190296"/>
              </a:xfrm>
              <a:blipFill>
                <a:blip r:embed="rId2"/>
                <a:stretch>
                  <a:fillRect l="-1133" t="-3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E86F41D3-5C8E-ED08-FED9-0ECEEA1AF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切比雪夫不等式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DDC633-95C9-DFF5-387C-3880134066CA}"/>
              </a:ext>
            </a:extLst>
          </p:cNvPr>
          <p:cNvGrpSpPr/>
          <p:nvPr/>
        </p:nvGrpSpPr>
        <p:grpSpPr>
          <a:xfrm>
            <a:off x="5418246" y="3429000"/>
            <a:ext cx="3120570" cy="2711450"/>
            <a:chOff x="4474029" y="3429000"/>
            <a:chExt cx="3120570" cy="2711450"/>
          </a:xfrm>
        </p:grpSpPr>
        <p:pic>
          <p:nvPicPr>
            <p:cNvPr id="7" name="图片 6" descr="图表, 折线图&#10;&#10;描述已自动生成">
              <a:extLst>
                <a:ext uri="{FF2B5EF4-FFF2-40B4-BE49-F238E27FC236}">
                  <a16:creationId xmlns:a16="http://schemas.microsoft.com/office/drawing/2014/main" id="{4D5C829A-BA80-7C51-9075-D9FA5909D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9414" y="3588152"/>
              <a:ext cx="2845185" cy="2552298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404BEE3-382B-7276-10C9-515F1A8EC93F}"/>
                </a:ext>
              </a:extLst>
            </p:cNvPr>
            <p:cNvSpPr/>
            <p:nvPr/>
          </p:nvSpPr>
          <p:spPr>
            <a:xfrm>
              <a:off x="4474029" y="3429000"/>
              <a:ext cx="636238" cy="9688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E4A464C-869F-0B23-AB6D-6F46168AB9DB}"/>
                  </a:ext>
                </a:extLst>
              </p:cNvPr>
              <p:cNvSpPr/>
              <p:nvPr/>
            </p:nvSpPr>
            <p:spPr>
              <a:xfrm>
                <a:off x="620399" y="3913414"/>
                <a:ext cx="4507248" cy="24482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重要性</a:t>
                </a:r>
                <a:r>
                  <a:rPr lang="en-US" altLang="zh-CN" sz="2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  <a:r>
                  <a:rPr lang="zh-CN" altLang="en-US" sz="2400" kern="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给出了在随机变量的分布未知，而只知道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2400" kern="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400" i="1" kern="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kern="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2400" kern="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的情况下，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对于随机变量落在期望附近的区域内或外给出一个界的估计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.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E4A464C-869F-0B23-AB6D-6F46168AB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99" y="3913414"/>
                <a:ext cx="4507248" cy="2448234"/>
              </a:xfrm>
              <a:prstGeom prst="rect">
                <a:avLst/>
              </a:prstGeom>
              <a:blipFill>
                <a:blip r:embed="rId4"/>
                <a:stretch>
                  <a:fillRect l="-1966" t="-515" r="-843" b="-3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8FC8353-3F82-9E85-776C-4B6C98999EA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38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777" y="1472943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证  设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的概率密度为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则有</a:t>
                </a: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|≥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  <m:sup/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|≥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  <m:sup/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切比雪夫不等式也可以写成如下的形式：</a:t>
                </a: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|&lt;</m:t>
                      </m:r>
                      <m:r>
                        <a:rPr lang="zh-CN" altLang="en-US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}≥1−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777" y="1472943"/>
                <a:ext cx="8768443" cy="4935311"/>
              </a:xfrm>
              <a:blipFill>
                <a:blip r:embed="rId3"/>
                <a:stretch>
                  <a:fillRect l="-4913" t="-18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D34F015C-ADAF-F630-E07C-AB56E907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切比雪夫不等式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FFF7A7F-F3C0-74FC-45B0-42E7447217CB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6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FDB0FB99-759E-E32F-03DC-6688706CC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4360"/>
          <a:stretch/>
        </p:blipFill>
        <p:spPr>
          <a:xfrm>
            <a:off x="141377" y="2763712"/>
            <a:ext cx="8634149" cy="188235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136DB84-4DE2-68F5-DFCB-51F7AE07D74B}"/>
                  </a:ext>
                </a:extLst>
              </p:cNvPr>
              <p:cNvSpPr/>
              <p:nvPr/>
            </p:nvSpPr>
            <p:spPr>
              <a:xfrm>
                <a:off x="1012371" y="1440236"/>
                <a:ext cx="2701765" cy="7716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2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}≤</m:t>
                      </m:r>
                      <m:f>
                        <m:fPr>
                          <m:ctrlPr>
                            <a:rPr lang="zh-CN" altLang="zh-CN" sz="22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2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2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136DB84-4DE2-68F5-DFCB-51F7AE07D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371" y="1440236"/>
                <a:ext cx="2701765" cy="771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09B5691E-63A2-5448-19B1-967A60CB022F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0773223E-46AB-99D0-C11D-40EC85834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切比雪夫不等式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C61F2E6-540E-6F69-F4D0-9FDF62BA875F}"/>
              </a:ext>
            </a:extLst>
          </p:cNvPr>
          <p:cNvGrpSpPr/>
          <p:nvPr/>
        </p:nvGrpSpPr>
        <p:grpSpPr>
          <a:xfrm>
            <a:off x="6349671" y="121747"/>
            <a:ext cx="2794329" cy="2519863"/>
            <a:chOff x="4474029" y="3429000"/>
            <a:chExt cx="3120570" cy="2711450"/>
          </a:xfrm>
        </p:grpSpPr>
        <p:pic>
          <p:nvPicPr>
            <p:cNvPr id="7" name="图片 6" descr="图表, 折线图&#10;&#10;描述已自动生成">
              <a:extLst>
                <a:ext uri="{FF2B5EF4-FFF2-40B4-BE49-F238E27FC236}">
                  <a16:creationId xmlns:a16="http://schemas.microsoft.com/office/drawing/2014/main" id="{445BE515-18C5-0F7A-A28B-0D98801A7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9414" y="3588152"/>
              <a:ext cx="2845185" cy="2552298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AC811FD-DE4E-CAF3-64BE-92258D2E6245}"/>
                </a:ext>
              </a:extLst>
            </p:cNvPr>
            <p:cNvSpPr/>
            <p:nvPr/>
          </p:nvSpPr>
          <p:spPr>
            <a:xfrm>
              <a:off x="4474029" y="3429000"/>
              <a:ext cx="636238" cy="9688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6472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solidFill>
                      <a:srgbClr val="FF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24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4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{|</m:t>
                    </m:r>
                    <m:r>
                      <a:rPr lang="en-US" altLang="zh-CN" sz="24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|&lt;</m:t>
                    </m:r>
                    <m:r>
                      <a:rPr lang="zh-CN" altLang="en-US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}≥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4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25000"/>
                  </a:lnSpc>
                  <a:buNone/>
                </a:pP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r>
                      <a:rPr lang="zh-CN" altLang="en-US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zh-CN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rad>
                    <m:r>
                      <a:rPr lang="en-US" altLang="zh-CN" sz="2400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en-US" sz="2400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e>
                    </m:d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0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2400" b="0" i="0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88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89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zh-CN" altLang="zh-CN" sz="2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3DD4C57-F324-EF7A-523A-E97F03EB6FDD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9DBD0ADD-6B54-8367-AD5E-44B7C631C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切比雪夫不等式</a:t>
            </a:r>
          </a:p>
        </p:txBody>
      </p:sp>
      <p:pic>
        <p:nvPicPr>
          <p:cNvPr id="5" name="图片 4" descr="图示, 直方图&#10;&#10;描述已自动生成">
            <a:extLst>
              <a:ext uri="{FF2B5EF4-FFF2-40B4-BE49-F238E27FC236}">
                <a16:creationId xmlns:a16="http://schemas.microsoft.com/office/drawing/2014/main" id="{63FEF740-6C2D-EBB8-A6A3-7432AB615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57" y="3429000"/>
            <a:ext cx="4312920" cy="3234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BAF04947-ADBF-E784-55FF-CB4CF39EEE10}"/>
              </a:ext>
            </a:extLst>
          </p:cNvPr>
          <p:cNvGrpSpPr/>
          <p:nvPr/>
        </p:nvGrpSpPr>
        <p:grpSpPr>
          <a:xfrm>
            <a:off x="6349671" y="121747"/>
            <a:ext cx="2794329" cy="2519863"/>
            <a:chOff x="4474029" y="3429000"/>
            <a:chExt cx="3120570" cy="2711450"/>
          </a:xfrm>
        </p:grpSpPr>
        <p:pic>
          <p:nvPicPr>
            <p:cNvPr id="7" name="图片 6" descr="图表, 折线图&#10;&#10;描述已自动生成">
              <a:extLst>
                <a:ext uri="{FF2B5EF4-FFF2-40B4-BE49-F238E27FC236}">
                  <a16:creationId xmlns:a16="http://schemas.microsoft.com/office/drawing/2014/main" id="{796AB7E3-4ABE-4AEB-C055-8F9F3BEC6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9414" y="3588152"/>
              <a:ext cx="2845185" cy="2552298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C924FB-DC43-D9AA-4062-E8AC2DE6F602}"/>
                </a:ext>
              </a:extLst>
            </p:cNvPr>
            <p:cNvSpPr/>
            <p:nvPr/>
          </p:nvSpPr>
          <p:spPr>
            <a:xfrm>
              <a:off x="4474029" y="3429000"/>
              <a:ext cx="636238" cy="9688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0544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794C937-A99A-277D-4DC8-A4C4CFB330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方差性质</a:t>
                </a:r>
                <a:r>
                  <a:rPr lang="en-US" altLang="zh-CN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必要性的证明：</a:t>
                </a:r>
                <a:endParaRPr lang="zh-CN" altLang="zh-CN" sz="2200" b="1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200" b="1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要证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 }=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US" altLang="zh-CN" sz="2200" b="1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证     用反证法，假设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 }&lt;1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则对于某一个数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{|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)|≥</m:t>
                    </m:r>
                    <m:r>
                      <a:rPr lang="zh-CN" altLang="en-US" sz="22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}&gt;0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但由切比雪夫不等式，对于任意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，有</a:t>
                </a: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{|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)|≥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}=0</m:t>
                      </m:r>
                    </m:oMath>
                  </m:oMathPara>
                </a14:m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矛盾。</a:t>
                </a: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{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 }=1</m:t>
                    </m:r>
                  </m:oMath>
                </a14:m>
                <a:endParaRPr lang="en-US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</a:t>
                </a:r>
                <a:endParaRPr lang="zh-CN" altLang="zh-CN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794C937-A99A-277D-4DC8-A4C4CFB330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697" y="1065439"/>
                <a:ext cx="8768443" cy="4935311"/>
              </a:xfrm>
              <a:blipFill>
                <a:blip r:embed="rId2"/>
                <a:stretch>
                  <a:fillRect l="-867" t="-771" b="-16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A024D697-2C4C-054A-C398-95653460D8C3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ECC13586-5BC1-C97E-3255-05D553254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切比雪夫不等式</a:t>
            </a:r>
          </a:p>
        </p:txBody>
      </p:sp>
    </p:spTree>
    <p:extLst>
      <p:ext uri="{BB962C8B-B14F-4D97-AF65-F5344CB8AC3E}">
        <p14:creationId xmlns:p14="http://schemas.microsoft.com/office/powerpoint/2010/main" val="100216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>
            <a:extLst>
              <a:ext uri="{FF2B5EF4-FFF2-40B4-BE49-F238E27FC236}">
                <a16:creationId xmlns:a16="http://schemas.microsoft.com/office/drawing/2014/main" id="{0AAF1638-0418-FCA4-3294-6366C1806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1362907"/>
            <a:ext cx="8186136" cy="136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  已知正常成人血液中，每毫升白细胞数的</a:t>
            </a:r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平均值是</a:t>
            </a:r>
            <a:r>
              <a:rPr lang="en-US" altLang="zh-CN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7300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均方差是</a:t>
            </a:r>
            <a:r>
              <a:rPr lang="en-US" altLang="zh-CN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700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，利用切比雪夫不等式估计</a:t>
            </a:r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每毫升血液含白细胞数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5200~9400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之间的概率。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7" name="Text Box 5">
                <a:extLst>
                  <a:ext uri="{FF2B5EF4-FFF2-40B4-BE49-F238E27FC236}">
                    <a16:creationId xmlns:a16="http://schemas.microsoft.com/office/drawing/2014/main" id="{0E251B0D-68A0-4F66-27E5-48CA727DE3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675" y="3759200"/>
                <a:ext cx="588975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zh-CN" altLang="en-US" sz="2200" b="0" dirty="0">
                    <a:solidFill>
                      <a:srgbClr val="FF0000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en-US" sz="2200" b="0" dirty="0">
                    <a:ea typeface="KaiTi" panose="02010609060101010101" pitchFamily="49" charset="-122"/>
                    <a:cs typeface="Times New Roman" panose="02020603050405020304" pitchFamily="18" charset="0"/>
                  </a:rPr>
                  <a:t>  设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b="0" dirty="0">
                    <a:ea typeface="KaiTi" panose="02010609060101010101" pitchFamily="49" charset="-122"/>
                    <a:cs typeface="Times New Roman" panose="02020603050405020304" pitchFamily="18" charset="0"/>
                  </a:rPr>
                  <a:t>表示每毫升血液中含白细胞个数，则    </a:t>
                </a:r>
              </a:p>
            </p:txBody>
          </p:sp>
        </mc:Choice>
        <mc:Fallback xmlns="">
          <p:sp>
            <p:nvSpPr>
              <p:cNvPr id="18437" name="Text Box 5">
                <a:extLst>
                  <a:ext uri="{FF2B5EF4-FFF2-40B4-BE49-F238E27FC236}">
                    <a16:creationId xmlns:a16="http://schemas.microsoft.com/office/drawing/2014/main" id="{0E251B0D-68A0-4F66-27E5-48CA727DE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675" y="3759200"/>
                <a:ext cx="5889754" cy="430887"/>
              </a:xfrm>
              <a:prstGeom prst="rect">
                <a:avLst/>
              </a:prstGeom>
              <a:blipFill>
                <a:blip r:embed="rId3"/>
                <a:stretch>
                  <a:fillRect l="-1290" t="-14706" b="-26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E9827C07-772B-1013-2470-2CABD1FBA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672845"/>
              </p:ext>
            </p:extLst>
          </p:nvPr>
        </p:nvGraphicFramePr>
        <p:xfrm>
          <a:off x="2533135" y="4292600"/>
          <a:ext cx="3910528" cy="47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45935900" imgH="5562600" progId="Equation.DSMT4">
                  <p:embed/>
                </p:oleObj>
              </mc:Choice>
              <mc:Fallback>
                <p:oleObj name="Equation" r:id="rId4" imgW="45935900" imgH="5562600" progId="Equation.DSMT4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E9827C07-772B-1013-2470-2CABD1FBA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135" y="4292600"/>
                        <a:ext cx="3910528" cy="473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2D953926-1622-2018-922C-0D027F637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84763"/>
            <a:ext cx="6094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200">
                <a:ea typeface="KaiTi" panose="02010609060101010101" pitchFamily="49" charset="-122"/>
                <a:cs typeface="Times New Roman" panose="02020603050405020304" pitchFamily="18" charset="0"/>
              </a:rPr>
              <a:t>则  </a:t>
            </a:r>
          </a:p>
        </p:txBody>
      </p:sp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6358FD50-0597-7589-91C1-F37EA9278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188819"/>
              </p:ext>
            </p:extLst>
          </p:nvPr>
        </p:nvGraphicFramePr>
        <p:xfrm>
          <a:off x="1452028" y="5053303"/>
          <a:ext cx="5999678" cy="60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64071500" imgH="6438900" progId="Equation.DSMT4">
                  <p:embed/>
                </p:oleObj>
              </mc:Choice>
              <mc:Fallback>
                <p:oleObj name="Equation" r:id="rId6" imgW="64071500" imgH="6438900" progId="Equation.DSMT4">
                  <p:embed/>
                  <p:pic>
                    <p:nvPicPr>
                      <p:cNvPr id="18440" name="Object 8">
                        <a:extLst>
                          <a:ext uri="{FF2B5EF4-FFF2-40B4-BE49-F238E27FC236}">
                            <a16:creationId xmlns:a16="http://schemas.microsoft.com/office/drawing/2014/main" id="{6358FD50-0597-7589-91C1-F37EA9278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028" y="5053303"/>
                        <a:ext cx="5999678" cy="603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>
            <a:extLst>
              <a:ext uri="{FF2B5EF4-FFF2-40B4-BE49-F238E27FC236}">
                <a16:creationId xmlns:a16="http://schemas.microsoft.com/office/drawing/2014/main" id="{75A782CB-55C9-2D45-8B5B-342321E2D0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201446"/>
              </p:ext>
            </p:extLst>
          </p:nvPr>
        </p:nvGraphicFramePr>
        <p:xfrm>
          <a:off x="4218212" y="5680687"/>
          <a:ext cx="3805356" cy="640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8" imgW="38328600" imgH="6438900" progId="Equation.DSMT4">
                  <p:embed/>
                </p:oleObj>
              </mc:Choice>
              <mc:Fallback>
                <p:oleObj name="Equation" r:id="rId8" imgW="38328600" imgH="6438900" progId="Equation.DSMT4">
                  <p:embed/>
                  <p:pic>
                    <p:nvPicPr>
                      <p:cNvPr id="18441" name="Object 9">
                        <a:extLst>
                          <a:ext uri="{FF2B5EF4-FFF2-40B4-BE49-F238E27FC236}">
                            <a16:creationId xmlns:a16="http://schemas.microsoft.com/office/drawing/2014/main" id="{75A782CB-55C9-2D45-8B5B-342321E2D0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212" y="5680687"/>
                        <a:ext cx="3805356" cy="640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9D6E9D16-08E9-4299-7709-89F04BD27537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B05EB84C-105C-5076-9A21-BD675958FD8F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#9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B7F3BD-0871-108A-C0EF-D3812C9D8848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E8436256-A3B1-1170-222C-A358E054A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761902"/>
              </p:ext>
            </p:extLst>
          </p:nvPr>
        </p:nvGraphicFramePr>
        <p:xfrm>
          <a:off x="1820862" y="3971681"/>
          <a:ext cx="4724317" cy="924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49441100" imgH="9652000" progId="Equation.DSMT4">
                  <p:embed/>
                </p:oleObj>
              </mc:Choice>
              <mc:Fallback>
                <p:oleObj name="Equation" r:id="rId3" imgW="49441100" imgH="9652000" progId="Equation.DSMT4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E8436256-A3B1-1170-222C-A358E054A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2" y="3971681"/>
                        <a:ext cx="4724317" cy="924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 Box 3">
            <a:extLst>
              <a:ext uri="{FF2B5EF4-FFF2-40B4-BE49-F238E27FC236}">
                <a16:creationId xmlns:a16="http://schemas.microsoft.com/office/drawing/2014/main" id="{B6FB24D8-9E98-B407-C376-8879AC344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7" y="4103664"/>
            <a:ext cx="808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而</a:t>
            </a:r>
            <a:r>
              <a:rPr lang="zh-CN" altLang="en-US" dirty="0"/>
              <a:t>   </a:t>
            </a:r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8DFCEA32-980C-E2FB-3F83-59A05C539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367014"/>
              </p:ext>
            </p:extLst>
          </p:nvPr>
        </p:nvGraphicFramePr>
        <p:xfrm>
          <a:off x="2427287" y="5443292"/>
          <a:ext cx="3251618" cy="820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35991800" imgH="9067800" progId="Equation.DSMT4">
                  <p:embed/>
                </p:oleObj>
              </mc:Choice>
              <mc:Fallback>
                <p:oleObj name="Equation" r:id="rId5" imgW="35991800" imgH="9067800" progId="Equation.DSMT4">
                  <p:embed/>
                  <p:pic>
                    <p:nvPicPr>
                      <p:cNvPr id="17412" name="Object 4">
                        <a:extLst>
                          <a:ext uri="{FF2B5EF4-FFF2-40B4-BE49-F238E27FC236}">
                            <a16:creationId xmlns:a16="http://schemas.microsoft.com/office/drawing/2014/main" id="{8DFCEA32-980C-E2FB-3F83-59A05C539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7" y="5443292"/>
                        <a:ext cx="3251618" cy="820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>
            <a:extLst>
              <a:ext uri="{FF2B5EF4-FFF2-40B4-BE49-F238E27FC236}">
                <a16:creationId xmlns:a16="http://schemas.microsoft.com/office/drawing/2014/main" id="{C8B8BC61-72C0-8F4C-1CF2-31BB7CEA2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7" y="5456214"/>
            <a:ext cx="1630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所以    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88C33C-8072-FC4E-91F5-3EF8D7F1D367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FAC986E4-5B97-D970-41A3-2F29E61772C0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#9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E3C69B-6627-F5E0-1C18-0E786B9DA9E6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5FACA1D-A53C-8C00-7E8C-B92786B05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1362907"/>
            <a:ext cx="8186136" cy="136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  已知正常成人血液中，每毫升白细胞数的</a:t>
            </a:r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平均值是</a:t>
            </a:r>
            <a:r>
              <a:rPr lang="en-US" altLang="zh-CN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7300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均方差是</a:t>
            </a:r>
            <a:r>
              <a:rPr lang="en-US" altLang="zh-CN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700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，利用切比雪夫不等式估计</a:t>
            </a:r>
            <a:r>
              <a:rPr lang="zh-CN" altLang="en-US" sz="2200" b="0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每毫升血液含白细胞数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5200~9400</a:t>
            </a:r>
            <a:r>
              <a:rPr lang="zh-CN" altLang="en-US" sz="2200" b="0" dirty="0">
                <a:ea typeface="KaiTi" panose="02010609060101010101" pitchFamily="49" charset="-122"/>
                <a:cs typeface="Times New Roman" panose="02020603050405020304" pitchFamily="18" charset="0"/>
              </a:rPr>
              <a:t>之间的概率。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D761555F-C767-2FE9-9950-6A6377BB4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97577"/>
            <a:ext cx="7886700" cy="4207433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D2E8456-7D98-4837-D83A-A29AB09C2979}"/>
              </a:ext>
            </a:extLst>
          </p:cNvPr>
          <p:cNvSpPr/>
          <p:nvPr/>
        </p:nvSpPr>
        <p:spPr>
          <a:xfrm>
            <a:off x="849085" y="1763486"/>
            <a:ext cx="696685" cy="968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2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</a:t>
            </a:r>
            <a:r>
              <a:rPr kumimoji="1" lang="en-US" altLang="zh-CN" sz="22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  <a:endParaRPr kumimoji="1" lang="zh-CN" altLang="en-US" sz="2200" b="1" dirty="0">
              <a:solidFill>
                <a:srgbClr val="0000FF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06CB92-1413-289E-1511-3D7EA7588989}"/>
              </a:ext>
            </a:extLst>
          </p:cNvPr>
          <p:cNvSpPr/>
          <p:nvPr/>
        </p:nvSpPr>
        <p:spPr>
          <a:xfrm>
            <a:off x="7674429" y="5270272"/>
            <a:ext cx="636238" cy="968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E9EE194E-9918-3AFB-BDBB-916265CF0161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9584FFB2-1325-247F-6F64-E7A7A065BCC0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#10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95AD1F-EB3F-8E86-F72E-E503056243A1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798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A14E1233-5FB7-435E-98AF-6BA4E4160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725" y="1684430"/>
            <a:ext cx="8271886" cy="4673007"/>
          </a:xfr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6238F80F-4295-97C5-6384-2ED8F60D8782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FB3DDB7A-13BC-1B3F-695A-AC51E4222F3D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#10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D6C595-29A4-5C21-26B1-6E0FD8FF4DE0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110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1591</TotalTime>
  <Words>4752</Words>
  <Application>Microsoft Office PowerPoint</Application>
  <PresentationFormat>全屏显示(4:3)</PresentationFormat>
  <Paragraphs>393</Paragraphs>
  <Slides>49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5" baseType="lpstr">
      <vt:lpstr>KaiTi</vt:lpstr>
      <vt:lpstr>TimesNewRomanPS</vt:lpstr>
      <vt:lpstr>TimesNewRomanPSMT</vt:lpstr>
      <vt:lpstr>等线</vt:lpstr>
      <vt:lpstr>华文新魏</vt:lpstr>
      <vt:lpstr>华文新魏</vt:lpstr>
      <vt:lpstr>宋体</vt:lpstr>
      <vt:lpstr>Microsoft YaHei</vt:lpstr>
      <vt:lpstr>Microsoft YaHei</vt:lpstr>
      <vt:lpstr>Arial</vt:lpstr>
      <vt:lpstr>Calibri</vt:lpstr>
      <vt:lpstr>Cambria Math</vt:lpstr>
      <vt:lpstr>Times New Roman</vt:lpstr>
      <vt:lpstr>Office 主题​​</vt:lpstr>
      <vt:lpstr>BMP 图象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 Fei</dc:creator>
  <cp:lastModifiedBy>201</cp:lastModifiedBy>
  <cp:revision>6</cp:revision>
  <dcterms:created xsi:type="dcterms:W3CDTF">2022-03-23T13:04:16Z</dcterms:created>
  <dcterms:modified xsi:type="dcterms:W3CDTF">2023-04-13T07:44:23Z</dcterms:modified>
</cp:coreProperties>
</file>