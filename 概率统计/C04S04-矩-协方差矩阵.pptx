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9" r:id="rId2"/>
    <p:sldId id="257" r:id="rId3"/>
    <p:sldId id="412" r:id="rId4"/>
    <p:sldId id="258" r:id="rId5"/>
    <p:sldId id="413" r:id="rId6"/>
    <p:sldId id="259" r:id="rId7"/>
    <p:sldId id="260" r:id="rId8"/>
    <p:sldId id="414" r:id="rId9"/>
    <p:sldId id="415" r:id="rId10"/>
    <p:sldId id="261" r:id="rId11"/>
    <p:sldId id="41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6"/>
  </p:normalViewPr>
  <p:slideViewPr>
    <p:cSldViewPr snapToGrid="0">
      <p:cViewPr varScale="1">
        <p:scale>
          <a:sx n="105" d="100"/>
          <a:sy n="105" d="100"/>
        </p:scale>
        <p:origin x="1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Fei" userId="d19317889db4c986" providerId="LiveId" clId="{060B1502-BA87-4B44-909A-FF4436D98D31}"/>
    <pc:docChg chg="undo custSel addSld delSld modSld sldOrd">
      <pc:chgData name="Zheng Fei" userId="d19317889db4c986" providerId="LiveId" clId="{060B1502-BA87-4B44-909A-FF4436D98D31}" dt="2022-05-24T08:24:16.275" v="204" actId="20577"/>
      <pc:docMkLst>
        <pc:docMk/>
      </pc:docMkLst>
      <pc:sldChg chg="modSp">
        <pc:chgData name="Zheng Fei" userId="d19317889db4c986" providerId="LiveId" clId="{060B1502-BA87-4B44-909A-FF4436D98D31}" dt="2022-05-24T07:36:00.649" v="4" actId="207"/>
        <pc:sldMkLst>
          <pc:docMk/>
          <pc:sldMk cId="4282182594" sldId="258"/>
        </pc:sldMkLst>
        <pc:spChg chg="mod">
          <ac:chgData name="Zheng Fei" userId="d19317889db4c986" providerId="LiveId" clId="{060B1502-BA87-4B44-909A-FF4436D98D31}" dt="2022-05-24T07:36:00.649" v="4" actId="207"/>
          <ac:spMkLst>
            <pc:docMk/>
            <pc:sldMk cId="4282182594" sldId="258"/>
            <ac:spMk id="4" creationId="{94122086-8B36-9DC7-8611-CB1AEE1CA682}"/>
          </ac:spMkLst>
        </pc:spChg>
      </pc:sldChg>
      <pc:sldChg chg="modSp">
        <pc:chgData name="Zheng Fei" userId="d19317889db4c986" providerId="LiveId" clId="{060B1502-BA87-4B44-909A-FF4436D98D31}" dt="2022-05-24T07:48:27.212" v="32" actId="113"/>
        <pc:sldMkLst>
          <pc:docMk/>
          <pc:sldMk cId="3845850111" sldId="260"/>
        </pc:sldMkLst>
        <pc:spChg chg="mod">
          <ac:chgData name="Zheng Fei" userId="d19317889db4c986" providerId="LiveId" clId="{060B1502-BA87-4B44-909A-FF4436D98D31}" dt="2022-05-24T07:48:27.212" v="32" actId="113"/>
          <ac:spMkLst>
            <pc:docMk/>
            <pc:sldMk cId="3845850111" sldId="260"/>
            <ac:spMk id="4" creationId="{56101FCB-1030-32FB-62F4-1819AF7DBA76}"/>
          </ac:spMkLst>
        </pc:spChg>
      </pc:sldChg>
      <pc:sldChg chg="modSp mod">
        <pc:chgData name="Zheng Fei" userId="d19317889db4c986" providerId="LiveId" clId="{060B1502-BA87-4B44-909A-FF4436D98D31}" dt="2022-05-24T08:10:39.578" v="67" actId="207"/>
        <pc:sldMkLst>
          <pc:docMk/>
          <pc:sldMk cId="2775391666" sldId="263"/>
        </pc:sldMkLst>
        <pc:spChg chg="mod">
          <ac:chgData name="Zheng Fei" userId="d19317889db4c986" providerId="LiveId" clId="{060B1502-BA87-4B44-909A-FF4436D98D31}" dt="2022-05-24T08:10:39.578" v="67" actId="207"/>
          <ac:spMkLst>
            <pc:docMk/>
            <pc:sldMk cId="2775391666" sldId="263"/>
            <ac:spMk id="3" creationId="{2F844906-05F1-87FE-9B4D-735A13034A14}"/>
          </ac:spMkLst>
        </pc:spChg>
      </pc:sldChg>
      <pc:sldChg chg="delSp mod">
        <pc:chgData name="Zheng Fei" userId="d19317889db4c986" providerId="LiveId" clId="{060B1502-BA87-4B44-909A-FF4436D98D31}" dt="2022-05-24T08:07:46.675" v="50" actId="478"/>
        <pc:sldMkLst>
          <pc:docMk/>
          <pc:sldMk cId="3902313652" sldId="264"/>
        </pc:sldMkLst>
        <pc:spChg chg="del">
          <ac:chgData name="Zheng Fei" userId="d19317889db4c986" providerId="LiveId" clId="{060B1502-BA87-4B44-909A-FF4436D98D31}" dt="2022-05-24T08:07:46.675" v="50" actId="478"/>
          <ac:spMkLst>
            <pc:docMk/>
            <pc:sldMk cId="3902313652" sldId="264"/>
            <ac:spMk id="3" creationId="{E5E3EA06-FA96-2A62-2C83-E0AF8A70AC22}"/>
          </ac:spMkLst>
        </pc:spChg>
        <pc:spChg chg="del">
          <ac:chgData name="Zheng Fei" userId="d19317889db4c986" providerId="LiveId" clId="{060B1502-BA87-4B44-909A-FF4436D98D31}" dt="2022-05-24T08:07:44.405" v="49" actId="478"/>
          <ac:spMkLst>
            <pc:docMk/>
            <pc:sldMk cId="3902313652" sldId="264"/>
            <ac:spMk id="6" creationId="{D3A205E3-8668-0717-470C-5596F83F8C94}"/>
          </ac:spMkLst>
        </pc:spChg>
      </pc:sldChg>
      <pc:sldChg chg="ord">
        <pc:chgData name="Zheng Fei" userId="d19317889db4c986" providerId="LiveId" clId="{060B1502-BA87-4B44-909A-FF4436D98D31}" dt="2022-05-24T08:12:01.174" v="71" actId="20578"/>
        <pc:sldMkLst>
          <pc:docMk/>
          <pc:sldMk cId="3679873536" sldId="265"/>
        </pc:sldMkLst>
      </pc:sldChg>
      <pc:sldChg chg="modSp mod">
        <pc:chgData name="Zheng Fei" userId="d19317889db4c986" providerId="LiveId" clId="{060B1502-BA87-4B44-909A-FF4436D98D31}" dt="2022-05-24T08:19:24.076" v="154" actId="20577"/>
        <pc:sldMkLst>
          <pc:docMk/>
          <pc:sldMk cId="1676781785" sldId="266"/>
        </pc:sldMkLst>
        <pc:spChg chg="mod">
          <ac:chgData name="Zheng Fei" userId="d19317889db4c986" providerId="LiveId" clId="{060B1502-BA87-4B44-909A-FF4436D98D31}" dt="2022-05-24T08:19:24.076" v="154" actId="20577"/>
          <ac:spMkLst>
            <pc:docMk/>
            <pc:sldMk cId="1676781785" sldId="266"/>
            <ac:spMk id="4" creationId="{527F980E-2CD7-E6CD-831D-20BF3E14B865}"/>
          </ac:spMkLst>
        </pc:spChg>
      </pc:sldChg>
      <pc:sldChg chg="addSp delSp modSp mod">
        <pc:chgData name="Zheng Fei" userId="d19317889db4c986" providerId="LiveId" clId="{060B1502-BA87-4B44-909A-FF4436D98D31}" dt="2022-05-24T08:21:32.950" v="178" actId="1076"/>
        <pc:sldMkLst>
          <pc:docMk/>
          <pc:sldMk cId="1946586258" sldId="267"/>
        </pc:sldMkLst>
        <pc:spChg chg="mod">
          <ac:chgData name="Zheng Fei" userId="d19317889db4c986" providerId="LiveId" clId="{060B1502-BA87-4B44-909A-FF4436D98D31}" dt="2022-05-24T08:19:37.072" v="157" actId="2711"/>
          <ac:spMkLst>
            <pc:docMk/>
            <pc:sldMk cId="1946586258" sldId="267"/>
            <ac:spMk id="2" creationId="{1B503C03-A1D1-9446-872F-FA5ACB4CAA32}"/>
          </ac:spMkLst>
        </pc:spChg>
        <pc:spChg chg="mod">
          <ac:chgData name="Zheng Fei" userId="d19317889db4c986" providerId="LiveId" clId="{060B1502-BA87-4B44-909A-FF4436D98D31}" dt="2022-05-24T08:21:28.587" v="177" actId="20577"/>
          <ac:spMkLst>
            <pc:docMk/>
            <pc:sldMk cId="1946586258" sldId="267"/>
            <ac:spMk id="3" creationId="{EB565B5E-1F5F-A8B4-E885-99B5E93C4542}"/>
          </ac:spMkLst>
        </pc:spChg>
        <pc:spChg chg="add del mod">
          <ac:chgData name="Zheng Fei" userId="d19317889db4c986" providerId="LiveId" clId="{060B1502-BA87-4B44-909A-FF4436D98D31}" dt="2022-05-24T08:21:24.458" v="174" actId="21"/>
          <ac:spMkLst>
            <pc:docMk/>
            <pc:sldMk cId="1946586258" sldId="267"/>
            <ac:spMk id="4" creationId="{B196EAC1-7FEC-0D74-3035-0F50DA2EE2F6}"/>
          </ac:spMkLst>
        </pc:spChg>
        <pc:spChg chg="add mod">
          <ac:chgData name="Zheng Fei" userId="d19317889db4c986" providerId="LiveId" clId="{060B1502-BA87-4B44-909A-FF4436D98D31}" dt="2022-05-24T08:21:32.950" v="178" actId="1076"/>
          <ac:spMkLst>
            <pc:docMk/>
            <pc:sldMk cId="1946586258" sldId="267"/>
            <ac:spMk id="5" creationId="{EFB1EF3C-2AF5-A24C-0CCE-F737C1ABFA12}"/>
          </ac:spMkLst>
        </pc:spChg>
      </pc:sldChg>
      <pc:sldChg chg="delSp modSp mod">
        <pc:chgData name="Zheng Fei" userId="d19317889db4c986" providerId="LiveId" clId="{060B1502-BA87-4B44-909A-FF4436D98D31}" dt="2022-05-24T08:14:17.610" v="85" actId="478"/>
        <pc:sldMkLst>
          <pc:docMk/>
          <pc:sldMk cId="3890819885" sldId="283"/>
        </pc:sldMkLst>
        <pc:spChg chg="del">
          <ac:chgData name="Zheng Fei" userId="d19317889db4c986" providerId="LiveId" clId="{060B1502-BA87-4B44-909A-FF4436D98D31}" dt="2022-05-24T08:14:17.610" v="85" actId="478"/>
          <ac:spMkLst>
            <pc:docMk/>
            <pc:sldMk cId="3890819885" sldId="283"/>
            <ac:spMk id="2" creationId="{4E5CDEEE-4515-99FD-7F0E-21EEE6C32833}"/>
          </ac:spMkLst>
        </pc:spChg>
        <pc:picChg chg="mod">
          <ac:chgData name="Zheng Fei" userId="d19317889db4c986" providerId="LiveId" clId="{060B1502-BA87-4B44-909A-FF4436D98D31}" dt="2022-05-24T08:14:16.321" v="84" actId="1076"/>
          <ac:picMkLst>
            <pc:docMk/>
            <pc:sldMk cId="3890819885" sldId="283"/>
            <ac:picMk id="5" creationId="{B7401653-45B9-8FFC-941D-9509960D29EB}"/>
          </ac:picMkLst>
        </pc:picChg>
      </pc:sldChg>
      <pc:sldChg chg="modSp mod">
        <pc:chgData name="Zheng Fei" userId="d19317889db4c986" providerId="LiveId" clId="{060B1502-BA87-4B44-909A-FF4436D98D31}" dt="2022-05-24T07:38:10.480" v="31" actId="1035"/>
        <pc:sldMkLst>
          <pc:docMk/>
          <pc:sldMk cId="2143558873" sldId="413"/>
        </pc:sldMkLst>
        <pc:spChg chg="mod">
          <ac:chgData name="Zheng Fei" userId="d19317889db4c986" providerId="LiveId" clId="{060B1502-BA87-4B44-909A-FF4436D98D31}" dt="2022-05-24T07:38:10.480" v="31" actId="1035"/>
          <ac:spMkLst>
            <pc:docMk/>
            <pc:sldMk cId="2143558873" sldId="413"/>
            <ac:spMk id="3" creationId="{EFE00AAA-8230-BA09-40C6-2AEB1EF88914}"/>
          </ac:spMkLst>
        </pc:spChg>
        <pc:spChg chg="mod">
          <ac:chgData name="Zheng Fei" userId="d19317889db4c986" providerId="LiveId" clId="{060B1502-BA87-4B44-909A-FF4436D98D31}" dt="2022-05-24T07:37:18.654" v="5"/>
          <ac:spMkLst>
            <pc:docMk/>
            <pc:sldMk cId="2143558873" sldId="413"/>
            <ac:spMk id="4" creationId="{94122086-8B36-9DC7-8611-CB1AEE1CA682}"/>
          </ac:spMkLst>
        </pc:spChg>
        <pc:graphicFrameChg chg="mod">
          <ac:chgData name="Zheng Fei" userId="d19317889db4c986" providerId="LiveId" clId="{060B1502-BA87-4B44-909A-FF4436D98D31}" dt="2022-05-24T07:38:10.480" v="31" actId="1035"/>
          <ac:graphicFrameMkLst>
            <pc:docMk/>
            <pc:sldMk cId="2143558873" sldId="413"/>
            <ac:graphicFrameMk id="2" creationId="{A3699759-089C-4307-E574-353C277EA29F}"/>
          </ac:graphicFrameMkLst>
        </pc:graphicFrameChg>
      </pc:sldChg>
      <pc:sldChg chg="modSp mod">
        <pc:chgData name="Zheng Fei" userId="d19317889db4c986" providerId="LiveId" clId="{060B1502-BA87-4B44-909A-FF4436D98D31}" dt="2022-05-24T07:55:59.282" v="45" actId="1035"/>
        <pc:sldMkLst>
          <pc:docMk/>
          <pc:sldMk cId="867047197" sldId="416"/>
        </pc:sldMkLst>
        <pc:spChg chg="mod">
          <ac:chgData name="Zheng Fei" userId="d19317889db4c986" providerId="LiveId" clId="{060B1502-BA87-4B44-909A-FF4436D98D31}" dt="2022-05-24T07:55:59.282" v="45" actId="1035"/>
          <ac:spMkLst>
            <pc:docMk/>
            <pc:sldMk cId="867047197" sldId="416"/>
            <ac:spMk id="2" creationId="{3A67ED50-435D-E720-2BD7-B7E1EF99770F}"/>
          </ac:spMkLst>
        </pc:spChg>
      </pc:sldChg>
      <pc:sldChg chg="add">
        <pc:chgData name="Zheng Fei" userId="d19317889db4c986" providerId="LiveId" clId="{060B1502-BA87-4B44-909A-FF4436D98D31}" dt="2022-05-24T07:56:14.452" v="47"/>
        <pc:sldMkLst>
          <pc:docMk/>
          <pc:sldMk cId="203695466" sldId="428"/>
        </pc:sldMkLst>
      </pc:sldChg>
      <pc:sldChg chg="del">
        <pc:chgData name="Zheng Fei" userId="d19317889db4c986" providerId="LiveId" clId="{060B1502-BA87-4B44-909A-FF4436D98D31}" dt="2022-05-24T07:56:10.905" v="46" actId="2696"/>
        <pc:sldMkLst>
          <pc:docMk/>
          <pc:sldMk cId="1350384850" sldId="428"/>
        </pc:sldMkLst>
      </pc:sldChg>
      <pc:sldChg chg="del">
        <pc:chgData name="Zheng Fei" userId="d19317889db4c986" providerId="LiveId" clId="{060B1502-BA87-4B44-909A-FF4436D98D31}" dt="2022-05-24T07:56:10.905" v="46" actId="2696"/>
        <pc:sldMkLst>
          <pc:docMk/>
          <pc:sldMk cId="1551269373" sldId="429"/>
        </pc:sldMkLst>
      </pc:sldChg>
      <pc:sldChg chg="add">
        <pc:chgData name="Zheng Fei" userId="d19317889db4c986" providerId="LiveId" clId="{060B1502-BA87-4B44-909A-FF4436D98D31}" dt="2022-05-24T07:56:14.452" v="47"/>
        <pc:sldMkLst>
          <pc:docMk/>
          <pc:sldMk cId="1879757636" sldId="429"/>
        </pc:sldMkLst>
      </pc:sldChg>
      <pc:sldChg chg="modSp">
        <pc:chgData name="Zheng Fei" userId="d19317889db4c986" providerId="LiveId" clId="{060B1502-BA87-4B44-909A-FF4436D98D31}" dt="2022-05-24T08:10:05.708" v="64" actId="207"/>
        <pc:sldMkLst>
          <pc:docMk/>
          <pc:sldMk cId="1888292715" sldId="431"/>
        </pc:sldMkLst>
        <pc:spChg chg="mod">
          <ac:chgData name="Zheng Fei" userId="d19317889db4c986" providerId="LiveId" clId="{060B1502-BA87-4B44-909A-FF4436D98D31}" dt="2022-05-24T08:10:05.708" v="64" actId="207"/>
          <ac:spMkLst>
            <pc:docMk/>
            <pc:sldMk cId="1888292715" sldId="431"/>
            <ac:spMk id="5" creationId="{405922E4-8D9D-2AFF-27F8-F04E74295AD8}"/>
          </ac:spMkLst>
        </pc:spChg>
      </pc:sldChg>
      <pc:sldChg chg="modSp">
        <pc:chgData name="Zheng Fei" userId="d19317889db4c986" providerId="LiveId" clId="{060B1502-BA87-4B44-909A-FF4436D98D31}" dt="2022-05-24T08:12:39.190" v="74" actId="20577"/>
        <pc:sldMkLst>
          <pc:docMk/>
          <pc:sldMk cId="360062277" sldId="436"/>
        </pc:sldMkLst>
        <pc:spChg chg="mod">
          <ac:chgData name="Zheng Fei" userId="d19317889db4c986" providerId="LiveId" clId="{060B1502-BA87-4B44-909A-FF4436D98D31}" dt="2022-05-24T08:12:39.190" v="74" actId="20577"/>
          <ac:spMkLst>
            <pc:docMk/>
            <pc:sldMk cId="360062277" sldId="436"/>
            <ac:spMk id="4" creationId="{24AAB5E0-E891-15FC-03E0-585F8C68753A}"/>
          </ac:spMkLst>
        </pc:spChg>
      </pc:sldChg>
      <pc:sldChg chg="addSp delSp modSp mod">
        <pc:chgData name="Zheng Fei" userId="d19317889db4c986" providerId="LiveId" clId="{060B1502-BA87-4B44-909A-FF4436D98D31}" dt="2022-05-24T08:24:16.275" v="204" actId="20577"/>
        <pc:sldMkLst>
          <pc:docMk/>
          <pc:sldMk cId="490015169" sldId="438"/>
        </pc:sldMkLst>
        <pc:spChg chg="del">
          <ac:chgData name="Zheng Fei" userId="d19317889db4c986" providerId="LiveId" clId="{060B1502-BA87-4B44-909A-FF4436D98D31}" dt="2022-05-24T08:19:53.263" v="158" actId="478"/>
          <ac:spMkLst>
            <pc:docMk/>
            <pc:sldMk cId="490015169" sldId="438"/>
            <ac:spMk id="2" creationId="{1B503C03-A1D1-9446-872F-FA5ACB4CAA32}"/>
          </ac:spMkLst>
        </pc:spChg>
        <pc:spChg chg="mod">
          <ac:chgData name="Zheng Fei" userId="d19317889db4c986" providerId="LiveId" clId="{060B1502-BA87-4B44-909A-FF4436D98D31}" dt="2022-05-24T08:24:16.275" v="204" actId="20577"/>
          <ac:spMkLst>
            <pc:docMk/>
            <pc:sldMk cId="490015169" sldId="438"/>
            <ac:spMk id="3" creationId="{EB565B5E-1F5F-A8B4-E885-99B5E93C4542}"/>
          </ac:spMkLst>
        </pc:spChg>
        <pc:spChg chg="add del mod">
          <ac:chgData name="Zheng Fei" userId="d19317889db4c986" providerId="LiveId" clId="{060B1502-BA87-4B44-909A-FF4436D98D31}" dt="2022-05-24T08:19:56.167" v="159" actId="478"/>
          <ac:spMkLst>
            <pc:docMk/>
            <pc:sldMk cId="490015169" sldId="438"/>
            <ac:spMk id="5" creationId="{4654C66E-17DE-8B90-EA21-072BBE0919BA}"/>
          </ac:spMkLst>
        </pc:spChg>
        <pc:spChg chg="add mod">
          <ac:chgData name="Zheng Fei" userId="d19317889db4c986" providerId="LiveId" clId="{060B1502-BA87-4B44-909A-FF4436D98D31}" dt="2022-05-24T08:20:01.744" v="160"/>
          <ac:spMkLst>
            <pc:docMk/>
            <pc:sldMk cId="490015169" sldId="438"/>
            <ac:spMk id="6" creationId="{83752A43-059B-431B-16B6-7548A5B32ED6}"/>
          </ac:spMkLst>
        </pc:spChg>
      </pc:sldChg>
      <pc:sldChg chg="modSp">
        <pc:chgData name="Zheng Fei" userId="d19317889db4c986" providerId="LiveId" clId="{060B1502-BA87-4B44-909A-FF4436D98D31}" dt="2022-05-24T08:18:38.272" v="147"/>
        <pc:sldMkLst>
          <pc:docMk/>
          <pc:sldMk cId="588134162" sldId="441"/>
        </pc:sldMkLst>
        <pc:spChg chg="mod">
          <ac:chgData name="Zheng Fei" userId="d19317889db4c986" providerId="LiveId" clId="{060B1502-BA87-4B44-909A-FF4436D98D31}" dt="2022-05-24T08:18:38.272" v="147"/>
          <ac:spMkLst>
            <pc:docMk/>
            <pc:sldMk cId="588134162" sldId="441"/>
            <ac:spMk id="4" creationId="{527F980E-2CD7-E6CD-831D-20BF3E14B865}"/>
          </ac:spMkLst>
        </pc:spChg>
      </pc:sldChg>
      <pc:sldChg chg="addSp delSp modSp mod">
        <pc:chgData name="Zheng Fei" userId="d19317889db4c986" providerId="LiveId" clId="{060B1502-BA87-4B44-909A-FF4436D98D31}" dt="2022-05-24T08:08:18.509" v="58" actId="14100"/>
        <pc:sldMkLst>
          <pc:docMk/>
          <pc:sldMk cId="749143287" sldId="442"/>
        </pc:sldMkLst>
        <pc:spChg chg="del">
          <ac:chgData name="Zheng Fei" userId="d19317889db4c986" providerId="LiveId" clId="{060B1502-BA87-4B44-909A-FF4436D98D31}" dt="2022-05-24T08:07:53.568" v="51" actId="478"/>
          <ac:spMkLst>
            <pc:docMk/>
            <pc:sldMk cId="749143287" sldId="442"/>
            <ac:spMk id="6" creationId="{81C3D007-9B8A-19A1-03E5-C7D0F2BA311D}"/>
          </ac:spMkLst>
        </pc:spChg>
        <pc:spChg chg="mod">
          <ac:chgData name="Zheng Fei" userId="d19317889db4c986" providerId="LiveId" clId="{060B1502-BA87-4B44-909A-FF4436D98D31}" dt="2022-05-24T08:08:13.724" v="56" actId="14100"/>
          <ac:spMkLst>
            <pc:docMk/>
            <pc:sldMk cId="749143287" sldId="442"/>
            <ac:spMk id="9" creationId="{C12CFF99-BDEC-6A69-685A-7DA7F23983EC}"/>
          </ac:spMkLst>
        </pc:spChg>
        <pc:spChg chg="mod">
          <ac:chgData name="Zheng Fei" userId="d19317889db4c986" providerId="LiveId" clId="{060B1502-BA87-4B44-909A-FF4436D98D31}" dt="2022-05-24T08:08:18.509" v="58" actId="14100"/>
          <ac:spMkLst>
            <pc:docMk/>
            <pc:sldMk cId="749143287" sldId="442"/>
            <ac:spMk id="10" creationId="{FEAFE1D3-F65E-7C6B-DF7B-FE6B752CCA7A}"/>
          </ac:spMkLst>
        </pc:spChg>
        <pc:spChg chg="add mod">
          <ac:chgData name="Zheng Fei" userId="d19317889db4c986" providerId="LiveId" clId="{060B1502-BA87-4B44-909A-FF4436D98D31}" dt="2022-05-24T08:07:57.789" v="52"/>
          <ac:spMkLst>
            <pc:docMk/>
            <pc:sldMk cId="749143287" sldId="442"/>
            <ac:spMk id="11" creationId="{BE2F8369-8BD2-583B-DFE3-FA9A025F79F9}"/>
          </ac:spMkLst>
        </pc:spChg>
        <pc:grpChg chg="mod">
          <ac:chgData name="Zheng Fei" userId="d19317889db4c986" providerId="LiveId" clId="{060B1502-BA87-4B44-909A-FF4436D98D31}" dt="2022-05-24T08:08:04.259" v="54" actId="1076"/>
          <ac:grpSpMkLst>
            <pc:docMk/>
            <pc:sldMk cId="749143287" sldId="442"/>
            <ac:grpSpMk id="7" creationId="{F8F5963D-806B-856D-70D2-4FC4F91EECA5}"/>
          </ac:grpSpMkLst>
        </pc:grpChg>
      </pc:sldChg>
      <pc:sldChg chg="addSp delSp modSp mod">
        <pc:chgData name="Zheng Fei" userId="d19317889db4c986" providerId="LiveId" clId="{060B1502-BA87-4B44-909A-FF4436D98D31}" dt="2022-05-24T08:13:18.588" v="82" actId="14100"/>
        <pc:sldMkLst>
          <pc:docMk/>
          <pc:sldMk cId="3494439301" sldId="443"/>
        </pc:sldMkLst>
        <pc:spChg chg="del">
          <ac:chgData name="Zheng Fei" userId="d19317889db4c986" providerId="LiveId" clId="{060B1502-BA87-4B44-909A-FF4436D98D31}" dt="2022-05-24T08:12:55.650" v="75" actId="478"/>
          <ac:spMkLst>
            <pc:docMk/>
            <pc:sldMk cId="3494439301" sldId="443"/>
            <ac:spMk id="4" creationId="{519C04D5-A98D-4237-9E1F-03EDB02F7398}"/>
          </ac:spMkLst>
        </pc:spChg>
        <pc:spChg chg="mod">
          <ac:chgData name="Zheng Fei" userId="d19317889db4c986" providerId="LiveId" clId="{060B1502-BA87-4B44-909A-FF4436D98D31}" dt="2022-05-24T08:13:13.021" v="80" actId="14100"/>
          <ac:spMkLst>
            <pc:docMk/>
            <pc:sldMk cId="3494439301" sldId="443"/>
            <ac:spMk id="6" creationId="{266358F7-AC12-09ED-8935-A0773E9F7401}"/>
          </ac:spMkLst>
        </pc:spChg>
        <pc:spChg chg="mod">
          <ac:chgData name="Zheng Fei" userId="d19317889db4c986" providerId="LiveId" clId="{060B1502-BA87-4B44-909A-FF4436D98D31}" dt="2022-05-24T08:13:18.588" v="82" actId="14100"/>
          <ac:spMkLst>
            <pc:docMk/>
            <pc:sldMk cId="3494439301" sldId="443"/>
            <ac:spMk id="7" creationId="{546379B8-12AE-D3FF-CEF0-BEF899D0E93B}"/>
          </ac:spMkLst>
        </pc:spChg>
        <pc:spChg chg="add mod">
          <ac:chgData name="Zheng Fei" userId="d19317889db4c986" providerId="LiveId" clId="{060B1502-BA87-4B44-909A-FF4436D98D31}" dt="2022-05-24T08:13:00.177" v="76"/>
          <ac:spMkLst>
            <pc:docMk/>
            <pc:sldMk cId="3494439301" sldId="443"/>
            <ac:spMk id="8" creationId="{4229C94B-64D1-0C32-260D-E002E4AB3C84}"/>
          </ac:spMkLst>
        </pc:spChg>
        <pc:picChg chg="mod">
          <ac:chgData name="Zheng Fei" userId="d19317889db4c986" providerId="LiveId" clId="{060B1502-BA87-4B44-909A-FF4436D98D31}" dt="2022-05-24T08:13:05.654" v="78" actId="1076"/>
          <ac:picMkLst>
            <pc:docMk/>
            <pc:sldMk cId="3494439301" sldId="443"/>
            <ac:picMk id="5" creationId="{07CF9D4A-6C79-80AC-6DD0-6C6451AB2848}"/>
          </ac:picMkLst>
        </pc:picChg>
      </pc:sldChg>
      <pc:sldChg chg="new del">
        <pc:chgData name="Zheng Fei" userId="d19317889db4c986" providerId="LiveId" clId="{060B1502-BA87-4B44-909A-FF4436D98D31}" dt="2022-05-24T08:07:07.984" v="48" actId="2696"/>
        <pc:sldMkLst>
          <pc:docMk/>
          <pc:sldMk cId="2519366109" sldId="444"/>
        </pc:sldMkLst>
      </pc:sldChg>
      <pc:sldChg chg="delSp modSp new mod">
        <pc:chgData name="Zheng Fei" userId="d19317889db4c986" providerId="LiveId" clId="{060B1502-BA87-4B44-909A-FF4436D98D31}" dt="2022-05-24T08:18:03.014" v="145" actId="478"/>
        <pc:sldMkLst>
          <pc:docMk/>
          <pc:sldMk cId="2816529048" sldId="444"/>
        </pc:sldMkLst>
        <pc:spChg chg="del">
          <ac:chgData name="Zheng Fei" userId="d19317889db4c986" providerId="LiveId" clId="{060B1502-BA87-4B44-909A-FF4436D98D31}" dt="2022-05-24T08:18:03.014" v="145" actId="478"/>
          <ac:spMkLst>
            <pc:docMk/>
            <pc:sldMk cId="2816529048" sldId="444"/>
            <ac:spMk id="2" creationId="{DBA6A337-AB90-8A72-22BD-23FDDC290793}"/>
          </ac:spMkLst>
        </pc:spChg>
        <pc:spChg chg="mod">
          <ac:chgData name="Zheng Fei" userId="d19317889db4c986" providerId="LiveId" clId="{060B1502-BA87-4B44-909A-FF4436D98D31}" dt="2022-05-24T08:17:57.038" v="144" actId="27636"/>
          <ac:spMkLst>
            <pc:docMk/>
            <pc:sldMk cId="2816529048" sldId="444"/>
            <ac:spMk id="3" creationId="{671D1540-96A4-1ADD-4FF0-37A7AE4C07BC}"/>
          </ac:spMkLst>
        </pc:spChg>
      </pc:sldChg>
      <pc:sldChg chg="modSp add mod">
        <pc:chgData name="Zheng Fei" userId="d19317889db4c986" providerId="LiveId" clId="{060B1502-BA87-4B44-909A-FF4436D98D31}" dt="2022-05-24T08:20:13.485" v="163" actId="20577"/>
        <pc:sldMkLst>
          <pc:docMk/>
          <pc:sldMk cId="3009351744" sldId="445"/>
        </pc:sldMkLst>
        <pc:spChg chg="mod">
          <ac:chgData name="Zheng Fei" userId="d19317889db4c986" providerId="LiveId" clId="{060B1502-BA87-4B44-909A-FF4436D98D31}" dt="2022-05-24T08:20:13.485" v="163" actId="20577"/>
          <ac:spMkLst>
            <pc:docMk/>
            <pc:sldMk cId="3009351744" sldId="445"/>
            <ac:spMk id="3" creationId="{EB565B5E-1F5F-A8B4-E885-99B5E93C4542}"/>
          </ac:spMkLst>
        </pc:spChg>
      </pc:sldChg>
      <pc:sldChg chg="addSp delSp modSp add mod">
        <pc:chgData name="Zheng Fei" userId="d19317889db4c986" providerId="LiveId" clId="{060B1502-BA87-4B44-909A-FF4436D98D31}" dt="2022-05-24T08:22:32.811" v="191" actId="255"/>
        <pc:sldMkLst>
          <pc:docMk/>
          <pc:sldMk cId="260859955" sldId="446"/>
        </pc:sldMkLst>
        <pc:spChg chg="del">
          <ac:chgData name="Zheng Fei" userId="d19317889db4c986" providerId="LiveId" clId="{060B1502-BA87-4B44-909A-FF4436D98D31}" dt="2022-05-24T08:21:39.027" v="179" actId="478"/>
          <ac:spMkLst>
            <pc:docMk/>
            <pc:sldMk cId="260859955" sldId="446"/>
            <ac:spMk id="2" creationId="{911E2F3C-AD53-4D88-B1E1-92640C65F1A7}"/>
          </ac:spMkLst>
        </pc:spChg>
        <pc:spChg chg="add mod">
          <ac:chgData name="Zheng Fei" userId="d19317889db4c986" providerId="LiveId" clId="{060B1502-BA87-4B44-909A-FF4436D98D31}" dt="2022-05-24T08:22:32.811" v="191" actId="255"/>
          <ac:spMkLst>
            <pc:docMk/>
            <pc:sldMk cId="260859955" sldId="446"/>
            <ac:spMk id="4" creationId="{B1AC7672-261A-A23B-A804-8EFF8C8CAD09}"/>
          </ac:spMkLst>
        </pc:spChg>
        <pc:spChg chg="mod">
          <ac:chgData name="Zheng Fei" userId="d19317889db4c986" providerId="LiveId" clId="{060B1502-BA87-4B44-909A-FF4436D98D31}" dt="2022-05-24T08:22:13.400" v="189" actId="1076"/>
          <ac:spMkLst>
            <pc:docMk/>
            <pc:sldMk cId="260859955" sldId="446"/>
            <ac:spMk id="5" creationId="{3AF664BF-7DCD-674E-6C91-40C6EE70A5C2}"/>
          </ac:spMkLst>
        </pc:spChg>
      </pc:sldChg>
    </pc:docChg>
  </pc:docChgLst>
  <pc:docChgLst>
    <pc:chgData name="Fei Zheng" userId="d19317889db4c986" providerId="LiveId" clId="{6363F3F9-316B-BE45-BDC0-ED175C6266A0}"/>
    <pc:docChg chg="undo custSel delSld modSld">
      <pc:chgData name="Fei Zheng" userId="d19317889db4c986" providerId="LiveId" clId="{6363F3F9-316B-BE45-BDC0-ED175C6266A0}" dt="2023-04-17T14:19:57.110" v="53" actId="113"/>
      <pc:docMkLst>
        <pc:docMk/>
      </pc:docMkLst>
      <pc:sldChg chg="del">
        <pc:chgData name="Fei Zheng" userId="d19317889db4c986" providerId="LiveId" clId="{6363F3F9-316B-BE45-BDC0-ED175C6266A0}" dt="2023-04-17T14:19:34.249" v="39" actId="2696"/>
        <pc:sldMkLst>
          <pc:docMk/>
          <pc:sldMk cId="2133402409" sldId="256"/>
        </pc:sldMkLst>
      </pc:sldChg>
      <pc:sldChg chg="modSp mod">
        <pc:chgData name="Fei Zheng" userId="d19317889db4c986" providerId="LiveId" clId="{6363F3F9-316B-BE45-BDC0-ED175C6266A0}" dt="2023-04-17T14:19:57.110" v="53" actId="113"/>
        <pc:sldMkLst>
          <pc:docMk/>
          <pc:sldMk cId="1671800912" sldId="257"/>
        </pc:sldMkLst>
        <pc:spChg chg="mod">
          <ac:chgData name="Fei Zheng" userId="d19317889db4c986" providerId="LiveId" clId="{6363F3F9-316B-BE45-BDC0-ED175C6266A0}" dt="2023-04-17T14:19:57.110" v="53" actId="113"/>
          <ac:spMkLst>
            <pc:docMk/>
            <pc:sldMk cId="1671800912" sldId="257"/>
            <ac:spMk id="3" creationId="{AF0964D1-11E1-10CF-1FD4-561E5DABBFE9}"/>
          </ac:spMkLst>
        </pc:spChg>
      </pc:sldChg>
      <pc:sldChg chg="del">
        <pc:chgData name="Fei Zheng" userId="d19317889db4c986" providerId="LiveId" clId="{6363F3F9-316B-BE45-BDC0-ED175C6266A0}" dt="2023-04-17T14:19:33.106" v="20" actId="2696"/>
        <pc:sldMkLst>
          <pc:docMk/>
          <pc:sldMk cId="885761587" sldId="262"/>
        </pc:sldMkLst>
      </pc:sldChg>
      <pc:sldChg chg="del">
        <pc:chgData name="Fei Zheng" userId="d19317889db4c986" providerId="LiveId" clId="{6363F3F9-316B-BE45-BDC0-ED175C6266A0}" dt="2023-04-17T14:19:33.222" v="21" actId="2696"/>
        <pc:sldMkLst>
          <pc:docMk/>
          <pc:sldMk cId="2775391666" sldId="263"/>
        </pc:sldMkLst>
      </pc:sldChg>
      <pc:sldChg chg="del">
        <pc:chgData name="Fei Zheng" userId="d19317889db4c986" providerId="LiveId" clId="{6363F3F9-316B-BE45-BDC0-ED175C6266A0}" dt="2023-04-17T14:19:33.271" v="23" actId="2696"/>
        <pc:sldMkLst>
          <pc:docMk/>
          <pc:sldMk cId="3902313652" sldId="264"/>
        </pc:sldMkLst>
      </pc:sldChg>
      <pc:sldChg chg="del">
        <pc:chgData name="Fei Zheng" userId="d19317889db4c986" providerId="LiveId" clId="{6363F3F9-316B-BE45-BDC0-ED175C6266A0}" dt="2023-04-17T14:19:34.768" v="47" actId="2696"/>
        <pc:sldMkLst>
          <pc:docMk/>
          <pc:sldMk cId="3679873536" sldId="265"/>
        </pc:sldMkLst>
      </pc:sldChg>
      <pc:sldChg chg="del">
        <pc:chgData name="Fei Zheng" userId="d19317889db4c986" providerId="LiveId" clId="{6363F3F9-316B-BE45-BDC0-ED175C6266A0}" dt="2023-04-17T14:19:32.923" v="16" actId="2696"/>
        <pc:sldMkLst>
          <pc:docMk/>
          <pc:sldMk cId="1676781785" sldId="266"/>
        </pc:sldMkLst>
      </pc:sldChg>
      <pc:sldChg chg="del">
        <pc:chgData name="Fei Zheng" userId="d19317889db4c986" providerId="LiveId" clId="{6363F3F9-316B-BE45-BDC0-ED175C6266A0}" dt="2023-04-17T14:19:34.216" v="38" actId="2696"/>
        <pc:sldMkLst>
          <pc:docMk/>
          <pc:sldMk cId="1946586258" sldId="267"/>
        </pc:sldMkLst>
      </pc:sldChg>
      <pc:sldChg chg="del">
        <pc:chgData name="Fei Zheng" userId="d19317889db4c986" providerId="LiveId" clId="{6363F3F9-316B-BE45-BDC0-ED175C6266A0}" dt="2023-04-17T14:19:34.384" v="40" actId="2696"/>
        <pc:sldMkLst>
          <pc:docMk/>
          <pc:sldMk cId="1918821003" sldId="268"/>
        </pc:sldMkLst>
      </pc:sldChg>
      <pc:sldChg chg="del">
        <pc:chgData name="Fei Zheng" userId="d19317889db4c986" providerId="LiveId" clId="{6363F3F9-316B-BE45-BDC0-ED175C6266A0}" dt="2023-04-17T14:19:34.973" v="49" actId="2696"/>
        <pc:sldMkLst>
          <pc:docMk/>
          <pc:sldMk cId="3073396532" sldId="269"/>
        </pc:sldMkLst>
      </pc:sldChg>
      <pc:sldChg chg="del">
        <pc:chgData name="Fei Zheng" userId="d19317889db4c986" providerId="LiveId" clId="{6363F3F9-316B-BE45-BDC0-ED175C6266A0}" dt="2023-04-17T14:19:33.689" v="29" actId="2696"/>
        <pc:sldMkLst>
          <pc:docMk/>
          <pc:sldMk cId="455573110" sldId="270"/>
        </pc:sldMkLst>
      </pc:sldChg>
      <pc:sldChg chg="del">
        <pc:chgData name="Fei Zheng" userId="d19317889db4c986" providerId="LiveId" clId="{6363F3F9-316B-BE45-BDC0-ED175C6266A0}" dt="2023-04-17T14:19:34.537" v="41" actId="2696"/>
        <pc:sldMkLst>
          <pc:docMk/>
          <pc:sldMk cId="2323714292" sldId="271"/>
        </pc:sldMkLst>
      </pc:sldChg>
      <pc:sldChg chg="del">
        <pc:chgData name="Fei Zheng" userId="d19317889db4c986" providerId="LiveId" clId="{6363F3F9-316B-BE45-BDC0-ED175C6266A0}" dt="2023-04-17T14:19:33.959" v="35" actId="2696"/>
        <pc:sldMkLst>
          <pc:docMk/>
          <pc:sldMk cId="1253038686" sldId="272"/>
        </pc:sldMkLst>
      </pc:sldChg>
      <pc:sldChg chg="del">
        <pc:chgData name="Fei Zheng" userId="d19317889db4c986" providerId="LiveId" clId="{6363F3F9-316B-BE45-BDC0-ED175C6266A0}" dt="2023-04-17T14:19:34.054" v="36" actId="2696"/>
        <pc:sldMkLst>
          <pc:docMk/>
          <pc:sldMk cId="1545718604" sldId="273"/>
        </pc:sldMkLst>
      </pc:sldChg>
      <pc:sldChg chg="del">
        <pc:chgData name="Fei Zheng" userId="d19317889db4c986" providerId="LiveId" clId="{6363F3F9-316B-BE45-BDC0-ED175C6266A0}" dt="2023-04-17T14:19:33.016" v="17" actId="2696"/>
        <pc:sldMkLst>
          <pc:docMk/>
          <pc:sldMk cId="2371827410" sldId="274"/>
        </pc:sldMkLst>
      </pc:sldChg>
      <pc:sldChg chg="del">
        <pc:chgData name="Fei Zheng" userId="d19317889db4c986" providerId="LiveId" clId="{6363F3F9-316B-BE45-BDC0-ED175C6266A0}" dt="2023-04-17T14:19:33.507" v="27" actId="2696"/>
        <pc:sldMkLst>
          <pc:docMk/>
          <pc:sldMk cId="1626658510" sldId="275"/>
        </pc:sldMkLst>
      </pc:sldChg>
      <pc:sldChg chg="del">
        <pc:chgData name="Fei Zheng" userId="d19317889db4c986" providerId="LiveId" clId="{6363F3F9-316B-BE45-BDC0-ED175C6266A0}" dt="2023-04-17T14:19:33.377" v="26" actId="2696"/>
        <pc:sldMkLst>
          <pc:docMk/>
          <pc:sldMk cId="3728313676" sldId="276"/>
        </pc:sldMkLst>
      </pc:sldChg>
      <pc:sldChg chg="del">
        <pc:chgData name="Fei Zheng" userId="d19317889db4c986" providerId="LiveId" clId="{6363F3F9-316B-BE45-BDC0-ED175C6266A0}" dt="2023-04-17T14:19:25.587" v="9" actId="2696"/>
        <pc:sldMkLst>
          <pc:docMk/>
          <pc:sldMk cId="1398103300" sldId="277"/>
        </pc:sldMkLst>
      </pc:sldChg>
      <pc:sldChg chg="del">
        <pc:chgData name="Fei Zheng" userId="d19317889db4c986" providerId="LiveId" clId="{6363F3F9-316B-BE45-BDC0-ED175C6266A0}" dt="2023-04-17T14:19:25.560" v="5" actId="2696"/>
        <pc:sldMkLst>
          <pc:docMk/>
          <pc:sldMk cId="1801029432" sldId="278"/>
        </pc:sldMkLst>
      </pc:sldChg>
      <pc:sldChg chg="del">
        <pc:chgData name="Fei Zheng" userId="d19317889db4c986" providerId="LiveId" clId="{6363F3F9-316B-BE45-BDC0-ED175C6266A0}" dt="2023-04-17T14:19:25.565" v="6" actId="2696"/>
        <pc:sldMkLst>
          <pc:docMk/>
          <pc:sldMk cId="3091142409" sldId="279"/>
        </pc:sldMkLst>
      </pc:sldChg>
      <pc:sldChg chg="del">
        <pc:chgData name="Fei Zheng" userId="d19317889db4c986" providerId="LiveId" clId="{6363F3F9-316B-BE45-BDC0-ED175C6266A0}" dt="2023-04-17T14:19:25.508" v="0" actId="2696"/>
        <pc:sldMkLst>
          <pc:docMk/>
          <pc:sldMk cId="2050171829" sldId="280"/>
        </pc:sldMkLst>
      </pc:sldChg>
      <pc:sldChg chg="del">
        <pc:chgData name="Fei Zheng" userId="d19317889db4c986" providerId="LiveId" clId="{6363F3F9-316B-BE45-BDC0-ED175C6266A0}" dt="2023-04-17T14:19:34.561" v="42" actId="2696"/>
        <pc:sldMkLst>
          <pc:docMk/>
          <pc:sldMk cId="2258431907" sldId="281"/>
        </pc:sldMkLst>
      </pc:sldChg>
      <pc:sldChg chg="del">
        <pc:chgData name="Fei Zheng" userId="d19317889db4c986" providerId="LiveId" clId="{6363F3F9-316B-BE45-BDC0-ED175C6266A0}" dt="2023-04-17T14:19:33.727" v="31" actId="2696"/>
        <pc:sldMkLst>
          <pc:docMk/>
          <pc:sldMk cId="3890819885" sldId="283"/>
        </pc:sldMkLst>
      </pc:sldChg>
      <pc:sldChg chg="del">
        <pc:chgData name="Fei Zheng" userId="d19317889db4c986" providerId="LiveId" clId="{6363F3F9-316B-BE45-BDC0-ED175C6266A0}" dt="2023-04-17T14:19:25.609" v="11" actId="2696"/>
        <pc:sldMkLst>
          <pc:docMk/>
          <pc:sldMk cId="1384931503" sldId="300"/>
        </pc:sldMkLst>
      </pc:sldChg>
      <pc:sldChg chg="del">
        <pc:chgData name="Fei Zheng" userId="d19317889db4c986" providerId="LiveId" clId="{6363F3F9-316B-BE45-BDC0-ED175C6266A0}" dt="2023-04-17T14:19:25.582" v="8" actId="2696"/>
        <pc:sldMkLst>
          <pc:docMk/>
          <pc:sldMk cId="1761234992" sldId="302"/>
        </pc:sldMkLst>
      </pc:sldChg>
      <pc:sldChg chg="del">
        <pc:chgData name="Fei Zheng" userId="d19317889db4c986" providerId="LiveId" clId="{6363F3F9-316B-BE45-BDC0-ED175C6266A0}" dt="2023-04-17T14:19:25.510" v="1" actId="2696"/>
        <pc:sldMkLst>
          <pc:docMk/>
          <pc:sldMk cId="0" sldId="320"/>
        </pc:sldMkLst>
      </pc:sldChg>
      <pc:sldChg chg="del">
        <pc:chgData name="Fei Zheng" userId="d19317889db4c986" providerId="LiveId" clId="{6363F3F9-316B-BE45-BDC0-ED175C6266A0}" dt="2023-04-17T14:19:25.555" v="4" actId="2696"/>
        <pc:sldMkLst>
          <pc:docMk/>
          <pc:sldMk cId="749297111" sldId="371"/>
        </pc:sldMkLst>
      </pc:sldChg>
      <pc:sldChg chg="del">
        <pc:chgData name="Fei Zheng" userId="d19317889db4c986" providerId="LiveId" clId="{6363F3F9-316B-BE45-BDC0-ED175C6266A0}" dt="2023-04-17T14:19:25.653" v="12" actId="2696"/>
        <pc:sldMkLst>
          <pc:docMk/>
          <pc:sldMk cId="2034983812" sldId="375"/>
        </pc:sldMkLst>
      </pc:sldChg>
      <pc:sldChg chg="del">
        <pc:chgData name="Fei Zheng" userId="d19317889db4c986" providerId="LiveId" clId="{6363F3F9-316B-BE45-BDC0-ED175C6266A0}" dt="2023-04-17T14:19:25.599" v="10" actId="2696"/>
        <pc:sldMkLst>
          <pc:docMk/>
          <pc:sldMk cId="3572720350" sldId="380"/>
        </pc:sldMkLst>
      </pc:sldChg>
      <pc:sldChg chg="del">
        <pc:chgData name="Fei Zheng" userId="d19317889db4c986" providerId="LiveId" clId="{6363F3F9-316B-BE45-BDC0-ED175C6266A0}" dt="2023-04-17T14:19:25.696" v="13" actId="2696"/>
        <pc:sldMkLst>
          <pc:docMk/>
          <pc:sldMk cId="2547021445" sldId="388"/>
        </pc:sldMkLst>
      </pc:sldChg>
      <pc:sldChg chg="del">
        <pc:chgData name="Fei Zheng" userId="d19317889db4c986" providerId="LiveId" clId="{6363F3F9-316B-BE45-BDC0-ED175C6266A0}" dt="2023-04-17T14:19:25.541" v="2" actId="2696"/>
        <pc:sldMkLst>
          <pc:docMk/>
          <pc:sldMk cId="577393801" sldId="408"/>
        </pc:sldMkLst>
      </pc:sldChg>
      <pc:sldChg chg="del">
        <pc:chgData name="Fei Zheng" userId="d19317889db4c986" providerId="LiveId" clId="{6363F3F9-316B-BE45-BDC0-ED175C6266A0}" dt="2023-04-17T14:19:25.577" v="7" actId="2696"/>
        <pc:sldMkLst>
          <pc:docMk/>
          <pc:sldMk cId="1718109064" sldId="410"/>
        </pc:sldMkLst>
      </pc:sldChg>
      <pc:sldChg chg="del">
        <pc:chgData name="Fei Zheng" userId="d19317889db4c986" providerId="LiveId" clId="{6363F3F9-316B-BE45-BDC0-ED175C6266A0}" dt="2023-04-17T14:19:25.550" v="3" actId="2696"/>
        <pc:sldMkLst>
          <pc:docMk/>
          <pc:sldMk cId="35701581" sldId="411"/>
        </pc:sldMkLst>
      </pc:sldChg>
      <pc:sldChg chg="del">
        <pc:chgData name="Fei Zheng" userId="d19317889db4c986" providerId="LiveId" clId="{6363F3F9-316B-BE45-BDC0-ED175C6266A0}" dt="2023-04-17T14:19:33.060" v="18" actId="2696"/>
        <pc:sldMkLst>
          <pc:docMk/>
          <pc:sldMk cId="203695466" sldId="428"/>
        </pc:sldMkLst>
      </pc:sldChg>
      <pc:sldChg chg="del">
        <pc:chgData name="Fei Zheng" userId="d19317889db4c986" providerId="LiveId" clId="{6363F3F9-316B-BE45-BDC0-ED175C6266A0}" dt="2023-04-17T14:19:33.583" v="28" actId="2696"/>
        <pc:sldMkLst>
          <pc:docMk/>
          <pc:sldMk cId="1879757636" sldId="429"/>
        </pc:sldMkLst>
      </pc:sldChg>
      <pc:sldChg chg="del">
        <pc:chgData name="Fei Zheng" userId="d19317889db4c986" providerId="LiveId" clId="{6363F3F9-316B-BE45-BDC0-ED175C6266A0}" dt="2023-04-17T14:19:33.223" v="22" actId="2696"/>
        <pc:sldMkLst>
          <pc:docMk/>
          <pc:sldMk cId="3355953997" sldId="430"/>
        </pc:sldMkLst>
      </pc:sldChg>
      <pc:sldChg chg="del">
        <pc:chgData name="Fei Zheng" userId="d19317889db4c986" providerId="LiveId" clId="{6363F3F9-316B-BE45-BDC0-ED175C6266A0}" dt="2023-04-17T14:19:34.672" v="44" actId="2696"/>
        <pc:sldMkLst>
          <pc:docMk/>
          <pc:sldMk cId="1888292715" sldId="431"/>
        </pc:sldMkLst>
      </pc:sldChg>
      <pc:sldChg chg="del">
        <pc:chgData name="Fei Zheng" userId="d19317889db4c986" providerId="LiveId" clId="{6363F3F9-316B-BE45-BDC0-ED175C6266A0}" dt="2023-04-17T14:19:32.802" v="14" actId="2696"/>
        <pc:sldMkLst>
          <pc:docMk/>
          <pc:sldMk cId="281949815" sldId="432"/>
        </pc:sldMkLst>
      </pc:sldChg>
      <pc:sldChg chg="del">
        <pc:chgData name="Fei Zheng" userId="d19317889db4c986" providerId="LiveId" clId="{6363F3F9-316B-BE45-BDC0-ED175C6266A0}" dt="2023-04-17T14:19:34.673" v="45" actId="2696"/>
        <pc:sldMkLst>
          <pc:docMk/>
          <pc:sldMk cId="1719930304" sldId="433"/>
        </pc:sldMkLst>
      </pc:sldChg>
      <pc:sldChg chg="del">
        <pc:chgData name="Fei Zheng" userId="d19317889db4c986" providerId="LiveId" clId="{6363F3F9-316B-BE45-BDC0-ED175C6266A0}" dt="2023-04-17T14:19:34.618" v="43" actId="2696"/>
        <pc:sldMkLst>
          <pc:docMk/>
          <pc:sldMk cId="1171882595" sldId="435"/>
        </pc:sldMkLst>
      </pc:sldChg>
      <pc:sldChg chg="del">
        <pc:chgData name="Fei Zheng" userId="d19317889db4c986" providerId="LiveId" clId="{6363F3F9-316B-BE45-BDC0-ED175C6266A0}" dt="2023-04-17T14:19:33.337" v="24" actId="2696"/>
        <pc:sldMkLst>
          <pc:docMk/>
          <pc:sldMk cId="360062277" sldId="436"/>
        </pc:sldMkLst>
      </pc:sldChg>
      <pc:sldChg chg="del">
        <pc:chgData name="Fei Zheng" userId="d19317889db4c986" providerId="LiveId" clId="{6363F3F9-316B-BE45-BDC0-ED175C6266A0}" dt="2023-04-17T14:19:33.105" v="19" actId="2696"/>
        <pc:sldMkLst>
          <pc:docMk/>
          <pc:sldMk cId="1501252830" sldId="437"/>
        </pc:sldMkLst>
      </pc:sldChg>
      <pc:sldChg chg="del">
        <pc:chgData name="Fei Zheng" userId="d19317889db4c986" providerId="LiveId" clId="{6363F3F9-316B-BE45-BDC0-ED175C6266A0}" dt="2023-04-17T14:19:34.205" v="37" actId="2696"/>
        <pc:sldMkLst>
          <pc:docMk/>
          <pc:sldMk cId="490015169" sldId="438"/>
        </pc:sldMkLst>
      </pc:sldChg>
      <pc:sldChg chg="del">
        <pc:chgData name="Fei Zheng" userId="d19317889db4c986" providerId="LiveId" clId="{6363F3F9-316B-BE45-BDC0-ED175C6266A0}" dt="2023-04-17T14:19:34.708" v="46" actId="2696"/>
        <pc:sldMkLst>
          <pc:docMk/>
          <pc:sldMk cId="3794240120" sldId="439"/>
        </pc:sldMkLst>
      </pc:sldChg>
      <pc:sldChg chg="del">
        <pc:chgData name="Fei Zheng" userId="d19317889db4c986" providerId="LiveId" clId="{6363F3F9-316B-BE45-BDC0-ED175C6266A0}" dt="2023-04-17T14:19:33.828" v="34" actId="2696"/>
        <pc:sldMkLst>
          <pc:docMk/>
          <pc:sldMk cId="2482988229" sldId="440"/>
        </pc:sldMkLst>
      </pc:sldChg>
      <pc:sldChg chg="del">
        <pc:chgData name="Fei Zheng" userId="d19317889db4c986" providerId="LiveId" clId="{6363F3F9-316B-BE45-BDC0-ED175C6266A0}" dt="2023-04-17T14:19:32.877" v="15" actId="2696"/>
        <pc:sldMkLst>
          <pc:docMk/>
          <pc:sldMk cId="588134162" sldId="441"/>
        </pc:sldMkLst>
      </pc:sldChg>
      <pc:sldChg chg="del">
        <pc:chgData name="Fei Zheng" userId="d19317889db4c986" providerId="LiveId" clId="{6363F3F9-316B-BE45-BDC0-ED175C6266A0}" dt="2023-04-17T14:19:33.338" v="25" actId="2696"/>
        <pc:sldMkLst>
          <pc:docMk/>
          <pc:sldMk cId="749143287" sldId="442"/>
        </pc:sldMkLst>
      </pc:sldChg>
      <pc:sldChg chg="del">
        <pc:chgData name="Fei Zheng" userId="d19317889db4c986" providerId="LiveId" clId="{6363F3F9-316B-BE45-BDC0-ED175C6266A0}" dt="2023-04-17T14:19:33.778" v="33" actId="2696"/>
        <pc:sldMkLst>
          <pc:docMk/>
          <pc:sldMk cId="3494439301" sldId="443"/>
        </pc:sldMkLst>
      </pc:sldChg>
      <pc:sldChg chg="del">
        <pc:chgData name="Fei Zheng" userId="d19317889db4c986" providerId="LiveId" clId="{6363F3F9-316B-BE45-BDC0-ED175C6266A0}" dt="2023-04-17T14:19:33.777" v="32" actId="2696"/>
        <pc:sldMkLst>
          <pc:docMk/>
          <pc:sldMk cId="2816529048" sldId="444"/>
        </pc:sldMkLst>
      </pc:sldChg>
      <pc:sldChg chg="del">
        <pc:chgData name="Fei Zheng" userId="d19317889db4c986" providerId="LiveId" clId="{6363F3F9-316B-BE45-BDC0-ED175C6266A0}" dt="2023-04-17T14:19:34.768" v="48" actId="2696"/>
        <pc:sldMkLst>
          <pc:docMk/>
          <pc:sldMk cId="3009351744" sldId="445"/>
        </pc:sldMkLst>
      </pc:sldChg>
      <pc:sldChg chg="del">
        <pc:chgData name="Fei Zheng" userId="d19317889db4c986" providerId="LiveId" clId="{6363F3F9-316B-BE45-BDC0-ED175C6266A0}" dt="2023-04-17T14:19:33.726" v="30" actId="2696"/>
        <pc:sldMkLst>
          <pc:docMk/>
          <pc:sldMk cId="260859955" sldId="446"/>
        </pc:sldMkLst>
      </pc:sldChg>
    </pc:docChg>
  </pc:docChgLst>
  <pc:docChgLst>
    <pc:chgData name="Zheng Fei" userId="d19317889db4c986" providerId="LiveId" clId="{45DF4AD5-9C6A-484A-80EE-EA4D9174ED56}"/>
    <pc:docChg chg="undo custSel addSld delSld modSld sldOrd">
      <pc:chgData name="Zheng Fei" userId="d19317889db4c986" providerId="LiveId" clId="{45DF4AD5-9C6A-484A-80EE-EA4D9174ED56}" dt="2022-05-23T14:37:47.399" v="1446"/>
      <pc:docMkLst>
        <pc:docMk/>
      </pc:docMkLst>
      <pc:sldChg chg="addSp delSp modSp add mod">
        <pc:chgData name="Zheng Fei" userId="d19317889db4c986" providerId="LiveId" clId="{45DF4AD5-9C6A-484A-80EE-EA4D9174ED56}" dt="2022-05-23T14:24:24.149" v="1353" actId="1076"/>
        <pc:sldMkLst>
          <pc:docMk/>
          <pc:sldMk cId="2133402409" sldId="256"/>
        </pc:sldMkLst>
        <pc:spChg chg="mod">
          <ac:chgData name="Zheng Fei" userId="d19317889db4c986" providerId="LiveId" clId="{45DF4AD5-9C6A-484A-80EE-EA4D9174ED56}" dt="2022-05-23T14:24:10.209" v="1351" actId="255"/>
          <ac:spMkLst>
            <pc:docMk/>
            <pc:sldMk cId="2133402409" sldId="256"/>
            <ac:spMk id="2" creationId="{364900BA-061C-410E-874C-DEF276812CFF}"/>
          </ac:spMkLst>
        </pc:spChg>
        <pc:spChg chg="mod">
          <ac:chgData name="Zheng Fei" userId="d19317889db4c986" providerId="LiveId" clId="{45DF4AD5-9C6A-484A-80EE-EA4D9174ED56}" dt="2022-05-23T14:24:16.539" v="1352" actId="1076"/>
          <ac:spMkLst>
            <pc:docMk/>
            <pc:sldMk cId="2133402409" sldId="256"/>
            <ac:spMk id="3" creationId="{37E17C5D-289C-4765-994B-68EA2D30AF6B}"/>
          </ac:spMkLst>
        </pc:spChg>
        <pc:spChg chg="del">
          <ac:chgData name="Zheng Fei" userId="d19317889db4c986" providerId="LiveId" clId="{45DF4AD5-9C6A-484A-80EE-EA4D9174ED56}" dt="2022-05-23T14:23:40.695" v="1345" actId="478"/>
          <ac:spMkLst>
            <pc:docMk/>
            <pc:sldMk cId="2133402409" sldId="256"/>
            <ac:spMk id="4" creationId="{E7811146-DE92-04DF-39C9-62AEC6DDAD41}"/>
          </ac:spMkLst>
        </pc:spChg>
        <pc:spChg chg="add del mod">
          <ac:chgData name="Zheng Fei" userId="d19317889db4c986" providerId="LiveId" clId="{45DF4AD5-9C6A-484A-80EE-EA4D9174ED56}" dt="2022-05-23T14:24:24.149" v="1353" actId="1076"/>
          <ac:spMkLst>
            <pc:docMk/>
            <pc:sldMk cId="2133402409" sldId="256"/>
            <ac:spMk id="5" creationId="{3AF664BF-7DCD-674E-6C91-40C6EE70A5C2}"/>
          </ac:spMkLst>
        </pc:spChg>
        <pc:spChg chg="mod">
          <ac:chgData name="Zheng Fei" userId="d19317889db4c986" providerId="LiveId" clId="{45DF4AD5-9C6A-484A-80EE-EA4D9174ED56}" dt="2022-05-23T14:24:16.539" v="1352" actId="1076"/>
          <ac:spMkLst>
            <pc:docMk/>
            <pc:sldMk cId="2133402409" sldId="256"/>
            <ac:spMk id="6" creationId="{F01DE26C-8D88-4459-99A2-50E690952483}"/>
          </ac:spMkLst>
        </pc:spChg>
        <pc:spChg chg="add del mod">
          <ac:chgData name="Zheng Fei" userId="d19317889db4c986" providerId="LiveId" clId="{45DF4AD5-9C6A-484A-80EE-EA4D9174ED56}" dt="2022-05-23T14:23:43.451" v="1346" actId="478"/>
          <ac:spMkLst>
            <pc:docMk/>
            <pc:sldMk cId="2133402409" sldId="256"/>
            <ac:spMk id="8" creationId="{649FEBC3-F375-2EB6-FF4C-210904A22DD5}"/>
          </ac:spMkLst>
        </pc:spChg>
        <pc:spChg chg="add mod">
          <ac:chgData name="Zheng Fei" userId="d19317889db4c986" providerId="LiveId" clId="{45DF4AD5-9C6A-484A-80EE-EA4D9174ED56}" dt="2022-05-23T14:24:00.883" v="1350"/>
          <ac:spMkLst>
            <pc:docMk/>
            <pc:sldMk cId="2133402409" sldId="256"/>
            <ac:spMk id="9" creationId="{6633535D-F9C5-885F-82CE-25E276054DCA}"/>
          </ac:spMkLst>
        </pc:spChg>
      </pc:sldChg>
      <pc:sldChg chg="modSp mod">
        <pc:chgData name="Zheng Fei" userId="d19317889db4c986" providerId="LiveId" clId="{45DF4AD5-9C6A-484A-80EE-EA4D9174ED56}" dt="2022-05-23T12:28:40.400" v="220" actId="20577"/>
        <pc:sldMkLst>
          <pc:docMk/>
          <pc:sldMk cId="1671800912" sldId="257"/>
        </pc:sldMkLst>
        <pc:spChg chg="mod">
          <ac:chgData name="Zheng Fei" userId="d19317889db4c986" providerId="LiveId" clId="{45DF4AD5-9C6A-484A-80EE-EA4D9174ED56}" dt="2022-05-23T12:19:04.863" v="132" actId="20577"/>
          <ac:spMkLst>
            <pc:docMk/>
            <pc:sldMk cId="1671800912" sldId="257"/>
            <ac:spMk id="2" creationId="{3C6D158B-ADF3-32F7-89D4-4853303994E4}"/>
          </ac:spMkLst>
        </pc:spChg>
        <pc:spChg chg="mod">
          <ac:chgData name="Zheng Fei" userId="d19317889db4c986" providerId="LiveId" clId="{45DF4AD5-9C6A-484A-80EE-EA4D9174ED56}" dt="2022-05-23T12:28:40.400" v="220" actId="20577"/>
          <ac:spMkLst>
            <pc:docMk/>
            <pc:sldMk cId="1671800912" sldId="257"/>
            <ac:spMk id="3" creationId="{AF0964D1-11E1-10CF-1FD4-561E5DABBFE9}"/>
          </ac:spMkLst>
        </pc:spChg>
      </pc:sldChg>
      <pc:sldChg chg="addSp delSp modSp mod modAnim">
        <pc:chgData name="Zheng Fei" userId="d19317889db4c986" providerId="LiveId" clId="{45DF4AD5-9C6A-484A-80EE-EA4D9174ED56}" dt="2022-05-23T12:31:17.456" v="231" actId="1076"/>
        <pc:sldMkLst>
          <pc:docMk/>
          <pc:sldMk cId="4282182594" sldId="258"/>
        </pc:sldMkLst>
        <pc:spChg chg="add mod">
          <ac:chgData name="Zheng Fei" userId="d19317889db4c986" providerId="LiveId" clId="{45DF4AD5-9C6A-484A-80EE-EA4D9174ED56}" dt="2022-05-23T12:30:48.910" v="222" actId="1076"/>
          <ac:spMkLst>
            <pc:docMk/>
            <pc:sldMk cId="4282182594" sldId="258"/>
            <ac:spMk id="2" creationId="{8D8581B3-20D0-0F72-9D32-F66D5F214598}"/>
          </ac:spMkLst>
        </pc:spChg>
        <pc:spChg chg="mod">
          <ac:chgData name="Zheng Fei" userId="d19317889db4c986" providerId="LiveId" clId="{45DF4AD5-9C6A-484A-80EE-EA4D9174ED56}" dt="2022-05-23T12:31:08.329" v="230" actId="20577"/>
          <ac:spMkLst>
            <pc:docMk/>
            <pc:sldMk cId="4282182594" sldId="258"/>
            <ac:spMk id="4" creationId="{94122086-8B36-9DC7-8611-CB1AEE1CA682}"/>
          </ac:spMkLst>
        </pc:spChg>
        <pc:spChg chg="add mod">
          <ac:chgData name="Zheng Fei" userId="d19317889db4c986" providerId="LiveId" clId="{45DF4AD5-9C6A-484A-80EE-EA4D9174ED56}" dt="2022-05-23T12:19:31.845" v="169" actId="20577"/>
          <ac:spMkLst>
            <pc:docMk/>
            <pc:sldMk cId="4282182594" sldId="258"/>
            <ac:spMk id="5" creationId="{FC228DDD-66E1-E83E-3AA0-6B41DA28FADF}"/>
          </ac:spMkLst>
        </pc:spChg>
        <pc:spChg chg="add mod">
          <ac:chgData name="Zheng Fei" userId="d19317889db4c986" providerId="LiveId" clId="{45DF4AD5-9C6A-484A-80EE-EA4D9174ED56}" dt="2022-05-23T12:31:17.456" v="231" actId="1076"/>
          <ac:spMkLst>
            <pc:docMk/>
            <pc:sldMk cId="4282182594" sldId="258"/>
            <ac:spMk id="7" creationId="{6EE97392-83E2-A5DF-CA4D-6C64D921BD8B}"/>
          </ac:spMkLst>
        </pc:spChg>
        <pc:picChg chg="del">
          <ac:chgData name="Zheng Fei" userId="d19317889db4c986" providerId="LiveId" clId="{45DF4AD5-9C6A-484A-80EE-EA4D9174ED56}" dt="2022-05-23T12:20:03.292" v="174" actId="478"/>
          <ac:picMkLst>
            <pc:docMk/>
            <pc:sldMk cId="4282182594" sldId="258"/>
            <ac:picMk id="6" creationId="{5203B147-7E67-A764-6530-AB7DBABAD2ED}"/>
          </ac:picMkLst>
        </pc:picChg>
      </pc:sldChg>
      <pc:sldChg chg="addSp delSp modSp mod">
        <pc:chgData name="Zheng Fei" userId="d19317889db4c986" providerId="LiveId" clId="{45DF4AD5-9C6A-484A-80EE-EA4D9174ED56}" dt="2022-05-23T13:26:40.911" v="743" actId="207"/>
        <pc:sldMkLst>
          <pc:docMk/>
          <pc:sldMk cId="1492498360" sldId="259"/>
        </pc:sldMkLst>
        <pc:spChg chg="add del mod">
          <ac:chgData name="Zheng Fei" userId="d19317889db4c986" providerId="LiveId" clId="{45DF4AD5-9C6A-484A-80EE-EA4D9174ED56}" dt="2022-05-23T13:26:26.904" v="740" actId="478"/>
          <ac:spMkLst>
            <pc:docMk/>
            <pc:sldMk cId="1492498360" sldId="259"/>
            <ac:spMk id="3" creationId="{47E3BAC1-6D9D-ADA0-1D2B-A2CF808F0B5F}"/>
          </ac:spMkLst>
        </pc:spChg>
        <pc:spChg chg="mod">
          <ac:chgData name="Zheng Fei" userId="d19317889db4c986" providerId="LiveId" clId="{45DF4AD5-9C6A-484A-80EE-EA4D9174ED56}" dt="2022-05-23T13:26:40.911" v="743" actId="207"/>
          <ac:spMkLst>
            <pc:docMk/>
            <pc:sldMk cId="1492498360" sldId="259"/>
            <ac:spMk id="4" creationId="{C1B86543-F995-B7C1-325A-12F8D1F44CE0}"/>
          </ac:spMkLst>
        </pc:spChg>
        <pc:spChg chg="add del mod">
          <ac:chgData name="Zheng Fei" userId="d19317889db4c986" providerId="LiveId" clId="{45DF4AD5-9C6A-484A-80EE-EA4D9174ED56}" dt="2022-05-23T13:26:29.301" v="741" actId="478"/>
          <ac:spMkLst>
            <pc:docMk/>
            <pc:sldMk cId="1492498360" sldId="259"/>
            <ac:spMk id="5" creationId="{63F9F7D3-EDCC-64C6-F513-C8E93123580F}"/>
          </ac:spMkLst>
        </pc:spChg>
        <pc:spChg chg="add mod">
          <ac:chgData name="Zheng Fei" userId="d19317889db4c986" providerId="LiveId" clId="{45DF4AD5-9C6A-484A-80EE-EA4D9174ED56}" dt="2022-05-23T13:26:29.863" v="742"/>
          <ac:spMkLst>
            <pc:docMk/>
            <pc:sldMk cId="1492498360" sldId="259"/>
            <ac:spMk id="6" creationId="{3BD30339-6B0B-F80D-CD19-E455FA5F5E1F}"/>
          </ac:spMkLst>
        </pc:spChg>
      </pc:sldChg>
      <pc:sldChg chg="addSp delSp modSp mod">
        <pc:chgData name="Zheng Fei" userId="d19317889db4c986" providerId="LiveId" clId="{45DF4AD5-9C6A-484A-80EE-EA4D9174ED56}" dt="2022-05-23T13:26:59.493" v="745" actId="478"/>
        <pc:sldMkLst>
          <pc:docMk/>
          <pc:sldMk cId="3845850111" sldId="260"/>
        </pc:sldMkLst>
        <pc:spChg chg="add del mod">
          <ac:chgData name="Zheng Fei" userId="d19317889db4c986" providerId="LiveId" clId="{45DF4AD5-9C6A-484A-80EE-EA4D9174ED56}" dt="2022-05-23T13:26:55.941" v="744" actId="478"/>
          <ac:spMkLst>
            <pc:docMk/>
            <pc:sldMk cId="3845850111" sldId="260"/>
            <ac:spMk id="3" creationId="{C0C385E5-CC12-1B9B-FFE1-21DC3BE59B11}"/>
          </ac:spMkLst>
        </pc:spChg>
        <pc:spChg chg="mod">
          <ac:chgData name="Zheng Fei" userId="d19317889db4c986" providerId="LiveId" clId="{45DF4AD5-9C6A-484A-80EE-EA4D9174ED56}" dt="2022-05-23T13:01:17.454" v="503" actId="20577"/>
          <ac:spMkLst>
            <pc:docMk/>
            <pc:sldMk cId="3845850111" sldId="260"/>
            <ac:spMk id="4" creationId="{56101FCB-1030-32FB-62F4-1819AF7DBA76}"/>
          </ac:spMkLst>
        </pc:spChg>
        <pc:spChg chg="add del mod">
          <ac:chgData name="Zheng Fei" userId="d19317889db4c986" providerId="LiveId" clId="{45DF4AD5-9C6A-484A-80EE-EA4D9174ED56}" dt="2022-05-23T13:26:59.493" v="745" actId="478"/>
          <ac:spMkLst>
            <pc:docMk/>
            <pc:sldMk cId="3845850111" sldId="260"/>
            <ac:spMk id="5" creationId="{1A328CED-8C80-D835-767C-4D2BE352C850}"/>
          </ac:spMkLst>
        </pc:spChg>
      </pc:sldChg>
      <pc:sldChg chg="addSp modSp mod ord">
        <pc:chgData name="Zheng Fei" userId="d19317889db4c986" providerId="LiveId" clId="{45DF4AD5-9C6A-484A-80EE-EA4D9174ED56}" dt="2022-05-23T13:25:49.995" v="739"/>
        <pc:sldMkLst>
          <pc:docMk/>
          <pc:sldMk cId="1511345848" sldId="261"/>
        </pc:sldMkLst>
        <pc:spChg chg="add mod">
          <ac:chgData name="Zheng Fei" userId="d19317889db4c986" providerId="LiveId" clId="{45DF4AD5-9C6A-484A-80EE-EA4D9174ED56}" dt="2022-05-23T13:25:34.203" v="737" actId="1076"/>
          <ac:spMkLst>
            <pc:docMk/>
            <pc:sldMk cId="1511345848" sldId="261"/>
            <ac:spMk id="2" creationId="{E19A3F5E-96FE-A394-6074-5041E7DB4E2B}"/>
          </ac:spMkLst>
        </pc:spChg>
        <pc:spChg chg="mod">
          <ac:chgData name="Zheng Fei" userId="d19317889db4c986" providerId="LiveId" clId="{45DF4AD5-9C6A-484A-80EE-EA4D9174ED56}" dt="2022-05-23T13:25:49.995" v="739"/>
          <ac:spMkLst>
            <pc:docMk/>
            <pc:sldMk cId="1511345848" sldId="261"/>
            <ac:spMk id="3" creationId="{9C2D52B2-DE1C-FD0E-0FEC-75E26987E1B2}"/>
          </ac:spMkLst>
        </pc:spChg>
      </pc:sldChg>
      <pc:sldChg chg="addSp delSp modSp mod">
        <pc:chgData name="Zheng Fei" userId="d19317889db4c986" providerId="LiveId" clId="{45DF4AD5-9C6A-484A-80EE-EA4D9174ED56}" dt="2022-05-23T13:43:10.362" v="1177" actId="113"/>
        <pc:sldMkLst>
          <pc:docMk/>
          <pc:sldMk cId="885761587" sldId="262"/>
        </pc:sldMkLst>
        <pc:spChg chg="del">
          <ac:chgData name="Zheng Fei" userId="d19317889db4c986" providerId="LiveId" clId="{45DF4AD5-9C6A-484A-80EE-EA4D9174ED56}" dt="2022-05-23T13:41:19.464" v="1153" actId="478"/>
          <ac:spMkLst>
            <pc:docMk/>
            <pc:sldMk cId="885761587" sldId="262"/>
            <ac:spMk id="2" creationId="{42C12A74-AEF7-D4EA-A024-C16245DED6C1}"/>
          </ac:spMkLst>
        </pc:spChg>
        <pc:spChg chg="mod">
          <ac:chgData name="Zheng Fei" userId="d19317889db4c986" providerId="LiveId" clId="{45DF4AD5-9C6A-484A-80EE-EA4D9174ED56}" dt="2022-05-23T13:43:10.362" v="1177" actId="113"/>
          <ac:spMkLst>
            <pc:docMk/>
            <pc:sldMk cId="885761587" sldId="262"/>
            <ac:spMk id="3" creationId="{F24BA370-3E52-0624-2F77-C75EF3EA35E3}"/>
          </ac:spMkLst>
        </pc:spChg>
        <pc:spChg chg="del">
          <ac:chgData name="Zheng Fei" userId="d19317889db4c986" providerId="LiveId" clId="{45DF4AD5-9C6A-484A-80EE-EA4D9174ED56}" dt="2022-05-23T13:41:37.311" v="1156" actId="478"/>
          <ac:spMkLst>
            <pc:docMk/>
            <pc:sldMk cId="885761587" sldId="262"/>
            <ac:spMk id="4" creationId="{170B6785-417A-11DE-E61A-9D9A98EBF4CD}"/>
          </ac:spMkLst>
        </pc:spChg>
        <pc:spChg chg="del">
          <ac:chgData name="Zheng Fei" userId="d19317889db4c986" providerId="LiveId" clId="{45DF4AD5-9C6A-484A-80EE-EA4D9174ED56}" dt="2022-05-23T13:41:39.291" v="1157" actId="478"/>
          <ac:spMkLst>
            <pc:docMk/>
            <pc:sldMk cId="885761587" sldId="262"/>
            <ac:spMk id="5" creationId="{405922E4-8D9D-2AFF-27F8-F04E74295AD8}"/>
          </ac:spMkLst>
        </pc:spChg>
        <pc:spChg chg="add del mod">
          <ac:chgData name="Zheng Fei" userId="d19317889db4c986" providerId="LiveId" clId="{45DF4AD5-9C6A-484A-80EE-EA4D9174ED56}" dt="2022-05-23T13:41:20.917" v="1154" actId="478"/>
          <ac:spMkLst>
            <pc:docMk/>
            <pc:sldMk cId="885761587" sldId="262"/>
            <ac:spMk id="7" creationId="{E14A5F12-BB88-C18D-266F-6B22D663BA42}"/>
          </ac:spMkLst>
        </pc:spChg>
      </pc:sldChg>
      <pc:sldChg chg="modSp mod">
        <pc:chgData name="Zheng Fei" userId="d19317889db4c986" providerId="LiveId" clId="{45DF4AD5-9C6A-484A-80EE-EA4D9174ED56}" dt="2022-05-23T14:28:10.826" v="1386" actId="20577"/>
        <pc:sldMkLst>
          <pc:docMk/>
          <pc:sldMk cId="2775391666" sldId="263"/>
        </pc:sldMkLst>
        <pc:spChg chg="mod">
          <ac:chgData name="Zheng Fei" userId="d19317889db4c986" providerId="LiveId" clId="{45DF4AD5-9C6A-484A-80EE-EA4D9174ED56}" dt="2022-05-23T14:28:10.826" v="1386" actId="20577"/>
          <ac:spMkLst>
            <pc:docMk/>
            <pc:sldMk cId="2775391666" sldId="263"/>
            <ac:spMk id="3" creationId="{2F844906-05F1-87FE-9B4D-735A13034A14}"/>
          </ac:spMkLst>
        </pc:spChg>
      </pc:sldChg>
      <pc:sldChg chg="addSp delSp modSp del mod ord">
        <pc:chgData name="Zheng Fei" userId="d19317889db4c986" providerId="LiveId" clId="{45DF4AD5-9C6A-484A-80EE-EA4D9174ED56}" dt="2022-05-23T14:15:22.745" v="1304" actId="2696"/>
        <pc:sldMkLst>
          <pc:docMk/>
          <pc:sldMk cId="3885701239" sldId="264"/>
        </pc:sldMkLst>
        <pc:spChg chg="mod">
          <ac:chgData name="Zheng Fei" userId="d19317889db4c986" providerId="LiveId" clId="{45DF4AD5-9C6A-484A-80EE-EA4D9174ED56}" dt="2022-05-23T14:15:05.794" v="1279" actId="1076"/>
          <ac:spMkLst>
            <pc:docMk/>
            <pc:sldMk cId="3885701239" sldId="264"/>
            <ac:spMk id="4" creationId="{24AAB5E0-E891-15FC-03E0-585F8C68753A}"/>
          </ac:spMkLst>
        </pc:spChg>
        <pc:spChg chg="add mod">
          <ac:chgData name="Zheng Fei" userId="d19317889db4c986" providerId="LiveId" clId="{45DF4AD5-9C6A-484A-80EE-EA4D9174ED56}" dt="2022-05-23T14:15:12.765" v="1303" actId="20577"/>
          <ac:spMkLst>
            <pc:docMk/>
            <pc:sldMk cId="3885701239" sldId="264"/>
            <ac:spMk id="10" creationId="{5BBB225C-8481-3BC4-9B80-8F43161583A9}"/>
          </ac:spMkLst>
        </pc:spChg>
        <pc:picChg chg="del">
          <ac:chgData name="Zheng Fei" userId="d19317889db4c986" providerId="LiveId" clId="{45DF4AD5-9C6A-484A-80EE-EA4D9174ED56}" dt="2022-05-23T14:13:29.599" v="1250" actId="478"/>
          <ac:picMkLst>
            <pc:docMk/>
            <pc:sldMk cId="3885701239" sldId="264"/>
            <ac:picMk id="6" creationId="{6B4D722A-8AB7-AEB9-FE57-06CF7127ABA0}"/>
          </ac:picMkLst>
        </pc:picChg>
        <pc:picChg chg="del">
          <ac:chgData name="Zheng Fei" userId="d19317889db4c986" providerId="LiveId" clId="{45DF4AD5-9C6A-484A-80EE-EA4D9174ED56}" dt="2022-05-23T14:13:26.336" v="1248" actId="478"/>
          <ac:picMkLst>
            <pc:docMk/>
            <pc:sldMk cId="3885701239" sldId="264"/>
            <ac:picMk id="7" creationId="{3AFE8722-50D7-1A99-A020-675B122A55A7}"/>
          </ac:picMkLst>
        </pc:picChg>
        <pc:picChg chg="del">
          <ac:chgData name="Zheng Fei" userId="d19317889db4c986" providerId="LiveId" clId="{45DF4AD5-9C6A-484A-80EE-EA4D9174ED56}" dt="2022-05-23T14:13:27.950" v="1249" actId="478"/>
          <ac:picMkLst>
            <pc:docMk/>
            <pc:sldMk cId="3885701239" sldId="264"/>
            <ac:picMk id="8" creationId="{7946114C-BA6A-FA89-8443-0ED7DABFBD1E}"/>
          </ac:picMkLst>
        </pc:picChg>
        <pc:picChg chg="del mod">
          <ac:chgData name="Zheng Fei" userId="d19317889db4c986" providerId="LiveId" clId="{45DF4AD5-9C6A-484A-80EE-EA4D9174ED56}" dt="2022-05-23T14:13:08.153" v="1246" actId="478"/>
          <ac:picMkLst>
            <pc:docMk/>
            <pc:sldMk cId="3885701239" sldId="264"/>
            <ac:picMk id="9" creationId="{41F25B7B-7A41-8C58-DA02-A15F53360928}"/>
          </ac:picMkLst>
        </pc:picChg>
      </pc:sldChg>
      <pc:sldChg chg="addSp modSp add mod">
        <pc:chgData name="Zheng Fei" userId="d19317889db4c986" providerId="LiveId" clId="{45DF4AD5-9C6A-484A-80EE-EA4D9174ED56}" dt="2022-05-23T14:30:54.615" v="1407" actId="1076"/>
        <pc:sldMkLst>
          <pc:docMk/>
          <pc:sldMk cId="3902313652" sldId="264"/>
        </pc:sldMkLst>
        <pc:spChg chg="add mod">
          <ac:chgData name="Zheng Fei" userId="d19317889db4c986" providerId="LiveId" clId="{45DF4AD5-9C6A-484A-80EE-EA4D9174ED56}" dt="2022-05-23T14:26:47.291" v="1374" actId="1037"/>
          <ac:spMkLst>
            <pc:docMk/>
            <pc:sldMk cId="3902313652" sldId="264"/>
            <ac:spMk id="2" creationId="{50B36913-FAED-9416-B281-6712084B22DE}"/>
          </ac:spMkLst>
        </pc:spChg>
        <pc:spChg chg="add mod">
          <ac:chgData name="Zheng Fei" userId="d19317889db4c986" providerId="LiveId" clId="{45DF4AD5-9C6A-484A-80EE-EA4D9174ED56}" dt="2022-05-23T14:30:46.397" v="1405" actId="20577"/>
          <ac:spMkLst>
            <pc:docMk/>
            <pc:sldMk cId="3902313652" sldId="264"/>
            <ac:spMk id="3" creationId="{E5E3EA06-FA96-2A62-2C83-E0AF8A70AC22}"/>
          </ac:spMkLst>
        </pc:spChg>
        <pc:spChg chg="mod">
          <ac:chgData name="Zheng Fei" userId="d19317889db4c986" providerId="LiveId" clId="{45DF4AD5-9C6A-484A-80EE-EA4D9174ED56}" dt="2022-05-23T14:26:22.588" v="1365" actId="2710"/>
          <ac:spMkLst>
            <pc:docMk/>
            <pc:sldMk cId="3902313652" sldId="264"/>
            <ac:spMk id="4" creationId="{24AAB5E0-E891-15FC-03E0-585F8C68753A}"/>
          </ac:spMkLst>
        </pc:spChg>
        <pc:spChg chg="add mod">
          <ac:chgData name="Zheng Fei" userId="d19317889db4c986" providerId="LiveId" clId="{45DF4AD5-9C6A-484A-80EE-EA4D9174ED56}" dt="2022-05-23T14:30:54.615" v="1407" actId="1076"/>
          <ac:spMkLst>
            <pc:docMk/>
            <pc:sldMk cId="3902313652" sldId="264"/>
            <ac:spMk id="6" creationId="{D3A205E3-8668-0717-470C-5596F83F8C94}"/>
          </ac:spMkLst>
        </pc:spChg>
      </pc:sldChg>
      <pc:sldChg chg="addSp delSp modSp mod">
        <pc:chgData name="Zheng Fei" userId="d19317889db4c986" providerId="LiveId" clId="{45DF4AD5-9C6A-484A-80EE-EA4D9174ED56}" dt="2022-05-23T14:32:07.305" v="1414"/>
        <pc:sldMkLst>
          <pc:docMk/>
          <pc:sldMk cId="3679873536" sldId="265"/>
        </pc:sldMkLst>
        <pc:spChg chg="mod">
          <ac:chgData name="Zheng Fei" userId="d19317889db4c986" providerId="LiveId" clId="{45DF4AD5-9C6A-484A-80EE-EA4D9174ED56}" dt="2022-05-23T14:31:33.534" v="1410"/>
          <ac:spMkLst>
            <pc:docMk/>
            <pc:sldMk cId="3679873536" sldId="265"/>
            <ac:spMk id="4" creationId="{E6124144-AE99-DAC2-7AD8-76D0719E8185}"/>
          </ac:spMkLst>
        </pc:spChg>
        <pc:spChg chg="add mod">
          <ac:chgData name="Zheng Fei" userId="d19317889db4c986" providerId="LiveId" clId="{45DF4AD5-9C6A-484A-80EE-EA4D9174ED56}" dt="2022-05-23T14:16:07.458" v="1312"/>
          <ac:spMkLst>
            <pc:docMk/>
            <pc:sldMk cId="3679873536" sldId="265"/>
            <ac:spMk id="5" creationId="{5AD6AAEB-AC38-15ED-BE50-DACC222C1186}"/>
          </ac:spMkLst>
        </pc:spChg>
        <pc:spChg chg="add mod">
          <ac:chgData name="Zheng Fei" userId="d19317889db4c986" providerId="LiveId" clId="{45DF4AD5-9C6A-484A-80EE-EA4D9174ED56}" dt="2022-05-23T14:32:07.305" v="1414"/>
          <ac:spMkLst>
            <pc:docMk/>
            <pc:sldMk cId="3679873536" sldId="265"/>
            <ac:spMk id="7" creationId="{6C637037-45B7-E6BF-63F5-43918313F1D1}"/>
          </ac:spMkLst>
        </pc:spChg>
        <pc:spChg chg="add mod">
          <ac:chgData name="Zheng Fei" userId="d19317889db4c986" providerId="LiveId" clId="{45DF4AD5-9C6A-484A-80EE-EA4D9174ED56}" dt="2022-05-23T14:31:04.382" v="1409" actId="1076"/>
          <ac:spMkLst>
            <pc:docMk/>
            <pc:sldMk cId="3679873536" sldId="265"/>
            <ac:spMk id="9" creationId="{F2D51A34-392D-C3EB-9F38-97ED0E48F85A}"/>
          </ac:spMkLst>
        </pc:spChg>
        <pc:picChg chg="del">
          <ac:chgData name="Zheng Fei" userId="d19317889db4c986" providerId="LiveId" clId="{45DF4AD5-9C6A-484A-80EE-EA4D9174ED56}" dt="2022-05-23T14:16:11.998" v="1314" actId="478"/>
          <ac:picMkLst>
            <pc:docMk/>
            <pc:sldMk cId="3679873536" sldId="265"/>
            <ac:picMk id="6" creationId="{5D868FD2-2AAB-DBE2-4269-95ADBD6A5527}"/>
          </ac:picMkLst>
        </pc:picChg>
        <pc:picChg chg="del">
          <ac:chgData name="Zheng Fei" userId="d19317889db4c986" providerId="LiveId" clId="{45DF4AD5-9C6A-484A-80EE-EA4D9174ED56}" dt="2022-05-23T14:28:41.545" v="1387" actId="478"/>
          <ac:picMkLst>
            <pc:docMk/>
            <pc:sldMk cId="3679873536" sldId="265"/>
            <ac:picMk id="8" creationId="{6ABAAD05-0790-7832-F384-3A928A36F5A1}"/>
          </ac:picMkLst>
        </pc:picChg>
      </pc:sldChg>
      <pc:sldChg chg="addSp modSp mod">
        <pc:chgData name="Zheng Fei" userId="d19317889db4c986" providerId="LiveId" clId="{45DF4AD5-9C6A-484A-80EE-EA4D9174ED56}" dt="2022-05-23T14:34:33.345" v="1443" actId="2710"/>
        <pc:sldMkLst>
          <pc:docMk/>
          <pc:sldMk cId="1676781785" sldId="266"/>
        </pc:sldMkLst>
        <pc:spChg chg="add mod">
          <ac:chgData name="Zheng Fei" userId="d19317889db4c986" providerId="LiveId" clId="{45DF4AD5-9C6A-484A-80EE-EA4D9174ED56}" dt="2022-05-23T14:16:31.275" v="1330"/>
          <ac:spMkLst>
            <pc:docMk/>
            <pc:sldMk cId="1676781785" sldId="266"/>
            <ac:spMk id="3" creationId="{9C39E9C3-9B84-774A-6D3F-8BCDE0711F48}"/>
          </ac:spMkLst>
        </pc:spChg>
        <pc:spChg chg="mod">
          <ac:chgData name="Zheng Fei" userId="d19317889db4c986" providerId="LiveId" clId="{45DF4AD5-9C6A-484A-80EE-EA4D9174ED56}" dt="2022-05-23T14:34:33.345" v="1443" actId="2710"/>
          <ac:spMkLst>
            <pc:docMk/>
            <pc:sldMk cId="1676781785" sldId="266"/>
            <ac:spMk id="4" creationId="{527F980E-2CD7-E6CD-831D-20BF3E14B865}"/>
          </ac:spMkLst>
        </pc:spChg>
      </pc:sldChg>
      <pc:sldChg chg="modSp mod">
        <pc:chgData name="Zheng Fei" userId="d19317889db4c986" providerId="LiveId" clId="{45DF4AD5-9C6A-484A-80EE-EA4D9174ED56}" dt="2022-05-23T14:16:52.325" v="1336" actId="1076"/>
        <pc:sldMkLst>
          <pc:docMk/>
          <pc:sldMk cId="1946586258" sldId="267"/>
        </pc:sldMkLst>
        <pc:spChg chg="mod">
          <ac:chgData name="Zheng Fei" userId="d19317889db4c986" providerId="LiveId" clId="{45DF4AD5-9C6A-484A-80EE-EA4D9174ED56}" dt="2022-05-23T14:16:52.325" v="1336" actId="1076"/>
          <ac:spMkLst>
            <pc:docMk/>
            <pc:sldMk cId="1946586258" sldId="267"/>
            <ac:spMk id="3" creationId="{EB565B5E-1F5F-A8B4-E885-99B5E93C4542}"/>
          </ac:spMkLst>
        </pc:spChg>
      </pc:sldChg>
      <pc:sldChg chg="del">
        <pc:chgData name="Zheng Fei" userId="d19317889db4c986" providerId="LiveId" clId="{45DF4AD5-9C6A-484A-80EE-EA4D9174ED56}" dt="2022-05-23T11:54:20.232" v="0" actId="2696"/>
        <pc:sldMkLst>
          <pc:docMk/>
          <pc:sldMk cId="2714237772" sldId="276"/>
        </pc:sldMkLst>
      </pc:sldChg>
      <pc:sldChg chg="addSp delSp modSp add mod">
        <pc:chgData name="Zheng Fei" userId="d19317889db4c986" providerId="LiveId" clId="{45DF4AD5-9C6A-484A-80EE-EA4D9174ED56}" dt="2022-05-23T14:24:48.906" v="1358" actId="1076"/>
        <pc:sldMkLst>
          <pc:docMk/>
          <pc:sldMk cId="3728313676" sldId="276"/>
        </pc:sldMkLst>
        <pc:spChg chg="add del mod">
          <ac:chgData name="Zheng Fei" userId="d19317889db4c986" providerId="LiveId" clId="{45DF4AD5-9C6A-484A-80EE-EA4D9174ED56}" dt="2022-05-23T14:24:33.835" v="1356" actId="478"/>
          <ac:spMkLst>
            <pc:docMk/>
            <pc:sldMk cId="3728313676" sldId="276"/>
            <ac:spMk id="3" creationId="{985A2467-F404-AA77-4711-08DECBA9AF6A}"/>
          </ac:spMkLst>
        </pc:spChg>
        <pc:spChg chg="del">
          <ac:chgData name="Zheng Fei" userId="d19317889db4c986" providerId="LiveId" clId="{45DF4AD5-9C6A-484A-80EE-EA4D9174ED56}" dt="2022-05-23T14:24:27.719" v="1354" actId="478"/>
          <ac:spMkLst>
            <pc:docMk/>
            <pc:sldMk cId="3728313676" sldId="276"/>
            <ac:spMk id="4" creationId="{E7811146-DE92-04DF-39C9-62AEC6DDAD41}"/>
          </ac:spMkLst>
        </pc:spChg>
        <pc:spChg chg="mod">
          <ac:chgData name="Zheng Fei" userId="d19317889db4c986" providerId="LiveId" clId="{45DF4AD5-9C6A-484A-80EE-EA4D9174ED56}" dt="2022-05-23T14:24:43.460" v="1357" actId="255"/>
          <ac:spMkLst>
            <pc:docMk/>
            <pc:sldMk cId="3728313676" sldId="276"/>
            <ac:spMk id="7" creationId="{C98971FA-F08A-4F57-AD38-EAA7412DB244}"/>
          </ac:spMkLst>
        </pc:spChg>
        <pc:spChg chg="mod">
          <ac:chgData name="Zheng Fei" userId="d19317889db4c986" providerId="LiveId" clId="{45DF4AD5-9C6A-484A-80EE-EA4D9174ED56}" dt="2022-05-23T14:24:48.906" v="1358" actId="1076"/>
          <ac:spMkLst>
            <pc:docMk/>
            <pc:sldMk cId="3728313676" sldId="276"/>
            <ac:spMk id="8" creationId="{9B25847B-E86D-478D-AC6C-1C3F9F7A3C4A}"/>
          </ac:spMkLst>
        </pc:spChg>
        <pc:spChg chg="add mod">
          <ac:chgData name="Zheng Fei" userId="d19317889db4c986" providerId="LiveId" clId="{45DF4AD5-9C6A-484A-80EE-EA4D9174ED56}" dt="2022-05-23T14:24:31.397" v="1355"/>
          <ac:spMkLst>
            <pc:docMk/>
            <pc:sldMk cId="3728313676" sldId="276"/>
            <ac:spMk id="9" creationId="{CB70EB86-094D-B252-7F7F-47CE36345A6C}"/>
          </ac:spMkLst>
        </pc:spChg>
      </pc:sldChg>
      <pc:sldChg chg="modAnim">
        <pc:chgData name="Zheng Fei" userId="d19317889db4c986" providerId="LiveId" clId="{45DF4AD5-9C6A-484A-80EE-EA4D9174ED56}" dt="2022-05-23T12:00:36.355" v="22"/>
        <pc:sldMkLst>
          <pc:docMk/>
          <pc:sldMk cId="3091142409" sldId="279"/>
        </pc:sldMkLst>
      </pc:sldChg>
      <pc:sldChg chg="addSp delSp modSp mod">
        <pc:chgData name="Zheng Fei" userId="d19317889db4c986" providerId="LiveId" clId="{45DF4AD5-9C6A-484A-80EE-EA4D9174ED56}" dt="2022-05-23T12:15:25.487" v="119" actId="20577"/>
        <pc:sldMkLst>
          <pc:docMk/>
          <pc:sldMk cId="2050171829" sldId="280"/>
        </pc:sldMkLst>
        <pc:spChg chg="add del mod">
          <ac:chgData name="Zheng Fei" userId="d19317889db4c986" providerId="LiveId" clId="{45DF4AD5-9C6A-484A-80EE-EA4D9174ED56}" dt="2022-05-23T12:15:25.487" v="119" actId="20577"/>
          <ac:spMkLst>
            <pc:docMk/>
            <pc:sldMk cId="2050171829" sldId="280"/>
            <ac:spMk id="3" creationId="{A0F1B26D-C89A-B84D-9C6A-9D8BD9859A00}"/>
          </ac:spMkLst>
        </pc:spChg>
        <pc:spChg chg="del">
          <ac:chgData name="Zheng Fei" userId="d19317889db4c986" providerId="LiveId" clId="{45DF4AD5-9C6A-484A-80EE-EA4D9174ED56}" dt="2022-05-23T11:54:39.601" v="5" actId="478"/>
          <ac:spMkLst>
            <pc:docMk/>
            <pc:sldMk cId="2050171829" sldId="280"/>
            <ac:spMk id="4" creationId="{4EFEB556-FB59-A89D-0621-813FDE96AF98}"/>
          </ac:spMkLst>
        </pc:spChg>
        <pc:spChg chg="add del mod">
          <ac:chgData name="Zheng Fei" userId="d19317889db4c986" providerId="LiveId" clId="{45DF4AD5-9C6A-484A-80EE-EA4D9174ED56}" dt="2022-05-23T11:54:29.139" v="2" actId="478"/>
          <ac:spMkLst>
            <pc:docMk/>
            <pc:sldMk cId="2050171829" sldId="280"/>
            <ac:spMk id="6" creationId="{73F4BB92-E57E-E3A0-93E7-7171F17CD82E}"/>
          </ac:spMkLst>
        </pc:spChg>
      </pc:sldChg>
      <pc:sldChg chg="addSp delSp modSp add mod">
        <pc:chgData name="Zheng Fei" userId="d19317889db4c986" providerId="LiveId" clId="{45DF4AD5-9C6A-484A-80EE-EA4D9174ED56}" dt="2022-05-23T14:25:56.903" v="1362" actId="255"/>
        <pc:sldMkLst>
          <pc:docMk/>
          <pc:sldMk cId="2258431907" sldId="281"/>
        </pc:sldMkLst>
        <pc:spChg chg="add del mod">
          <ac:chgData name="Zheng Fei" userId="d19317889db4c986" providerId="LiveId" clId="{45DF4AD5-9C6A-484A-80EE-EA4D9174ED56}" dt="2022-05-23T14:25:49.227" v="1360" actId="478"/>
          <ac:spMkLst>
            <pc:docMk/>
            <pc:sldMk cId="2258431907" sldId="281"/>
            <ac:spMk id="3" creationId="{8FEF7383-42C9-B83B-E59C-99C38C25593A}"/>
          </ac:spMkLst>
        </pc:spChg>
        <pc:spChg chg="del">
          <ac:chgData name="Zheng Fei" userId="d19317889db4c986" providerId="LiveId" clId="{45DF4AD5-9C6A-484A-80EE-EA4D9174ED56}" dt="2022-05-23T14:25:47.219" v="1359" actId="478"/>
          <ac:spMkLst>
            <pc:docMk/>
            <pc:sldMk cId="2258431907" sldId="281"/>
            <ac:spMk id="4" creationId="{E7811146-DE92-04DF-39C9-62AEC6DDAD41}"/>
          </ac:spMkLst>
        </pc:spChg>
        <pc:spChg chg="add mod">
          <ac:chgData name="Zheng Fei" userId="d19317889db4c986" providerId="LiveId" clId="{45DF4AD5-9C6A-484A-80EE-EA4D9174ED56}" dt="2022-05-23T14:25:52.818" v="1361"/>
          <ac:spMkLst>
            <pc:docMk/>
            <pc:sldMk cId="2258431907" sldId="281"/>
            <ac:spMk id="7" creationId="{063E2E97-E0A8-E26A-782D-E55EFBC49AD8}"/>
          </ac:spMkLst>
        </pc:spChg>
        <pc:spChg chg="mod">
          <ac:chgData name="Zheng Fei" userId="d19317889db4c986" providerId="LiveId" clId="{45DF4AD5-9C6A-484A-80EE-EA4D9174ED56}" dt="2022-05-23T14:25:56.903" v="1362" actId="255"/>
          <ac:spMkLst>
            <pc:docMk/>
            <pc:sldMk cId="2258431907" sldId="281"/>
            <ac:spMk id="8" creationId="{9B25847B-E86D-478D-AC6C-1C3F9F7A3C4A}"/>
          </ac:spMkLst>
        </pc:spChg>
        <pc:spChg chg="mod">
          <ac:chgData name="Zheng Fei" userId="d19317889db4c986" providerId="LiveId" clId="{45DF4AD5-9C6A-484A-80EE-EA4D9174ED56}" dt="2022-05-23T14:25:56.903" v="1362" actId="255"/>
          <ac:spMkLst>
            <pc:docMk/>
            <pc:sldMk cId="2258431907" sldId="281"/>
            <ac:spMk id="10" creationId="{3F9E47FF-7EAC-46EE-A9D1-94804DBBA401}"/>
          </ac:spMkLst>
        </pc:spChg>
      </pc:sldChg>
      <pc:sldChg chg="add del">
        <pc:chgData name="Zheng Fei" userId="d19317889db4c986" providerId="LiveId" clId="{45DF4AD5-9C6A-484A-80EE-EA4D9174ED56}" dt="2022-05-23T14:37:39.974" v="1445" actId="2696"/>
        <pc:sldMkLst>
          <pc:docMk/>
          <pc:sldMk cId="3602601868" sldId="283"/>
        </pc:sldMkLst>
      </pc:sldChg>
      <pc:sldChg chg="add">
        <pc:chgData name="Zheng Fei" userId="d19317889db4c986" providerId="LiveId" clId="{45DF4AD5-9C6A-484A-80EE-EA4D9174ED56}" dt="2022-05-23T14:37:47.399" v="1446"/>
        <pc:sldMkLst>
          <pc:docMk/>
          <pc:sldMk cId="3890819885" sldId="283"/>
        </pc:sldMkLst>
      </pc:sldChg>
      <pc:sldChg chg="modSp add mod">
        <pc:chgData name="Zheng Fei" userId="d19317889db4c986" providerId="LiveId" clId="{45DF4AD5-9C6A-484A-80EE-EA4D9174ED56}" dt="2022-05-23T13:27:50.820" v="746" actId="2711"/>
        <pc:sldMkLst>
          <pc:docMk/>
          <pc:sldMk cId="0" sldId="289"/>
        </pc:sldMkLst>
        <pc:spChg chg="mod">
          <ac:chgData name="Zheng Fei" userId="d19317889db4c986" providerId="LiveId" clId="{45DF4AD5-9C6A-484A-80EE-EA4D9174ED56}" dt="2022-05-23T13:27:50.820" v="746" actId="2711"/>
          <ac:spMkLst>
            <pc:docMk/>
            <pc:sldMk cId="0" sldId="289"/>
            <ac:spMk id="9" creationId="{A2A32693-FA85-46ED-9F52-424F364119E5}"/>
          </ac:spMkLst>
        </pc:spChg>
        <pc:spChg chg="mod">
          <ac:chgData name="Zheng Fei" userId="d19317889db4c986" providerId="LiveId" clId="{45DF4AD5-9C6A-484A-80EE-EA4D9174ED56}" dt="2022-05-23T13:27:50.820" v="746" actId="2711"/>
          <ac:spMkLst>
            <pc:docMk/>
            <pc:sldMk cId="0" sldId="289"/>
            <ac:spMk id="61444" creationId="{601F1377-4EC1-A648-9D08-93B0CEF44388}"/>
          </ac:spMkLst>
        </pc:spChg>
        <pc:spChg chg="mod">
          <ac:chgData name="Zheng Fei" userId="d19317889db4c986" providerId="LiveId" clId="{45DF4AD5-9C6A-484A-80EE-EA4D9174ED56}" dt="2022-05-23T13:27:50.820" v="746" actId="2711"/>
          <ac:spMkLst>
            <pc:docMk/>
            <pc:sldMk cId="0" sldId="289"/>
            <ac:spMk id="61445" creationId="{D75E15BB-A7A5-2C46-90D2-B9B92ACCDED9}"/>
          </ac:spMkLst>
        </pc:spChg>
        <pc:spChg chg="mod">
          <ac:chgData name="Zheng Fei" userId="d19317889db4c986" providerId="LiveId" clId="{45DF4AD5-9C6A-484A-80EE-EA4D9174ED56}" dt="2022-05-23T13:27:50.820" v="746" actId="2711"/>
          <ac:spMkLst>
            <pc:docMk/>
            <pc:sldMk cId="0" sldId="289"/>
            <ac:spMk id="61446" creationId="{3CA5D0EF-1412-D449-86E5-3BEFAEB9289A}"/>
          </ac:spMkLst>
        </pc:spChg>
      </pc:sldChg>
      <pc:sldChg chg="modSp mod">
        <pc:chgData name="Zheng Fei" userId="d19317889db4c986" providerId="LiveId" clId="{45DF4AD5-9C6A-484A-80EE-EA4D9174ED56}" dt="2022-05-23T12:15:33.948" v="122"/>
        <pc:sldMkLst>
          <pc:docMk/>
          <pc:sldMk cId="3572720350" sldId="380"/>
        </pc:sldMkLst>
        <pc:spChg chg="mod">
          <ac:chgData name="Zheng Fei" userId="d19317889db4c986" providerId="LiveId" clId="{45DF4AD5-9C6A-484A-80EE-EA4D9174ED56}" dt="2022-05-23T12:15:33.948" v="122"/>
          <ac:spMkLst>
            <pc:docMk/>
            <pc:sldMk cId="3572720350" sldId="380"/>
            <ac:spMk id="21" creationId="{5FAF19E4-6E37-738D-464D-D7D2A34F5181}"/>
          </ac:spMkLst>
        </pc:spChg>
        <pc:grpChg chg="mod">
          <ac:chgData name="Zheng Fei" userId="d19317889db4c986" providerId="LiveId" clId="{45DF4AD5-9C6A-484A-80EE-EA4D9174ED56}" dt="2022-05-23T12:00:00.568" v="19" actId="1076"/>
          <ac:grpSpMkLst>
            <pc:docMk/>
            <pc:sldMk cId="3572720350" sldId="380"/>
            <ac:grpSpMk id="6" creationId="{BCCDFD90-040C-D85B-D200-28851D83EAEE}"/>
          </ac:grpSpMkLst>
        </pc:grpChg>
      </pc:sldChg>
      <pc:sldChg chg="modSp">
        <pc:chgData name="Zheng Fei" userId="d19317889db4c986" providerId="LiveId" clId="{45DF4AD5-9C6A-484A-80EE-EA4D9174ED56}" dt="2022-05-23T12:02:50.119" v="28" actId="20577"/>
        <pc:sldMkLst>
          <pc:docMk/>
          <pc:sldMk cId="577393801" sldId="408"/>
        </pc:sldMkLst>
        <pc:spChg chg="mod">
          <ac:chgData name="Zheng Fei" userId="d19317889db4c986" providerId="LiveId" clId="{45DF4AD5-9C6A-484A-80EE-EA4D9174ED56}" dt="2022-05-23T12:02:50.119" v="28" actId="20577"/>
          <ac:spMkLst>
            <pc:docMk/>
            <pc:sldMk cId="577393801" sldId="408"/>
            <ac:spMk id="4" creationId="{55CDE8FD-2E32-E8D0-A305-3E495F401DFD}"/>
          </ac:spMkLst>
        </pc:spChg>
      </pc:sldChg>
      <pc:sldChg chg="modSp add mod">
        <pc:chgData name="Zheng Fei" userId="d19317889db4c986" providerId="LiveId" clId="{45DF4AD5-9C6A-484A-80EE-EA4D9174ED56}" dt="2022-05-23T12:28:28.627" v="211" actId="20577"/>
        <pc:sldMkLst>
          <pc:docMk/>
          <pc:sldMk cId="3233283572" sldId="412"/>
        </pc:sldMkLst>
        <pc:spChg chg="mod">
          <ac:chgData name="Zheng Fei" userId="d19317889db4c986" providerId="LiveId" clId="{45DF4AD5-9C6A-484A-80EE-EA4D9174ED56}" dt="2022-05-23T12:19:07.610" v="133" actId="20577"/>
          <ac:spMkLst>
            <pc:docMk/>
            <pc:sldMk cId="3233283572" sldId="412"/>
            <ac:spMk id="2" creationId="{3C6D158B-ADF3-32F7-89D4-4853303994E4}"/>
          </ac:spMkLst>
        </pc:spChg>
        <pc:spChg chg="mod">
          <ac:chgData name="Zheng Fei" userId="d19317889db4c986" providerId="LiveId" clId="{45DF4AD5-9C6A-484A-80EE-EA4D9174ED56}" dt="2022-05-23T12:28:28.627" v="211" actId="20577"/>
          <ac:spMkLst>
            <pc:docMk/>
            <pc:sldMk cId="3233283572" sldId="412"/>
            <ac:spMk id="3" creationId="{AF0964D1-11E1-10CF-1FD4-561E5DABBFE9}"/>
          </ac:spMkLst>
        </pc:spChg>
      </pc:sldChg>
      <pc:sldChg chg="addSp delSp modSp add mod">
        <pc:chgData name="Zheng Fei" userId="d19317889db4c986" providerId="LiveId" clId="{45DF4AD5-9C6A-484A-80EE-EA4D9174ED56}" dt="2022-05-23T13:32:44.406" v="814" actId="167"/>
        <pc:sldMkLst>
          <pc:docMk/>
          <pc:sldMk cId="2143558873" sldId="413"/>
        </pc:sldMkLst>
        <pc:spChg chg="add mod">
          <ac:chgData name="Zheng Fei" userId="d19317889db4c986" providerId="LiveId" clId="{45DF4AD5-9C6A-484A-80EE-EA4D9174ED56}" dt="2022-05-23T12:39:04.182" v="422" actId="167"/>
          <ac:spMkLst>
            <pc:docMk/>
            <pc:sldMk cId="2143558873" sldId="413"/>
            <ac:spMk id="3" creationId="{EFE00AAA-8230-BA09-40C6-2AEB1EF88914}"/>
          </ac:spMkLst>
        </pc:spChg>
        <pc:spChg chg="mod">
          <ac:chgData name="Zheng Fei" userId="d19317889db4c986" providerId="LiveId" clId="{45DF4AD5-9C6A-484A-80EE-EA4D9174ED56}" dt="2022-05-23T13:32:44.406" v="814" actId="167"/>
          <ac:spMkLst>
            <pc:docMk/>
            <pc:sldMk cId="2143558873" sldId="413"/>
            <ac:spMk id="4" creationId="{94122086-8B36-9DC7-8611-CB1AEE1CA682}"/>
          </ac:spMkLst>
        </pc:spChg>
        <pc:graphicFrameChg chg="add mod modGraphic">
          <ac:chgData name="Zheng Fei" userId="d19317889db4c986" providerId="LiveId" clId="{45DF4AD5-9C6A-484A-80EE-EA4D9174ED56}" dt="2022-05-23T12:40:13.371" v="449" actId="113"/>
          <ac:graphicFrameMkLst>
            <pc:docMk/>
            <pc:sldMk cId="2143558873" sldId="413"/>
            <ac:graphicFrameMk id="2" creationId="{A3699759-089C-4307-E574-353C277EA29F}"/>
          </ac:graphicFrameMkLst>
        </pc:graphicFrameChg>
        <pc:picChg chg="del mod">
          <ac:chgData name="Zheng Fei" userId="d19317889db4c986" providerId="LiveId" clId="{45DF4AD5-9C6A-484A-80EE-EA4D9174ED56}" dt="2022-05-23T12:38:43.891" v="418" actId="478"/>
          <ac:picMkLst>
            <pc:docMk/>
            <pc:sldMk cId="2143558873" sldId="413"/>
            <ac:picMk id="6" creationId="{5203B147-7E67-A764-6530-AB7DBABAD2ED}"/>
          </ac:picMkLst>
        </pc:picChg>
      </pc:sldChg>
      <pc:sldChg chg="addSp modSp add mod">
        <pc:chgData name="Zheng Fei" userId="d19317889db4c986" providerId="LiveId" clId="{45DF4AD5-9C6A-484A-80EE-EA4D9174ED56}" dt="2022-05-23T13:13:03.321" v="632" actId="1076"/>
        <pc:sldMkLst>
          <pc:docMk/>
          <pc:sldMk cId="2483495714" sldId="414"/>
        </pc:sldMkLst>
        <pc:spChg chg="add mod">
          <ac:chgData name="Zheng Fei" userId="d19317889db4c986" providerId="LiveId" clId="{45DF4AD5-9C6A-484A-80EE-EA4D9174ED56}" dt="2022-05-23T13:13:03.321" v="632" actId="1076"/>
          <ac:spMkLst>
            <pc:docMk/>
            <pc:sldMk cId="2483495714" sldId="414"/>
            <ac:spMk id="3" creationId="{78EC0419-CC0C-1BD6-3C95-FAB45F584215}"/>
          </ac:spMkLst>
        </pc:spChg>
        <pc:spChg chg="mod">
          <ac:chgData name="Zheng Fei" userId="d19317889db4c986" providerId="LiveId" clId="{45DF4AD5-9C6A-484A-80EE-EA4D9174ED56}" dt="2022-05-23T13:12:28.011" v="626"/>
          <ac:spMkLst>
            <pc:docMk/>
            <pc:sldMk cId="2483495714" sldId="414"/>
            <ac:spMk id="4" creationId="{56101FCB-1030-32FB-62F4-1819AF7DBA76}"/>
          </ac:spMkLst>
        </pc:spChg>
      </pc:sldChg>
      <pc:sldChg chg="addSp delSp modSp add mod">
        <pc:chgData name="Zheng Fei" userId="d19317889db4c986" providerId="LiveId" clId="{45DF4AD5-9C6A-484A-80EE-EA4D9174ED56}" dt="2022-05-23T13:19:37.160" v="732"/>
        <pc:sldMkLst>
          <pc:docMk/>
          <pc:sldMk cId="2514811679" sldId="415"/>
        </pc:sldMkLst>
        <pc:spChg chg="mod">
          <ac:chgData name="Zheng Fei" userId="d19317889db4c986" providerId="LiveId" clId="{45DF4AD5-9C6A-484A-80EE-EA4D9174ED56}" dt="2022-05-23T13:19:37.160" v="732"/>
          <ac:spMkLst>
            <pc:docMk/>
            <pc:sldMk cId="2514811679" sldId="415"/>
            <ac:spMk id="3" creationId="{9C2D52B2-DE1C-FD0E-0FEC-75E26987E1B2}"/>
          </ac:spMkLst>
        </pc:spChg>
        <pc:spChg chg="add del mod">
          <ac:chgData name="Zheng Fei" userId="d19317889db4c986" providerId="LiveId" clId="{45DF4AD5-9C6A-484A-80EE-EA4D9174ED56}" dt="2022-05-23T13:18:31.943" v="727"/>
          <ac:spMkLst>
            <pc:docMk/>
            <pc:sldMk cId="2514811679" sldId="415"/>
            <ac:spMk id="4" creationId="{8CFF28C4-27C1-DFE8-112E-242F9358FCF5}"/>
          </ac:spMkLst>
        </pc:spChg>
      </pc:sldChg>
      <pc:sldChg chg="addSp modSp add mod modAnim">
        <pc:chgData name="Zheng Fei" userId="d19317889db4c986" providerId="LiveId" clId="{45DF4AD5-9C6A-484A-80EE-EA4D9174ED56}" dt="2022-05-23T13:38:43.137" v="1038" actId="1076"/>
        <pc:sldMkLst>
          <pc:docMk/>
          <pc:sldMk cId="867047197" sldId="416"/>
        </pc:sldMkLst>
        <pc:spChg chg="add mod">
          <ac:chgData name="Zheng Fei" userId="d19317889db4c986" providerId="LiveId" clId="{45DF4AD5-9C6A-484A-80EE-EA4D9174ED56}" dt="2022-05-23T13:38:43.137" v="1038" actId="1076"/>
          <ac:spMkLst>
            <pc:docMk/>
            <pc:sldMk cId="867047197" sldId="416"/>
            <ac:spMk id="2" creationId="{3A67ED50-435D-E720-2BD7-B7E1EF99770F}"/>
          </ac:spMkLst>
        </pc:spChg>
        <pc:spChg chg="add mod">
          <ac:chgData name="Zheng Fei" userId="d19317889db4c986" providerId="LiveId" clId="{45DF4AD5-9C6A-484A-80EE-EA4D9174ED56}" dt="2022-05-23T13:32:56.503" v="816" actId="1076"/>
          <ac:spMkLst>
            <pc:docMk/>
            <pc:sldMk cId="867047197" sldId="416"/>
            <ac:spMk id="7" creationId="{4276B501-8629-E31F-47BB-BBDAA232E98A}"/>
          </ac:spMkLst>
        </pc:spChg>
        <pc:spChg chg="mod">
          <ac:chgData name="Zheng Fei" userId="d19317889db4c986" providerId="LiveId" clId="{45DF4AD5-9C6A-484A-80EE-EA4D9174ED56}" dt="2022-05-23T13:33:12.606" v="838" actId="1035"/>
          <ac:spMkLst>
            <pc:docMk/>
            <pc:sldMk cId="867047197" sldId="416"/>
            <ac:spMk id="9" creationId="{A2A32693-FA85-46ED-9F52-424F364119E5}"/>
          </ac:spMkLst>
        </pc:spChg>
        <pc:spChg chg="mod">
          <ac:chgData name="Zheng Fei" userId="d19317889db4c986" providerId="LiveId" clId="{45DF4AD5-9C6A-484A-80EE-EA4D9174ED56}" dt="2022-05-23T13:33:12.606" v="838" actId="1035"/>
          <ac:spMkLst>
            <pc:docMk/>
            <pc:sldMk cId="867047197" sldId="416"/>
            <ac:spMk id="61444" creationId="{601F1377-4EC1-A648-9D08-93B0CEF44388}"/>
          </ac:spMkLst>
        </pc:spChg>
        <pc:spChg chg="mod">
          <ac:chgData name="Zheng Fei" userId="d19317889db4c986" providerId="LiveId" clId="{45DF4AD5-9C6A-484A-80EE-EA4D9174ED56}" dt="2022-05-23T13:32:59.289" v="817" actId="179"/>
          <ac:spMkLst>
            <pc:docMk/>
            <pc:sldMk cId="867047197" sldId="416"/>
            <ac:spMk id="61445" creationId="{D75E15BB-A7A5-2C46-90D2-B9B92ACCDED9}"/>
          </ac:spMkLst>
        </pc:spChg>
        <pc:spChg chg="mod">
          <ac:chgData name="Zheng Fei" userId="d19317889db4c986" providerId="LiveId" clId="{45DF4AD5-9C6A-484A-80EE-EA4D9174ED56}" dt="2022-05-23T13:33:16.822" v="849" actId="1035"/>
          <ac:spMkLst>
            <pc:docMk/>
            <pc:sldMk cId="867047197" sldId="416"/>
            <ac:spMk id="61446" creationId="{3CA5D0EF-1412-D449-86E5-3BEFAEB9289A}"/>
          </ac:spMkLst>
        </pc:spChg>
        <pc:graphicFrameChg chg="add mod">
          <ac:chgData name="Zheng Fei" userId="d19317889db4c986" providerId="LiveId" clId="{45DF4AD5-9C6A-484A-80EE-EA4D9174ED56}" dt="2022-05-23T13:33:44.310" v="860" actId="1035"/>
          <ac:graphicFrameMkLst>
            <pc:docMk/>
            <pc:sldMk cId="867047197" sldId="416"/>
            <ac:graphicFrameMk id="8" creationId="{91FD2449-4CBB-BA71-41EA-A1DF6CE4C6CF}"/>
          </ac:graphicFrameMkLst>
        </pc:graphicFrameChg>
      </pc:sldChg>
      <pc:sldChg chg="add del">
        <pc:chgData name="Zheng Fei" userId="d19317889db4c986" providerId="LiveId" clId="{45DF4AD5-9C6A-484A-80EE-EA4D9174ED56}" dt="2022-05-23T13:27:55.860" v="748" actId="2696"/>
        <pc:sldMkLst>
          <pc:docMk/>
          <pc:sldMk cId="3533553745" sldId="416"/>
        </pc:sldMkLst>
      </pc:sldChg>
      <pc:sldChg chg="new del">
        <pc:chgData name="Zheng Fei" userId="d19317889db4c986" providerId="LiveId" clId="{45DF4AD5-9C6A-484A-80EE-EA4D9174ED56}" dt="2022-05-23T13:39:47.488" v="1041" actId="2696"/>
        <pc:sldMkLst>
          <pc:docMk/>
          <pc:sldMk cId="4110393865" sldId="417"/>
        </pc:sldMkLst>
      </pc:sldChg>
      <pc:sldChg chg="add">
        <pc:chgData name="Zheng Fei" userId="d19317889db4c986" providerId="LiveId" clId="{45DF4AD5-9C6A-484A-80EE-EA4D9174ED56}" dt="2022-05-23T13:39:43.904" v="1040"/>
        <pc:sldMkLst>
          <pc:docMk/>
          <pc:sldMk cId="1350384850" sldId="428"/>
        </pc:sldMkLst>
      </pc:sldChg>
      <pc:sldChg chg="delSp add mod">
        <pc:chgData name="Zheng Fei" userId="d19317889db4c986" providerId="LiveId" clId="{45DF4AD5-9C6A-484A-80EE-EA4D9174ED56}" dt="2022-05-23T13:39:55.054" v="1042" actId="478"/>
        <pc:sldMkLst>
          <pc:docMk/>
          <pc:sldMk cId="1551269373" sldId="429"/>
        </pc:sldMkLst>
        <pc:spChg chg="del">
          <ac:chgData name="Zheng Fei" userId="d19317889db4c986" providerId="LiveId" clId="{45DF4AD5-9C6A-484A-80EE-EA4D9174ED56}" dt="2022-05-23T13:39:55.054" v="1042" actId="478"/>
          <ac:spMkLst>
            <pc:docMk/>
            <pc:sldMk cId="1551269373" sldId="429"/>
            <ac:spMk id="6" creationId="{1087AB2E-4026-826A-A958-0BFAD950C8AB}"/>
          </ac:spMkLst>
        </pc:spChg>
      </pc:sldChg>
      <pc:sldChg chg="delSp modSp add mod">
        <pc:chgData name="Zheng Fei" userId="d19317889db4c986" providerId="LiveId" clId="{45DF4AD5-9C6A-484A-80EE-EA4D9174ED56}" dt="2022-05-23T13:41:13.999" v="1152" actId="1076"/>
        <pc:sldMkLst>
          <pc:docMk/>
          <pc:sldMk cId="3355953997" sldId="430"/>
        </pc:sldMkLst>
        <pc:spChg chg="del">
          <ac:chgData name="Zheng Fei" userId="d19317889db4c986" providerId="LiveId" clId="{45DF4AD5-9C6A-484A-80EE-EA4D9174ED56}" dt="2022-05-23T13:40:44.753" v="1094" actId="478"/>
          <ac:spMkLst>
            <pc:docMk/>
            <pc:sldMk cId="3355953997" sldId="430"/>
            <ac:spMk id="9" creationId="{A2A32693-FA85-46ED-9F52-424F364119E5}"/>
          </ac:spMkLst>
        </pc:spChg>
        <pc:spChg chg="mod">
          <ac:chgData name="Zheng Fei" userId="d19317889db4c986" providerId="LiveId" clId="{45DF4AD5-9C6A-484A-80EE-EA4D9174ED56}" dt="2022-05-23T13:41:09.930" v="1151" actId="14100"/>
          <ac:spMkLst>
            <pc:docMk/>
            <pc:sldMk cId="3355953997" sldId="430"/>
            <ac:spMk id="61442" creationId="{9979D594-9100-0446-A19F-7140E5533581}"/>
          </ac:spMkLst>
        </pc:spChg>
        <pc:spChg chg="mod">
          <ac:chgData name="Zheng Fei" userId="d19317889db4c986" providerId="LiveId" clId="{45DF4AD5-9C6A-484A-80EE-EA4D9174ED56}" dt="2022-05-23T13:41:13.999" v="1152" actId="1076"/>
          <ac:spMkLst>
            <pc:docMk/>
            <pc:sldMk cId="3355953997" sldId="430"/>
            <ac:spMk id="61444" creationId="{601F1377-4EC1-A648-9D08-93B0CEF44388}"/>
          </ac:spMkLst>
        </pc:spChg>
        <pc:spChg chg="del">
          <ac:chgData name="Zheng Fei" userId="d19317889db4c986" providerId="LiveId" clId="{45DF4AD5-9C6A-484A-80EE-EA4D9174ED56}" dt="2022-05-23T13:40:43.943" v="1093" actId="478"/>
          <ac:spMkLst>
            <pc:docMk/>
            <pc:sldMk cId="3355953997" sldId="430"/>
            <ac:spMk id="61445" creationId="{D75E15BB-A7A5-2C46-90D2-B9B92ACCDED9}"/>
          </ac:spMkLst>
        </pc:spChg>
        <pc:spChg chg="mod">
          <ac:chgData name="Zheng Fei" userId="d19317889db4c986" providerId="LiveId" clId="{45DF4AD5-9C6A-484A-80EE-EA4D9174ED56}" dt="2022-05-23T13:41:05.155" v="1150" actId="20577"/>
          <ac:spMkLst>
            <pc:docMk/>
            <pc:sldMk cId="3355953997" sldId="430"/>
            <ac:spMk id="61446" creationId="{3CA5D0EF-1412-D449-86E5-3BEFAEB9289A}"/>
          </ac:spMkLst>
        </pc:spChg>
      </pc:sldChg>
      <pc:sldChg chg="addSp delSp modSp add mod">
        <pc:chgData name="Zheng Fei" userId="d19317889db4c986" providerId="LiveId" clId="{45DF4AD5-9C6A-484A-80EE-EA4D9174ED56}" dt="2022-05-23T14:27:54.014" v="1385" actId="20577"/>
        <pc:sldMkLst>
          <pc:docMk/>
          <pc:sldMk cId="1888292715" sldId="431"/>
        </pc:sldMkLst>
        <pc:spChg chg="del">
          <ac:chgData name="Zheng Fei" userId="d19317889db4c986" providerId="LiveId" clId="{45DF4AD5-9C6A-484A-80EE-EA4D9174ED56}" dt="2022-05-23T13:43:26.808" v="1178" actId="478"/>
          <ac:spMkLst>
            <pc:docMk/>
            <pc:sldMk cId="1888292715" sldId="431"/>
            <ac:spMk id="3" creationId="{F24BA370-3E52-0624-2F77-C75EF3EA35E3}"/>
          </ac:spMkLst>
        </pc:spChg>
        <pc:spChg chg="del">
          <ac:chgData name="Zheng Fei" userId="d19317889db4c986" providerId="LiveId" clId="{45DF4AD5-9C6A-484A-80EE-EA4D9174ED56}" dt="2022-05-23T13:44:11.880" v="1180" actId="478"/>
          <ac:spMkLst>
            <pc:docMk/>
            <pc:sldMk cId="1888292715" sldId="431"/>
            <ac:spMk id="4" creationId="{170B6785-417A-11DE-E61A-9D9A98EBF4CD}"/>
          </ac:spMkLst>
        </pc:spChg>
        <pc:spChg chg="mod">
          <ac:chgData name="Zheng Fei" userId="d19317889db4c986" providerId="LiveId" clId="{45DF4AD5-9C6A-484A-80EE-EA4D9174ED56}" dt="2022-05-23T14:27:54.014" v="1385" actId="20577"/>
          <ac:spMkLst>
            <pc:docMk/>
            <pc:sldMk cId="1888292715" sldId="431"/>
            <ac:spMk id="5" creationId="{405922E4-8D9D-2AFF-27F8-F04E74295AD8}"/>
          </ac:spMkLst>
        </pc:spChg>
        <pc:spChg chg="add del mod">
          <ac:chgData name="Zheng Fei" userId="d19317889db4c986" providerId="LiveId" clId="{45DF4AD5-9C6A-484A-80EE-EA4D9174ED56}" dt="2022-05-23T13:43:29.131" v="1179" actId="478"/>
          <ac:spMkLst>
            <pc:docMk/>
            <pc:sldMk cId="1888292715" sldId="431"/>
            <ac:spMk id="6" creationId="{0A1528B3-7A1E-35ED-539F-E8C08CEB4737}"/>
          </ac:spMkLst>
        </pc:spChg>
        <pc:spChg chg="add mod">
          <ac:chgData name="Zheng Fei" userId="d19317889db4c986" providerId="LiveId" clId="{45DF4AD5-9C6A-484A-80EE-EA4D9174ED56}" dt="2022-05-23T14:14:54.486" v="1278" actId="20577"/>
          <ac:spMkLst>
            <pc:docMk/>
            <pc:sldMk cId="1888292715" sldId="431"/>
            <ac:spMk id="7" creationId="{9829FC2A-B3CC-7043-A7DE-B90837E66598}"/>
          </ac:spMkLst>
        </pc:spChg>
      </pc:sldChg>
      <pc:sldChg chg="addSp delSp modSp new mod setBg">
        <pc:chgData name="Zheng Fei" userId="d19317889db4c986" providerId="LiveId" clId="{45DF4AD5-9C6A-484A-80EE-EA4D9174ED56}" dt="2022-05-23T14:00:39.335" v="1192" actId="26606"/>
        <pc:sldMkLst>
          <pc:docMk/>
          <pc:sldMk cId="281949815" sldId="432"/>
        </pc:sldMkLst>
        <pc:spChg chg="del">
          <ac:chgData name="Zheng Fei" userId="d19317889db4c986" providerId="LiveId" clId="{45DF4AD5-9C6A-484A-80EE-EA4D9174ED56}" dt="2022-05-23T14:00:11.056" v="1182" actId="478"/>
          <ac:spMkLst>
            <pc:docMk/>
            <pc:sldMk cId="281949815" sldId="432"/>
            <ac:spMk id="2" creationId="{49CF1C0D-E5F8-0CFF-2298-A6A316069248}"/>
          </ac:spMkLst>
        </pc:spChg>
        <pc:spChg chg="del">
          <ac:chgData name="Zheng Fei" userId="d19317889db4c986" providerId="LiveId" clId="{45DF4AD5-9C6A-484A-80EE-EA4D9174ED56}" dt="2022-05-23T14:00:12.150" v="1183" actId="478"/>
          <ac:spMkLst>
            <pc:docMk/>
            <pc:sldMk cId="281949815" sldId="432"/>
            <ac:spMk id="3" creationId="{E99B32B0-9852-377B-789C-63F9FFDABEBE}"/>
          </ac:spMkLst>
        </pc:spChg>
        <pc:spChg chg="add del">
          <ac:chgData name="Zheng Fei" userId="d19317889db4c986" providerId="LiveId" clId="{45DF4AD5-9C6A-484A-80EE-EA4D9174ED56}" dt="2022-05-23T14:00:39.334" v="1191" actId="26606"/>
          <ac:spMkLst>
            <pc:docMk/>
            <pc:sldMk cId="281949815" sldId="432"/>
            <ac:spMk id="7" creationId="{F3060C83-F051-4F0E-ABAD-AA0DFC48B218}"/>
          </ac:spMkLst>
        </pc:spChg>
        <pc:spChg chg="add del">
          <ac:chgData name="Zheng Fei" userId="d19317889db4c986" providerId="LiveId" clId="{45DF4AD5-9C6A-484A-80EE-EA4D9174ED56}" dt="2022-05-23T14:00:39.334" v="1191" actId="26606"/>
          <ac:spMkLst>
            <pc:docMk/>
            <pc:sldMk cId="281949815" sldId="432"/>
            <ac:spMk id="8" creationId="{83C98ABE-055B-441F-B07E-44F97F083C39}"/>
          </ac:spMkLst>
        </pc:spChg>
        <pc:spChg chg="add del">
          <ac:chgData name="Zheng Fei" userId="d19317889db4c986" providerId="LiveId" clId="{45DF4AD5-9C6A-484A-80EE-EA4D9174ED56}" dt="2022-05-23T14:00:39.334" v="1191" actId="26606"/>
          <ac:spMkLst>
            <pc:docMk/>
            <pc:sldMk cId="281949815" sldId="432"/>
            <ac:spMk id="9" creationId="{3783CA14-24A1-485C-8B30-D6A5D87987AD}"/>
          </ac:spMkLst>
        </pc:spChg>
        <pc:spChg chg="add del">
          <ac:chgData name="Zheng Fei" userId="d19317889db4c986" providerId="LiveId" clId="{45DF4AD5-9C6A-484A-80EE-EA4D9174ED56}" dt="2022-05-23T14:00:37.355" v="1187" actId="26606"/>
          <ac:spMkLst>
            <pc:docMk/>
            <pc:sldMk cId="281949815" sldId="432"/>
            <ac:spMk id="10" creationId="{0D1D8088-559A-46A5-A801-CDF0B9476BED}"/>
          </ac:spMkLst>
        </pc:spChg>
        <pc:spChg chg="add del">
          <ac:chgData name="Zheng Fei" userId="d19317889db4c986" providerId="LiveId" clId="{45DF4AD5-9C6A-484A-80EE-EA4D9174ED56}" dt="2022-05-23T14:00:39.334" v="1191" actId="26606"/>
          <ac:spMkLst>
            <pc:docMk/>
            <pc:sldMk cId="281949815" sldId="432"/>
            <ac:spMk id="14" creationId="{29FDB030-9B49-4CED-8CCD-4D99382388AC}"/>
          </ac:spMkLst>
        </pc:spChg>
        <pc:spChg chg="add del">
          <ac:chgData name="Zheng Fei" userId="d19317889db4c986" providerId="LiveId" clId="{45DF4AD5-9C6A-484A-80EE-EA4D9174ED56}" dt="2022-05-23T14:00:37.355" v="1187" actId="26606"/>
          <ac:spMkLst>
            <pc:docMk/>
            <pc:sldMk cId="281949815" sldId="432"/>
            <ac:spMk id="16" creationId="{3776B14B-F2F4-4825-8DA8-8C7A0F2B3960}"/>
          </ac:spMkLst>
        </pc:spChg>
        <pc:spChg chg="add del">
          <ac:chgData name="Zheng Fei" userId="d19317889db4c986" providerId="LiveId" clId="{45DF4AD5-9C6A-484A-80EE-EA4D9174ED56}" dt="2022-05-23T14:00:39.334" v="1191" actId="26606"/>
          <ac:spMkLst>
            <pc:docMk/>
            <pc:sldMk cId="281949815" sldId="432"/>
            <ac:spMk id="18" creationId="{9A97C86A-04D6-40F7-AE84-31AB43E6A846}"/>
          </ac:spMkLst>
        </pc:spChg>
        <pc:spChg chg="add del">
          <ac:chgData name="Zheng Fei" userId="d19317889db4c986" providerId="LiveId" clId="{45DF4AD5-9C6A-484A-80EE-EA4D9174ED56}" dt="2022-05-23T14:00:39.334" v="1191" actId="26606"/>
          <ac:spMkLst>
            <pc:docMk/>
            <pc:sldMk cId="281949815" sldId="432"/>
            <ac:spMk id="20" creationId="{FF9F2414-84E8-453E-B1F3-389FDE8192D9}"/>
          </ac:spMkLst>
        </pc:spChg>
        <pc:spChg chg="add del">
          <ac:chgData name="Zheng Fei" userId="d19317889db4c986" providerId="LiveId" clId="{45DF4AD5-9C6A-484A-80EE-EA4D9174ED56}" dt="2022-05-23T14:00:39.334" v="1191" actId="26606"/>
          <ac:spMkLst>
            <pc:docMk/>
            <pc:sldMk cId="281949815" sldId="432"/>
            <ac:spMk id="22" creationId="{3ECA69A1-7536-43AC-85EF-C7106179F5ED}"/>
          </ac:spMkLst>
        </pc:spChg>
        <pc:grpChg chg="add del">
          <ac:chgData name="Zheng Fei" userId="d19317889db4c986" providerId="LiveId" clId="{45DF4AD5-9C6A-484A-80EE-EA4D9174ED56}" dt="2022-05-23T14:00:37.355" v="1187" actId="26606"/>
          <ac:grpSpMkLst>
            <pc:docMk/>
            <pc:sldMk cId="281949815" sldId="432"/>
            <ac:grpSpMk id="12" creationId="{83E2E96F-17F7-4C8C-BDF1-6BB90A0C1D7F}"/>
          </ac:grpSpMkLst>
        </pc:grpChg>
        <pc:picChg chg="add mod">
          <ac:chgData name="Zheng Fei" userId="d19317889db4c986" providerId="LiveId" clId="{45DF4AD5-9C6A-484A-80EE-EA4D9174ED56}" dt="2022-05-23T14:00:39.335" v="1192" actId="26606"/>
          <ac:picMkLst>
            <pc:docMk/>
            <pc:sldMk cId="281949815" sldId="432"/>
            <ac:picMk id="5" creationId="{85C0B2EB-FB46-6F86-62A9-ADEC2FCE478B}"/>
          </ac:picMkLst>
        </pc:picChg>
      </pc:sldChg>
      <pc:sldChg chg="addSp delSp modSp new mod">
        <pc:chgData name="Zheng Fei" userId="d19317889db4c986" providerId="LiveId" clId="{45DF4AD5-9C6A-484A-80EE-EA4D9174ED56}" dt="2022-05-23T14:01:58.557" v="1208" actId="1076"/>
        <pc:sldMkLst>
          <pc:docMk/>
          <pc:sldMk cId="1719930304" sldId="433"/>
        </pc:sldMkLst>
        <pc:spChg chg="del">
          <ac:chgData name="Zheng Fei" userId="d19317889db4c986" providerId="LiveId" clId="{45DF4AD5-9C6A-484A-80EE-EA4D9174ED56}" dt="2022-05-23T14:00:54.956" v="1194" actId="478"/>
          <ac:spMkLst>
            <pc:docMk/>
            <pc:sldMk cId="1719930304" sldId="433"/>
            <ac:spMk id="2" creationId="{0BB348C9-915D-D11D-E60D-49627208E0FC}"/>
          </ac:spMkLst>
        </pc:spChg>
        <pc:spChg chg="del">
          <ac:chgData name="Zheng Fei" userId="d19317889db4c986" providerId="LiveId" clId="{45DF4AD5-9C6A-484A-80EE-EA4D9174ED56}" dt="2022-05-23T14:00:55.947" v="1195" actId="478"/>
          <ac:spMkLst>
            <pc:docMk/>
            <pc:sldMk cId="1719930304" sldId="433"/>
            <ac:spMk id="3" creationId="{47333001-5307-F96A-4878-44B744B2E73C}"/>
          </ac:spMkLst>
        </pc:spChg>
        <pc:picChg chg="add mod modCrop">
          <ac:chgData name="Zheng Fei" userId="d19317889db4c986" providerId="LiveId" clId="{45DF4AD5-9C6A-484A-80EE-EA4D9174ED56}" dt="2022-05-23T14:01:58.557" v="1208" actId="1076"/>
          <ac:picMkLst>
            <pc:docMk/>
            <pc:sldMk cId="1719930304" sldId="433"/>
            <ac:picMk id="5" creationId="{0178CA3B-0C66-4A7C-2BE3-782CE37E411C}"/>
          </ac:picMkLst>
        </pc:picChg>
        <pc:picChg chg="add mod">
          <ac:chgData name="Zheng Fei" userId="d19317889db4c986" providerId="LiveId" clId="{45DF4AD5-9C6A-484A-80EE-EA4D9174ED56}" dt="2022-05-23T14:01:55.218" v="1207" actId="1076"/>
          <ac:picMkLst>
            <pc:docMk/>
            <pc:sldMk cId="1719930304" sldId="433"/>
            <ac:picMk id="7" creationId="{8983B368-31B6-9219-3974-F13E685CF8D3}"/>
          </ac:picMkLst>
        </pc:picChg>
      </pc:sldChg>
      <pc:sldChg chg="add del">
        <pc:chgData name="Zheng Fei" userId="d19317889db4c986" providerId="LiveId" clId="{45DF4AD5-9C6A-484A-80EE-EA4D9174ED56}" dt="2022-05-23T14:14:12.855" v="1255" actId="2696"/>
        <pc:sldMkLst>
          <pc:docMk/>
          <pc:sldMk cId="2423694956" sldId="434"/>
        </pc:sldMkLst>
      </pc:sldChg>
      <pc:sldChg chg="add del">
        <pc:chgData name="Zheng Fei" userId="d19317889db4c986" providerId="LiveId" clId="{45DF4AD5-9C6A-484A-80EE-EA4D9174ED56}" dt="2022-05-23T14:09:17.293" v="1210" actId="2696"/>
        <pc:sldMkLst>
          <pc:docMk/>
          <pc:sldMk cId="2510892473" sldId="434"/>
        </pc:sldMkLst>
      </pc:sldChg>
      <pc:sldChg chg="addSp modSp add mod">
        <pc:chgData name="Zheng Fei" userId="d19317889db4c986" providerId="LiveId" clId="{45DF4AD5-9C6A-484A-80EE-EA4D9174ED56}" dt="2022-05-23T14:15:59.256" v="1310" actId="1076"/>
        <pc:sldMkLst>
          <pc:docMk/>
          <pc:sldMk cId="1171882595" sldId="435"/>
        </pc:sldMkLst>
        <pc:spChg chg="mod">
          <ac:chgData name="Zheng Fei" userId="d19317889db4c986" providerId="LiveId" clId="{45DF4AD5-9C6A-484A-80EE-EA4D9174ED56}" dt="2022-05-23T14:15:59.256" v="1310" actId="1076"/>
          <ac:spMkLst>
            <pc:docMk/>
            <pc:sldMk cId="1171882595" sldId="435"/>
            <ac:spMk id="3" creationId="{2F844906-05F1-87FE-9B4D-735A13034A14}"/>
          </ac:spMkLst>
        </pc:spChg>
        <pc:spChg chg="add mod">
          <ac:chgData name="Zheng Fei" userId="d19317889db4c986" providerId="LiveId" clId="{45DF4AD5-9C6A-484A-80EE-EA4D9174ED56}" dt="2022-05-23T14:15:57.137" v="1309" actId="1076"/>
          <ac:spMkLst>
            <pc:docMk/>
            <pc:sldMk cId="1171882595" sldId="435"/>
            <ac:spMk id="4" creationId="{B4166374-D299-4C83-712A-B65637C78DDD}"/>
          </ac:spMkLst>
        </pc:spChg>
      </pc:sldChg>
      <pc:sldChg chg="addSp delSp modSp add mod">
        <pc:chgData name="Zheng Fei" userId="d19317889db4c986" providerId="LiveId" clId="{45DF4AD5-9C6A-484A-80EE-EA4D9174ED56}" dt="2022-05-23T14:16:01.344" v="1311"/>
        <pc:sldMkLst>
          <pc:docMk/>
          <pc:sldMk cId="360062277" sldId="436"/>
        </pc:sldMkLst>
        <pc:spChg chg="mod">
          <ac:chgData name="Zheng Fei" userId="d19317889db4c986" providerId="LiveId" clId="{45DF4AD5-9C6A-484A-80EE-EA4D9174ED56}" dt="2022-05-23T14:12:19.283" v="1242" actId="20577"/>
          <ac:spMkLst>
            <pc:docMk/>
            <pc:sldMk cId="360062277" sldId="436"/>
            <ac:spMk id="4" creationId="{24AAB5E0-E891-15FC-03E0-585F8C68753A}"/>
          </ac:spMkLst>
        </pc:spChg>
        <pc:spChg chg="add mod">
          <ac:chgData name="Zheng Fei" userId="d19317889db4c986" providerId="LiveId" clId="{45DF4AD5-9C6A-484A-80EE-EA4D9174ED56}" dt="2022-05-23T14:16:01.344" v="1311"/>
          <ac:spMkLst>
            <pc:docMk/>
            <pc:sldMk cId="360062277" sldId="436"/>
            <ac:spMk id="10" creationId="{5DA1289A-EA1D-D34E-0BDF-8C7F73A59E7F}"/>
          </ac:spMkLst>
        </pc:spChg>
        <pc:picChg chg="del">
          <ac:chgData name="Zheng Fei" userId="d19317889db4c986" providerId="LiveId" clId="{45DF4AD5-9C6A-484A-80EE-EA4D9174ED56}" dt="2022-05-23T14:11:56.964" v="1233" actId="478"/>
          <ac:picMkLst>
            <pc:docMk/>
            <pc:sldMk cId="360062277" sldId="436"/>
            <ac:picMk id="6" creationId="{6B4D722A-8AB7-AEB9-FE57-06CF7127ABA0}"/>
          </ac:picMkLst>
        </pc:picChg>
        <pc:picChg chg="del">
          <ac:chgData name="Zheng Fei" userId="d19317889db4c986" providerId="LiveId" clId="{45DF4AD5-9C6A-484A-80EE-EA4D9174ED56}" dt="2022-05-23T14:11:58.917" v="1235" actId="478"/>
          <ac:picMkLst>
            <pc:docMk/>
            <pc:sldMk cId="360062277" sldId="436"/>
            <ac:picMk id="7" creationId="{3AFE8722-50D7-1A99-A020-675B122A55A7}"/>
          </ac:picMkLst>
        </pc:picChg>
        <pc:picChg chg="del">
          <ac:chgData name="Zheng Fei" userId="d19317889db4c986" providerId="LiveId" clId="{45DF4AD5-9C6A-484A-80EE-EA4D9174ED56}" dt="2022-05-23T14:11:57.946" v="1234" actId="478"/>
          <ac:picMkLst>
            <pc:docMk/>
            <pc:sldMk cId="360062277" sldId="436"/>
            <ac:picMk id="8" creationId="{7946114C-BA6A-FA89-8443-0ED7DABFBD1E}"/>
          </ac:picMkLst>
        </pc:picChg>
        <pc:picChg chg="del">
          <ac:chgData name="Zheng Fei" userId="d19317889db4c986" providerId="LiveId" clId="{45DF4AD5-9C6A-484A-80EE-EA4D9174ED56}" dt="2022-05-23T14:11:55.990" v="1232" actId="478"/>
          <ac:picMkLst>
            <pc:docMk/>
            <pc:sldMk cId="360062277" sldId="436"/>
            <ac:picMk id="9" creationId="{41F25B7B-7A41-8C58-DA02-A15F53360928}"/>
          </ac:picMkLst>
        </pc:picChg>
      </pc:sldChg>
      <pc:sldChg chg="addSp delSp modSp add mod">
        <pc:chgData name="Zheng Fei" userId="d19317889db4c986" providerId="LiveId" clId="{45DF4AD5-9C6A-484A-80EE-EA4D9174ED56}" dt="2022-05-23T14:32:41.896" v="1422" actId="20577"/>
        <pc:sldMkLst>
          <pc:docMk/>
          <pc:sldMk cId="1501252830" sldId="437"/>
        </pc:sldMkLst>
        <pc:spChg chg="mod">
          <ac:chgData name="Zheng Fei" userId="d19317889db4c986" providerId="LiveId" clId="{45DF4AD5-9C6A-484A-80EE-EA4D9174ED56}" dt="2022-05-23T14:32:41.896" v="1422" actId="20577"/>
          <ac:spMkLst>
            <pc:docMk/>
            <pc:sldMk cId="1501252830" sldId="437"/>
            <ac:spMk id="4" creationId="{E6124144-AE99-DAC2-7AD8-76D0719E8185}"/>
          </ac:spMkLst>
        </pc:spChg>
        <pc:spChg chg="add mod">
          <ac:chgData name="Zheng Fei" userId="d19317889db4c986" providerId="LiveId" clId="{45DF4AD5-9C6A-484A-80EE-EA4D9174ED56}" dt="2022-05-23T14:16:25.683" v="1329" actId="20577"/>
          <ac:spMkLst>
            <pc:docMk/>
            <pc:sldMk cId="1501252830" sldId="437"/>
            <ac:spMk id="5" creationId="{43EFC579-04D3-0D2D-51AB-E42DE48242F2}"/>
          </ac:spMkLst>
        </pc:spChg>
        <pc:picChg chg="del">
          <ac:chgData name="Zheng Fei" userId="d19317889db4c986" providerId="LiveId" clId="{45DF4AD5-9C6A-484A-80EE-EA4D9174ED56}" dt="2022-05-23T14:32:13.793" v="1415" actId="478"/>
          <ac:picMkLst>
            <pc:docMk/>
            <pc:sldMk cId="1501252830" sldId="437"/>
            <ac:picMk id="6" creationId="{5D868FD2-2AAB-DBE2-4269-95ADBD6A5527}"/>
          </ac:picMkLst>
        </pc:picChg>
        <pc:picChg chg="del">
          <ac:chgData name="Zheng Fei" userId="d19317889db4c986" providerId="LiveId" clId="{45DF4AD5-9C6A-484A-80EE-EA4D9174ED56}" dt="2022-05-23T14:13:49.699" v="1254" actId="478"/>
          <ac:picMkLst>
            <pc:docMk/>
            <pc:sldMk cId="1501252830" sldId="437"/>
            <ac:picMk id="8" creationId="{6ABAAD05-0790-7832-F384-3A928A36F5A1}"/>
          </ac:picMkLst>
        </pc:picChg>
      </pc:sldChg>
      <pc:sldChg chg="modSp add mod">
        <pc:chgData name="Zheng Fei" userId="d19317889db4c986" providerId="LiveId" clId="{45DF4AD5-9C6A-484A-80EE-EA4D9174ED56}" dt="2022-05-23T14:17:12.584" v="1341" actId="1076"/>
        <pc:sldMkLst>
          <pc:docMk/>
          <pc:sldMk cId="490015169" sldId="438"/>
        </pc:sldMkLst>
        <pc:spChg chg="mod">
          <ac:chgData name="Zheng Fei" userId="d19317889db4c986" providerId="LiveId" clId="{45DF4AD5-9C6A-484A-80EE-EA4D9174ED56}" dt="2022-05-23T14:17:12.584" v="1341" actId="1076"/>
          <ac:spMkLst>
            <pc:docMk/>
            <pc:sldMk cId="490015169" sldId="438"/>
            <ac:spMk id="3" creationId="{EB565B5E-1F5F-A8B4-E885-99B5E93C4542}"/>
          </ac:spMkLst>
        </pc:spChg>
      </pc:sldChg>
      <pc:sldChg chg="add del">
        <pc:chgData name="Zheng Fei" userId="d19317889db4c986" providerId="LiveId" clId="{45DF4AD5-9C6A-484A-80EE-EA4D9174ED56}" dt="2022-05-23T14:15:47.854" v="1307" actId="2696"/>
        <pc:sldMkLst>
          <pc:docMk/>
          <pc:sldMk cId="3764055007" sldId="438"/>
        </pc:sldMkLst>
      </pc:sldChg>
      <pc:sldChg chg="addSp modSp add mod">
        <pc:chgData name="Zheng Fei" userId="d19317889db4c986" providerId="LiveId" clId="{45DF4AD5-9C6A-484A-80EE-EA4D9174ED56}" dt="2022-05-23T14:27:45.677" v="1383"/>
        <pc:sldMkLst>
          <pc:docMk/>
          <pc:sldMk cId="3794240120" sldId="439"/>
        </pc:sldMkLst>
        <pc:spChg chg="mod">
          <ac:chgData name="Zheng Fei" userId="d19317889db4c986" providerId="LiveId" clId="{45DF4AD5-9C6A-484A-80EE-EA4D9174ED56}" dt="2022-05-23T14:27:45.677" v="1383"/>
          <ac:spMkLst>
            <pc:docMk/>
            <pc:sldMk cId="3794240120" sldId="439"/>
            <ac:spMk id="4" creationId="{24AAB5E0-E891-15FC-03E0-585F8C68753A}"/>
          </ac:spMkLst>
        </pc:spChg>
        <pc:spChg chg="add mod">
          <ac:chgData name="Zheng Fei" userId="d19317889db4c986" providerId="LiveId" clId="{45DF4AD5-9C6A-484A-80EE-EA4D9174ED56}" dt="2022-05-23T14:27:14.343" v="1378" actId="1076"/>
          <ac:spMkLst>
            <pc:docMk/>
            <pc:sldMk cId="3794240120" sldId="439"/>
            <ac:spMk id="5" creationId="{E6B45466-ECCA-81E4-0769-7B1D11793604}"/>
          </ac:spMkLst>
        </pc:spChg>
        <pc:spChg chg="add mod">
          <ac:chgData name="Zheng Fei" userId="d19317889db4c986" providerId="LiveId" clId="{45DF4AD5-9C6A-484A-80EE-EA4D9174ED56}" dt="2022-05-23T14:27:20.003" v="1380" actId="1076"/>
          <ac:spMkLst>
            <pc:docMk/>
            <pc:sldMk cId="3794240120" sldId="439"/>
            <ac:spMk id="6" creationId="{7FDFD667-F360-A775-C263-443076E75B02}"/>
          </ac:spMkLst>
        </pc:spChg>
        <pc:spChg chg="add mod">
          <ac:chgData name="Zheng Fei" userId="d19317889db4c986" providerId="LiveId" clId="{45DF4AD5-9C6A-484A-80EE-EA4D9174ED56}" dt="2022-05-23T14:27:25.323" v="1382" actId="1076"/>
          <ac:spMkLst>
            <pc:docMk/>
            <pc:sldMk cId="3794240120" sldId="439"/>
            <ac:spMk id="7" creationId="{670C9E6D-AC13-0F84-7747-AF4AB0BAF392}"/>
          </ac:spMkLst>
        </pc:spChg>
      </pc:sldChg>
      <pc:sldChg chg="modSp add">
        <pc:chgData name="Zheng Fei" userId="d19317889db4c986" providerId="LiveId" clId="{45DF4AD5-9C6A-484A-80EE-EA4D9174ED56}" dt="2022-05-23T14:32:45.557" v="1423" actId="20577"/>
        <pc:sldMkLst>
          <pc:docMk/>
          <pc:sldMk cId="2482988229" sldId="440"/>
        </pc:sldMkLst>
        <pc:spChg chg="mod">
          <ac:chgData name="Zheng Fei" userId="d19317889db4c986" providerId="LiveId" clId="{45DF4AD5-9C6A-484A-80EE-EA4D9174ED56}" dt="2022-05-23T14:32:45.557" v="1423" actId="20577"/>
          <ac:spMkLst>
            <pc:docMk/>
            <pc:sldMk cId="2482988229" sldId="440"/>
            <ac:spMk id="4" creationId="{E6124144-AE99-DAC2-7AD8-76D0719E8185}"/>
          </ac:spMkLst>
        </pc:spChg>
      </pc:sldChg>
      <pc:sldChg chg="modSp add mod ord">
        <pc:chgData name="Zheng Fei" userId="d19317889db4c986" providerId="LiveId" clId="{45DF4AD5-9C6A-484A-80EE-EA4D9174ED56}" dt="2022-05-23T14:34:20.260" v="1439" actId="20578"/>
        <pc:sldMkLst>
          <pc:docMk/>
          <pc:sldMk cId="588134162" sldId="441"/>
        </pc:sldMkLst>
        <pc:spChg chg="mod">
          <ac:chgData name="Zheng Fei" userId="d19317889db4c986" providerId="LiveId" clId="{45DF4AD5-9C6A-484A-80EE-EA4D9174ED56}" dt="2022-05-23T14:34:16.471" v="1438" actId="255"/>
          <ac:spMkLst>
            <pc:docMk/>
            <pc:sldMk cId="588134162" sldId="441"/>
            <ac:spMk id="4" creationId="{527F980E-2CD7-E6CD-831D-20BF3E14B865}"/>
          </ac:spMkLst>
        </pc:spChg>
      </pc:sldChg>
      <pc:sldChg chg="add">
        <pc:chgData name="Zheng Fei" userId="d19317889db4c986" providerId="LiveId" clId="{45DF4AD5-9C6A-484A-80EE-EA4D9174ED56}" dt="2022-05-23T14:37:26.356" v="1444"/>
        <pc:sldMkLst>
          <pc:docMk/>
          <pc:sldMk cId="749143287" sldId="442"/>
        </pc:sldMkLst>
      </pc:sldChg>
      <pc:sldChg chg="add">
        <pc:chgData name="Zheng Fei" userId="d19317889db4c986" providerId="LiveId" clId="{45DF4AD5-9C6A-484A-80EE-EA4D9174ED56}" dt="2022-05-23T14:37:47.399" v="1446"/>
        <pc:sldMkLst>
          <pc:docMk/>
          <pc:sldMk cId="3494439301" sldId="443"/>
        </pc:sldMkLst>
      </pc:sldChg>
      <pc:sldChg chg="add del">
        <pc:chgData name="Zheng Fei" userId="d19317889db4c986" providerId="LiveId" clId="{45DF4AD5-9C6A-484A-80EE-EA4D9174ED56}" dt="2022-05-23T14:37:39.974" v="1445" actId="2696"/>
        <pc:sldMkLst>
          <pc:docMk/>
          <pc:sldMk cId="3635444600" sldId="443"/>
        </pc:sldMkLst>
      </pc:sldChg>
      <pc:sldChg chg="delSp add del mod">
        <pc:chgData name="Zheng Fei" userId="d19317889db4c986" providerId="LiveId" clId="{45DF4AD5-9C6A-484A-80EE-EA4D9174ED56}" dt="2022-05-23T13:40:01.334" v="1044" actId="2696"/>
        <pc:sldMkLst>
          <pc:docMk/>
          <pc:sldMk cId="4005447236" sldId="446"/>
        </pc:sldMkLst>
        <pc:spChg chg="del">
          <ac:chgData name="Zheng Fei" userId="d19317889db4c986" providerId="LiveId" clId="{45DF4AD5-9C6A-484A-80EE-EA4D9174ED56}" dt="2022-05-23T13:39:58.190" v="1043" actId="478"/>
          <ac:spMkLst>
            <pc:docMk/>
            <pc:sldMk cId="4005447236" sldId="446"/>
            <ac:spMk id="5" creationId="{5BB1F458-681C-27F8-27E8-A6336806FCC6}"/>
          </ac:spMkLst>
        </pc:spChg>
      </pc:sldChg>
    </pc:docChg>
  </pc:docChgLst>
  <pc:docChgLst>
    <pc:chgData name="Fei" userId="d19317889db4c986" providerId="LiveId" clId="{1B23C512-DF15-4145-816A-3299F540025E}"/>
    <pc:docChg chg="undo custSel addSld delSld modSld sldOrd modMainMaster modNotesMaster">
      <pc:chgData name="Fei" userId="d19317889db4c986" providerId="LiveId" clId="{1B23C512-DF15-4145-816A-3299F540025E}" dt="2022-05-23T08:47:49.114" v="346"/>
      <pc:docMkLst>
        <pc:docMk/>
      </pc:docMkLst>
      <pc:sldChg chg="modSp mod">
        <pc:chgData name="Fei" userId="d19317889db4c986" providerId="LiveId" clId="{1B23C512-DF15-4145-816A-3299F540025E}" dt="2022-05-23T08:16:08.604" v="10" actId="27636"/>
        <pc:sldMkLst>
          <pc:docMk/>
          <pc:sldMk cId="1671800912" sldId="257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1671800912" sldId="257"/>
            <ac:spMk id="2" creationId="{3C6D158B-ADF3-32F7-89D4-4853303994E4}"/>
          </ac:spMkLst>
        </pc:spChg>
        <pc:spChg chg="mod">
          <ac:chgData name="Fei" userId="d19317889db4c986" providerId="LiveId" clId="{1B23C512-DF15-4145-816A-3299F540025E}" dt="2022-05-23T08:16:08.604" v="10" actId="27636"/>
          <ac:spMkLst>
            <pc:docMk/>
            <pc:sldMk cId="1671800912" sldId="257"/>
            <ac:spMk id="3" creationId="{AF0964D1-11E1-10CF-1FD4-561E5DABBFE9}"/>
          </ac:spMkLst>
        </pc:spChg>
      </pc:sldChg>
      <pc:sldChg chg="modSp mod">
        <pc:chgData name="Fei" userId="d19317889db4c986" providerId="LiveId" clId="{1B23C512-DF15-4145-816A-3299F540025E}" dt="2022-05-23T08:16:07.455" v="4" actId="27636"/>
        <pc:sldMkLst>
          <pc:docMk/>
          <pc:sldMk cId="4282182594" sldId="258"/>
        </pc:sldMkLst>
        <pc:spChg chg="mod">
          <ac:chgData name="Fei" userId="d19317889db4c986" providerId="LiveId" clId="{1B23C512-DF15-4145-816A-3299F540025E}" dt="2022-05-23T08:16:07.455" v="4" actId="27636"/>
          <ac:spMkLst>
            <pc:docMk/>
            <pc:sldMk cId="4282182594" sldId="258"/>
            <ac:spMk id="4" creationId="{94122086-8B36-9DC7-8611-CB1AEE1CA682}"/>
          </ac:spMkLst>
        </pc:spChg>
        <pc:picChg chg="mod">
          <ac:chgData name="Fei" userId="d19317889db4c986" providerId="LiveId" clId="{1B23C512-DF15-4145-816A-3299F540025E}" dt="2022-05-23T08:16:07.199" v="3"/>
          <ac:picMkLst>
            <pc:docMk/>
            <pc:sldMk cId="4282182594" sldId="258"/>
            <ac:picMk id="6" creationId="{5203B147-7E67-A764-6530-AB7DBABAD2ED}"/>
          </ac:picMkLst>
        </pc:picChg>
      </pc:sldChg>
      <pc:sldChg chg="modSp mod">
        <pc:chgData name="Fei" userId="d19317889db4c986" providerId="LiveId" clId="{1B23C512-DF15-4145-816A-3299F540025E}" dt="2022-05-23T08:16:07.704" v="5" actId="27636"/>
        <pc:sldMkLst>
          <pc:docMk/>
          <pc:sldMk cId="1492498360" sldId="259"/>
        </pc:sldMkLst>
        <pc:spChg chg="mod">
          <ac:chgData name="Fei" userId="d19317889db4c986" providerId="LiveId" clId="{1B23C512-DF15-4145-816A-3299F540025E}" dt="2022-05-23T08:16:07.704" v="5" actId="27636"/>
          <ac:spMkLst>
            <pc:docMk/>
            <pc:sldMk cId="1492498360" sldId="259"/>
            <ac:spMk id="4" creationId="{C1B86543-F995-B7C1-325A-12F8D1F44CE0}"/>
          </ac:spMkLst>
        </pc:spChg>
      </pc:sldChg>
      <pc:sldChg chg="modSp mod">
        <pc:chgData name="Fei" userId="d19317889db4c986" providerId="LiveId" clId="{1B23C512-DF15-4145-816A-3299F540025E}" dt="2022-05-23T08:16:07.856" v="6" actId="27636"/>
        <pc:sldMkLst>
          <pc:docMk/>
          <pc:sldMk cId="3845850111" sldId="260"/>
        </pc:sldMkLst>
        <pc:spChg chg="mod">
          <ac:chgData name="Fei" userId="d19317889db4c986" providerId="LiveId" clId="{1B23C512-DF15-4145-816A-3299F540025E}" dt="2022-05-23T08:16:07.856" v="6" actId="27636"/>
          <ac:spMkLst>
            <pc:docMk/>
            <pc:sldMk cId="3845850111" sldId="260"/>
            <ac:spMk id="4" creationId="{56101FCB-1030-32FB-62F4-1819AF7DBA76}"/>
          </ac:spMkLst>
        </pc:spChg>
      </pc:sldChg>
      <pc:sldChg chg="modSp mod">
        <pc:chgData name="Fei" userId="d19317889db4c986" providerId="LiveId" clId="{1B23C512-DF15-4145-816A-3299F540025E}" dt="2022-05-23T08:16:21.858" v="11" actId="27636"/>
        <pc:sldMkLst>
          <pc:docMk/>
          <pc:sldMk cId="1511345848" sldId="261"/>
        </pc:sldMkLst>
        <pc:spChg chg="mod">
          <ac:chgData name="Fei" userId="d19317889db4c986" providerId="LiveId" clId="{1B23C512-DF15-4145-816A-3299F540025E}" dt="2022-05-23T08:16:21.858" v="11" actId="27636"/>
          <ac:spMkLst>
            <pc:docMk/>
            <pc:sldMk cId="1511345848" sldId="261"/>
            <ac:spMk id="3" creationId="{9C2D52B2-DE1C-FD0E-0FEC-75E26987E1B2}"/>
          </ac:spMkLst>
        </pc:sp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885761587" sldId="262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885761587" sldId="262"/>
            <ac:spMk id="2" creationId="{42C12A74-AEF7-D4EA-A024-C16245DED6C1}"/>
          </ac:spMkLst>
        </pc:spChg>
        <pc:spChg chg="mod">
          <ac:chgData name="Fei" userId="d19317889db4c986" providerId="LiveId" clId="{1B23C512-DF15-4145-816A-3299F540025E}" dt="2022-05-23T08:16:07.199" v="3"/>
          <ac:spMkLst>
            <pc:docMk/>
            <pc:sldMk cId="885761587" sldId="262"/>
            <ac:spMk id="3" creationId="{F24BA370-3E52-0624-2F77-C75EF3EA35E3}"/>
          </ac:spMkLst>
        </pc:spChg>
        <pc:spChg chg="mod">
          <ac:chgData name="Fei" userId="d19317889db4c986" providerId="LiveId" clId="{1B23C512-DF15-4145-816A-3299F540025E}" dt="2022-05-23T08:16:07.199" v="3"/>
          <ac:spMkLst>
            <pc:docMk/>
            <pc:sldMk cId="885761587" sldId="262"/>
            <ac:spMk id="4" creationId="{170B6785-417A-11DE-E61A-9D9A98EBF4CD}"/>
          </ac:spMkLst>
        </pc:spChg>
        <pc:spChg chg="mod">
          <ac:chgData name="Fei" userId="d19317889db4c986" providerId="LiveId" clId="{1B23C512-DF15-4145-816A-3299F540025E}" dt="2022-05-23T08:16:07.199" v="3"/>
          <ac:spMkLst>
            <pc:docMk/>
            <pc:sldMk cId="885761587" sldId="262"/>
            <ac:spMk id="5" creationId="{405922E4-8D9D-2AFF-27F8-F04E74295AD8}"/>
          </ac:spMkLst>
        </pc:spChg>
      </pc:sldChg>
      <pc:sldChg chg="modSp mod">
        <pc:chgData name="Fei" userId="d19317889db4c986" providerId="LiveId" clId="{1B23C512-DF15-4145-816A-3299F540025E}" dt="2022-05-23T08:16:08.163" v="8" actId="27636"/>
        <pc:sldMkLst>
          <pc:docMk/>
          <pc:sldMk cId="2775391666" sldId="263"/>
        </pc:sldMkLst>
        <pc:spChg chg="mod">
          <ac:chgData name="Fei" userId="d19317889db4c986" providerId="LiveId" clId="{1B23C512-DF15-4145-816A-3299F540025E}" dt="2022-05-23T08:16:08.163" v="8" actId="27636"/>
          <ac:spMkLst>
            <pc:docMk/>
            <pc:sldMk cId="2775391666" sldId="263"/>
            <ac:spMk id="3" creationId="{2F844906-05F1-87FE-9B4D-735A13034A14}"/>
          </ac:spMkLst>
        </pc:spChg>
      </pc:sldChg>
      <pc:sldChg chg="modSp modNotes">
        <pc:chgData name="Fei" userId="d19317889db4c986" providerId="LiveId" clId="{1B23C512-DF15-4145-816A-3299F540025E}" dt="2022-05-23T08:16:07.199" v="3"/>
        <pc:sldMkLst>
          <pc:docMk/>
          <pc:sldMk cId="3885701239" sldId="264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3885701239" sldId="264"/>
            <ac:spMk id="4" creationId="{24AAB5E0-E891-15FC-03E0-585F8C68753A}"/>
          </ac:spMkLst>
        </pc:spChg>
        <pc:picChg chg="mod">
          <ac:chgData name="Fei" userId="d19317889db4c986" providerId="LiveId" clId="{1B23C512-DF15-4145-816A-3299F540025E}" dt="2022-05-23T08:16:07.199" v="3"/>
          <ac:picMkLst>
            <pc:docMk/>
            <pc:sldMk cId="3885701239" sldId="264"/>
            <ac:picMk id="6" creationId="{6B4D722A-8AB7-AEB9-FE57-06CF7127ABA0}"/>
          </ac:picMkLst>
        </pc:picChg>
        <pc:picChg chg="mod">
          <ac:chgData name="Fei" userId="d19317889db4c986" providerId="LiveId" clId="{1B23C512-DF15-4145-816A-3299F540025E}" dt="2022-05-23T08:16:07.199" v="3"/>
          <ac:picMkLst>
            <pc:docMk/>
            <pc:sldMk cId="3885701239" sldId="264"/>
            <ac:picMk id="7" creationId="{3AFE8722-50D7-1A99-A020-675B122A55A7}"/>
          </ac:picMkLst>
        </pc:picChg>
        <pc:picChg chg="mod">
          <ac:chgData name="Fei" userId="d19317889db4c986" providerId="LiveId" clId="{1B23C512-DF15-4145-816A-3299F540025E}" dt="2022-05-23T08:16:07.199" v="3"/>
          <ac:picMkLst>
            <pc:docMk/>
            <pc:sldMk cId="3885701239" sldId="264"/>
            <ac:picMk id="8" creationId="{7946114C-BA6A-FA89-8443-0ED7DABFBD1E}"/>
          </ac:picMkLst>
        </pc:picChg>
        <pc:picChg chg="mod">
          <ac:chgData name="Fei" userId="d19317889db4c986" providerId="LiveId" clId="{1B23C512-DF15-4145-816A-3299F540025E}" dt="2022-05-23T08:16:07.199" v="3"/>
          <ac:picMkLst>
            <pc:docMk/>
            <pc:sldMk cId="3885701239" sldId="264"/>
            <ac:picMk id="9" creationId="{41F25B7B-7A41-8C58-DA02-A15F53360928}"/>
          </ac:picMkLst>
        </pc:pic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3679873536" sldId="265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3679873536" sldId="265"/>
            <ac:spMk id="4" creationId="{E6124144-AE99-DAC2-7AD8-76D0719E8185}"/>
          </ac:spMkLst>
        </pc:spChg>
        <pc:picChg chg="mod">
          <ac:chgData name="Fei" userId="d19317889db4c986" providerId="LiveId" clId="{1B23C512-DF15-4145-816A-3299F540025E}" dt="2022-05-23T08:16:07.199" v="3"/>
          <ac:picMkLst>
            <pc:docMk/>
            <pc:sldMk cId="3679873536" sldId="265"/>
            <ac:picMk id="6" creationId="{5D868FD2-2AAB-DBE2-4269-95ADBD6A5527}"/>
          </ac:picMkLst>
        </pc:picChg>
        <pc:picChg chg="mod">
          <ac:chgData name="Fei" userId="d19317889db4c986" providerId="LiveId" clId="{1B23C512-DF15-4145-816A-3299F540025E}" dt="2022-05-23T08:16:07.199" v="3"/>
          <ac:picMkLst>
            <pc:docMk/>
            <pc:sldMk cId="3679873536" sldId="265"/>
            <ac:picMk id="8" creationId="{6ABAAD05-0790-7832-F384-3A928A36F5A1}"/>
          </ac:picMkLst>
        </pc:pic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1676781785" sldId="266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1676781785" sldId="266"/>
            <ac:spMk id="4" creationId="{527F980E-2CD7-E6CD-831D-20BF3E14B865}"/>
          </ac:spMkLst>
        </pc:spChg>
      </pc:sldChg>
      <pc:sldChg chg="modSp mod">
        <pc:chgData name="Fei" userId="d19317889db4c986" providerId="LiveId" clId="{1B23C512-DF15-4145-816A-3299F540025E}" dt="2022-05-23T08:16:08.496" v="9" actId="27636"/>
        <pc:sldMkLst>
          <pc:docMk/>
          <pc:sldMk cId="1946586258" sldId="267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1946586258" sldId="267"/>
            <ac:spMk id="2" creationId="{1B503C03-A1D1-9446-872F-FA5ACB4CAA32}"/>
          </ac:spMkLst>
        </pc:spChg>
        <pc:spChg chg="mod">
          <ac:chgData name="Fei" userId="d19317889db4c986" providerId="LiveId" clId="{1B23C512-DF15-4145-816A-3299F540025E}" dt="2022-05-23T08:16:08.496" v="9" actId="27636"/>
          <ac:spMkLst>
            <pc:docMk/>
            <pc:sldMk cId="1946586258" sldId="267"/>
            <ac:spMk id="3" creationId="{EB565B5E-1F5F-A8B4-E885-99B5E93C4542}"/>
          </ac:spMkLst>
        </pc:sp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1918821003" sldId="268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1918821003" sldId="268"/>
            <ac:spMk id="4" creationId="{F67F5463-7CF1-6038-C7A8-B818227BA249}"/>
          </ac:spMkLst>
        </pc:spChg>
        <pc:picChg chg="mod">
          <ac:chgData name="Fei" userId="d19317889db4c986" providerId="LiveId" clId="{1B23C512-DF15-4145-816A-3299F540025E}" dt="2022-05-23T08:16:07.199" v="3"/>
          <ac:picMkLst>
            <pc:docMk/>
            <pc:sldMk cId="1918821003" sldId="268"/>
            <ac:picMk id="5" creationId="{43B0ECFB-DA0A-D651-C1DE-17B481571056}"/>
          </ac:picMkLst>
        </pc:picChg>
        <pc:picChg chg="mod">
          <ac:chgData name="Fei" userId="d19317889db4c986" providerId="LiveId" clId="{1B23C512-DF15-4145-816A-3299F540025E}" dt="2022-05-23T08:16:07.199" v="3"/>
          <ac:picMkLst>
            <pc:docMk/>
            <pc:sldMk cId="1918821003" sldId="268"/>
            <ac:picMk id="6" creationId="{78C018DE-207B-A5FF-C402-AEBBFDC83E41}"/>
          </ac:picMkLst>
        </pc:picChg>
        <pc:picChg chg="mod">
          <ac:chgData name="Fei" userId="d19317889db4c986" providerId="LiveId" clId="{1B23C512-DF15-4145-816A-3299F540025E}" dt="2022-05-23T08:16:07.199" v="3"/>
          <ac:picMkLst>
            <pc:docMk/>
            <pc:sldMk cId="1918821003" sldId="268"/>
            <ac:picMk id="7" creationId="{36B0A5F9-D692-FB46-FEAE-97B07A902F45}"/>
          </ac:picMkLst>
        </pc:picChg>
        <pc:picChg chg="mod">
          <ac:chgData name="Fei" userId="d19317889db4c986" providerId="LiveId" clId="{1B23C512-DF15-4145-816A-3299F540025E}" dt="2022-05-23T08:16:07.199" v="3"/>
          <ac:picMkLst>
            <pc:docMk/>
            <pc:sldMk cId="1918821003" sldId="268"/>
            <ac:picMk id="8" creationId="{22C4A2BE-F42B-95D8-0939-93E322B03AF7}"/>
          </ac:picMkLst>
        </pc:pic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3073396532" sldId="269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3073396532" sldId="269"/>
            <ac:spMk id="4" creationId="{4C9FFAA2-DCAE-DE45-3145-E1617F2CB33F}"/>
          </ac:spMkLst>
        </pc:spChg>
      </pc:sldChg>
      <pc:sldChg chg="modSp modNotes">
        <pc:chgData name="Fei" userId="d19317889db4c986" providerId="LiveId" clId="{1B23C512-DF15-4145-816A-3299F540025E}" dt="2022-05-23T08:16:07.199" v="3"/>
        <pc:sldMkLst>
          <pc:docMk/>
          <pc:sldMk cId="455573110" sldId="270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455573110" sldId="270"/>
            <ac:spMk id="4" creationId="{CCE05973-FB0B-E121-D4D8-B5AAC1A75E73}"/>
          </ac:spMkLst>
        </pc:sp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2323714292" sldId="271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2323714292" sldId="271"/>
            <ac:spMk id="4" creationId="{08F7D353-17F0-E592-2713-BDCDC5F85873}"/>
          </ac:spMkLst>
        </pc:sp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1253038686" sldId="272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1253038686" sldId="272"/>
            <ac:spMk id="4" creationId="{C20440ED-1729-D85B-C2B0-3D3C805BEA2A}"/>
          </ac:spMkLst>
        </pc:sp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1545718604" sldId="273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1545718604" sldId="273"/>
            <ac:spMk id="4" creationId="{90737AAB-80BE-DC56-000D-0D9DA88811A9}"/>
          </ac:spMkLst>
        </pc:sp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2371827410" sldId="274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2371827410" sldId="274"/>
            <ac:spMk id="4" creationId="{1BEA2F31-BEBA-DF49-6203-2453C63D258D}"/>
          </ac:spMkLst>
        </pc:spChg>
        <pc:picChg chg="mod">
          <ac:chgData name="Fei" userId="d19317889db4c986" providerId="LiveId" clId="{1B23C512-DF15-4145-816A-3299F540025E}" dt="2022-05-23T08:16:07.199" v="3"/>
          <ac:picMkLst>
            <pc:docMk/>
            <pc:sldMk cId="2371827410" sldId="274"/>
            <ac:picMk id="6" creationId="{4644FE14-8A3D-D41A-D4C4-47D87EE0A057}"/>
          </ac:picMkLst>
        </pc:picChg>
      </pc:sldChg>
      <pc:sldChg chg="modSp">
        <pc:chgData name="Fei" userId="d19317889db4c986" providerId="LiveId" clId="{1B23C512-DF15-4145-816A-3299F540025E}" dt="2022-05-23T08:16:07.199" v="3"/>
        <pc:sldMkLst>
          <pc:docMk/>
          <pc:sldMk cId="1626658510" sldId="275"/>
        </pc:sldMkLst>
        <pc:spChg chg="mod">
          <ac:chgData name="Fei" userId="d19317889db4c986" providerId="LiveId" clId="{1B23C512-DF15-4145-816A-3299F540025E}" dt="2022-05-23T08:16:07.199" v="3"/>
          <ac:spMkLst>
            <pc:docMk/>
            <pc:sldMk cId="1626658510" sldId="275"/>
            <ac:spMk id="4" creationId="{E56F4F5B-BE10-3C81-105D-41D6B379948F}"/>
          </ac:spMkLst>
        </pc:spChg>
      </pc:sldChg>
      <pc:sldChg chg="new">
        <pc:chgData name="Fei" userId="d19317889db4c986" providerId="LiveId" clId="{1B23C512-DF15-4145-816A-3299F540025E}" dt="2022-05-23T08:16:34.370" v="12" actId="680"/>
        <pc:sldMkLst>
          <pc:docMk/>
          <pc:sldMk cId="2714237772" sldId="276"/>
        </pc:sldMkLst>
      </pc:sldChg>
      <pc:sldChg chg="addSp delSp modSp new del mod modAnim">
        <pc:chgData name="Fei" userId="d19317889db4c986" providerId="LiveId" clId="{1B23C512-DF15-4145-816A-3299F540025E}" dt="2022-05-23T08:34:25.965" v="219" actId="2696"/>
        <pc:sldMkLst>
          <pc:docMk/>
          <pc:sldMk cId="873454009" sldId="277"/>
        </pc:sldMkLst>
        <pc:spChg chg="del">
          <ac:chgData name="Fei" userId="d19317889db4c986" providerId="LiveId" clId="{1B23C512-DF15-4145-816A-3299F540025E}" dt="2022-05-23T08:18:24.235" v="18" actId="478"/>
          <ac:spMkLst>
            <pc:docMk/>
            <pc:sldMk cId="873454009" sldId="277"/>
            <ac:spMk id="2" creationId="{5B85E9A6-2B15-503F-894F-924D00FD4E2D}"/>
          </ac:spMkLst>
        </pc:spChg>
        <pc:spChg chg="del">
          <ac:chgData name="Fei" userId="d19317889db4c986" providerId="LiveId" clId="{1B23C512-DF15-4145-816A-3299F540025E}" dt="2022-05-23T08:18:25.755" v="19" actId="478"/>
          <ac:spMkLst>
            <pc:docMk/>
            <pc:sldMk cId="873454009" sldId="277"/>
            <ac:spMk id="3" creationId="{1DEFF822-AB1B-E169-3E1A-92293DB35451}"/>
          </ac:spMkLst>
        </pc:spChg>
        <pc:spChg chg="add mod">
          <ac:chgData name="Fei" userId="d19317889db4c986" providerId="LiveId" clId="{1B23C512-DF15-4145-816A-3299F540025E}" dt="2022-05-23T08:20:23.581" v="33" actId="14100"/>
          <ac:spMkLst>
            <pc:docMk/>
            <pc:sldMk cId="873454009" sldId="277"/>
            <ac:spMk id="10" creationId="{2F254179-0B94-FA7A-B934-A4028CB3C2F9}"/>
          </ac:spMkLst>
        </pc:spChg>
        <pc:spChg chg="add mod">
          <ac:chgData name="Fei" userId="d19317889db4c986" providerId="LiveId" clId="{1B23C512-DF15-4145-816A-3299F540025E}" dt="2022-05-23T08:20:27.453" v="35" actId="1076"/>
          <ac:spMkLst>
            <pc:docMk/>
            <pc:sldMk cId="873454009" sldId="277"/>
            <ac:spMk id="11" creationId="{FF28B85E-3B2D-AECC-5087-0B6E77F54724}"/>
          </ac:spMkLst>
        </pc:spChg>
        <pc:spChg chg="add mod">
          <ac:chgData name="Fei" userId="d19317889db4c986" providerId="LiveId" clId="{1B23C512-DF15-4145-816A-3299F540025E}" dt="2022-05-23T08:20:30.459" v="37" actId="1076"/>
          <ac:spMkLst>
            <pc:docMk/>
            <pc:sldMk cId="873454009" sldId="277"/>
            <ac:spMk id="12" creationId="{EBD394BA-82D6-8A90-C61C-AAB3E42A2472}"/>
          </ac:spMkLst>
        </pc:spChg>
        <pc:spChg chg="add mod">
          <ac:chgData name="Fei" userId="d19317889db4c986" providerId="LiveId" clId="{1B23C512-DF15-4145-816A-3299F540025E}" dt="2022-05-23T08:20:41.099" v="72" actId="1035"/>
          <ac:spMkLst>
            <pc:docMk/>
            <pc:sldMk cId="873454009" sldId="277"/>
            <ac:spMk id="13" creationId="{E40C791C-DE05-ED25-8839-C92F0EEE3C26}"/>
          </ac:spMkLst>
        </pc:spChg>
        <pc:spChg chg="add mod">
          <ac:chgData name="Fei" userId="d19317889db4c986" providerId="LiveId" clId="{1B23C512-DF15-4145-816A-3299F540025E}" dt="2022-05-23T08:20:41.099" v="72" actId="1035"/>
          <ac:spMkLst>
            <pc:docMk/>
            <pc:sldMk cId="873454009" sldId="277"/>
            <ac:spMk id="14" creationId="{60415584-5C4D-5D75-3995-6D276358DE10}"/>
          </ac:spMkLst>
        </pc:spChg>
        <pc:spChg chg="add mod">
          <ac:chgData name="Fei" userId="d19317889db4c986" providerId="LiveId" clId="{1B23C512-DF15-4145-816A-3299F540025E}" dt="2022-05-23T08:20:41.099" v="72" actId="1035"/>
          <ac:spMkLst>
            <pc:docMk/>
            <pc:sldMk cId="873454009" sldId="277"/>
            <ac:spMk id="15" creationId="{8FB3E749-67F4-D5A2-6529-64B5EFCA70B0}"/>
          </ac:spMkLst>
        </pc:spChg>
        <pc:spChg chg="add mod">
          <ac:chgData name="Fei" userId="d19317889db4c986" providerId="LiveId" clId="{1B23C512-DF15-4145-816A-3299F540025E}" dt="2022-05-23T08:20:49.086" v="121" actId="1038"/>
          <ac:spMkLst>
            <pc:docMk/>
            <pc:sldMk cId="873454009" sldId="277"/>
            <ac:spMk id="16" creationId="{9F37C7A4-9EB3-B70C-E215-01FE818DCB07}"/>
          </ac:spMkLst>
        </pc:spChg>
        <pc:spChg chg="add mod">
          <ac:chgData name="Fei" userId="d19317889db4c986" providerId="LiveId" clId="{1B23C512-DF15-4145-816A-3299F540025E}" dt="2022-05-23T08:20:49.086" v="121" actId="1038"/>
          <ac:spMkLst>
            <pc:docMk/>
            <pc:sldMk cId="873454009" sldId="277"/>
            <ac:spMk id="17" creationId="{9FF876B4-71B0-AC07-5094-CDF81F64F568}"/>
          </ac:spMkLst>
        </pc:spChg>
        <pc:spChg chg="add mod">
          <ac:chgData name="Fei" userId="d19317889db4c986" providerId="LiveId" clId="{1B23C512-DF15-4145-816A-3299F540025E}" dt="2022-05-23T08:20:49.086" v="121" actId="1038"/>
          <ac:spMkLst>
            <pc:docMk/>
            <pc:sldMk cId="873454009" sldId="277"/>
            <ac:spMk id="18" creationId="{1F437EED-00DF-E4DF-FDF9-4F8C8D1D3EA3}"/>
          </ac:spMkLst>
        </pc:spChg>
        <pc:picChg chg="add mod">
          <ac:chgData name="Fei" userId="d19317889db4c986" providerId="LiveId" clId="{1B23C512-DF15-4145-816A-3299F540025E}" dt="2022-05-23T08:20:59.587" v="123" actId="1076"/>
          <ac:picMkLst>
            <pc:docMk/>
            <pc:sldMk cId="873454009" sldId="277"/>
            <ac:picMk id="5" creationId="{CDDDDC88-EAA2-33FB-133C-9368497343C3}"/>
          </ac:picMkLst>
        </pc:picChg>
        <pc:picChg chg="add mod">
          <ac:chgData name="Fei" userId="d19317889db4c986" providerId="LiveId" clId="{1B23C512-DF15-4145-816A-3299F540025E}" dt="2022-05-23T08:19:13.746" v="23" actId="1076"/>
          <ac:picMkLst>
            <pc:docMk/>
            <pc:sldMk cId="873454009" sldId="277"/>
            <ac:picMk id="7" creationId="{30290C85-92D6-0EF6-A03A-E1179EA0783B}"/>
          </ac:picMkLst>
        </pc:picChg>
        <pc:picChg chg="add mod modCrop">
          <ac:chgData name="Fei" userId="d19317889db4c986" providerId="LiveId" clId="{1B23C512-DF15-4145-816A-3299F540025E}" dt="2022-05-23T08:21:57.372" v="127" actId="732"/>
          <ac:picMkLst>
            <pc:docMk/>
            <pc:sldMk cId="873454009" sldId="277"/>
            <ac:picMk id="9" creationId="{E7383530-B6DD-21FF-2284-E5D497707C8B}"/>
          </ac:picMkLst>
        </pc:picChg>
        <pc:picChg chg="add mod modCrop">
          <ac:chgData name="Fei" userId="d19317889db4c986" providerId="LiveId" clId="{1B23C512-DF15-4145-816A-3299F540025E}" dt="2022-05-23T08:22:16.283" v="135" actId="1037"/>
          <ac:picMkLst>
            <pc:docMk/>
            <pc:sldMk cId="873454009" sldId="277"/>
            <ac:picMk id="19" creationId="{1938E966-2E27-2C80-0E45-A89D6C8822E0}"/>
          </ac:picMkLst>
        </pc:picChg>
        <pc:picChg chg="add mod">
          <ac:chgData name="Fei" userId="d19317889db4c986" providerId="LiveId" clId="{1B23C512-DF15-4145-816A-3299F540025E}" dt="2022-05-23T08:22:39.129" v="139" actId="14100"/>
          <ac:picMkLst>
            <pc:docMk/>
            <pc:sldMk cId="873454009" sldId="277"/>
            <ac:picMk id="21" creationId="{23974103-02BA-A3F4-4402-50E5CFCE0913}"/>
          </ac:picMkLst>
        </pc:picChg>
        <pc:picChg chg="add mod">
          <ac:chgData name="Fei" userId="d19317889db4c986" providerId="LiveId" clId="{1B23C512-DF15-4145-816A-3299F540025E}" dt="2022-05-23T08:23:35.969" v="154" actId="1038"/>
          <ac:picMkLst>
            <pc:docMk/>
            <pc:sldMk cId="873454009" sldId="277"/>
            <ac:picMk id="23" creationId="{7B529663-C5FD-C674-09EC-B611FB12850F}"/>
          </ac:picMkLst>
        </pc:picChg>
      </pc:sldChg>
      <pc:sldChg chg="addSp modSp add">
        <pc:chgData name="Fei" userId="d19317889db4c986" providerId="LiveId" clId="{1B23C512-DF15-4145-816A-3299F540025E}" dt="2022-05-23T08:34:36.979" v="221"/>
        <pc:sldMkLst>
          <pc:docMk/>
          <pc:sldMk cId="1398103300" sldId="277"/>
        </pc:sldMkLst>
        <pc:spChg chg="add mod">
          <ac:chgData name="Fei" userId="d19317889db4c986" providerId="LiveId" clId="{1B23C512-DF15-4145-816A-3299F540025E}" dt="2022-05-23T08:34:36.979" v="221"/>
          <ac:spMkLst>
            <pc:docMk/>
            <pc:sldMk cId="1398103300" sldId="277"/>
            <ac:spMk id="20" creationId="{86B6CB24-4AF9-AD63-780C-B97758CA3CFA}"/>
          </ac:spMkLst>
        </pc:spChg>
      </pc:sldChg>
      <pc:sldChg chg="addSp delSp modSp add del mod delAnim modAnim">
        <pc:chgData name="Fei" userId="d19317889db4c986" providerId="LiveId" clId="{1B23C512-DF15-4145-816A-3299F540025E}" dt="2022-05-23T08:34:25.965" v="219" actId="2696"/>
        <pc:sldMkLst>
          <pc:docMk/>
          <pc:sldMk cId="195943042" sldId="278"/>
        </pc:sldMkLst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0" creationId="{2F254179-0B94-FA7A-B934-A4028CB3C2F9}"/>
          </ac:spMkLst>
        </pc:spChg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1" creationId="{FF28B85E-3B2D-AECC-5087-0B6E77F54724}"/>
          </ac:spMkLst>
        </pc:spChg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2" creationId="{EBD394BA-82D6-8A90-C61C-AAB3E42A2472}"/>
          </ac:spMkLst>
        </pc:spChg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3" creationId="{E40C791C-DE05-ED25-8839-C92F0EEE3C26}"/>
          </ac:spMkLst>
        </pc:spChg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4" creationId="{60415584-5C4D-5D75-3995-6D276358DE10}"/>
          </ac:spMkLst>
        </pc:spChg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5" creationId="{8FB3E749-67F4-D5A2-6529-64B5EFCA70B0}"/>
          </ac:spMkLst>
        </pc:spChg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6" creationId="{9F37C7A4-9EB3-B70C-E215-01FE818DCB07}"/>
          </ac:spMkLst>
        </pc:spChg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7" creationId="{9FF876B4-71B0-AC07-5094-CDF81F64F568}"/>
          </ac:spMkLst>
        </pc:spChg>
        <pc:spChg chg="del">
          <ac:chgData name="Fei" userId="d19317889db4c986" providerId="LiveId" clId="{1B23C512-DF15-4145-816A-3299F540025E}" dt="2022-05-23T08:25:23.400" v="161" actId="478"/>
          <ac:spMkLst>
            <pc:docMk/>
            <pc:sldMk cId="195943042" sldId="278"/>
            <ac:spMk id="18" creationId="{1F437EED-00DF-E4DF-FDF9-4F8C8D1D3EA3}"/>
          </ac:spMkLst>
        </pc:spChg>
        <pc:picChg chg="add mod">
          <ac:chgData name="Fei" userId="d19317889db4c986" providerId="LiveId" clId="{1B23C512-DF15-4145-816A-3299F540025E}" dt="2022-05-23T08:25:34.525" v="164" actId="1076"/>
          <ac:picMkLst>
            <pc:docMk/>
            <pc:sldMk cId="195943042" sldId="278"/>
            <ac:picMk id="3" creationId="{1ACAB450-A97A-BC86-A693-F67BE0263D1B}"/>
          </ac:picMkLst>
        </pc:picChg>
        <pc:picChg chg="del">
          <ac:chgData name="Fei" userId="d19317889db4c986" providerId="LiveId" clId="{1B23C512-DF15-4145-816A-3299F540025E}" dt="2022-05-23T08:25:23.400" v="161" actId="478"/>
          <ac:picMkLst>
            <pc:docMk/>
            <pc:sldMk cId="195943042" sldId="278"/>
            <ac:picMk id="5" creationId="{CDDDDC88-EAA2-33FB-133C-9368497343C3}"/>
          </ac:picMkLst>
        </pc:picChg>
        <pc:picChg chg="add mod modCrop">
          <ac:chgData name="Fei" userId="d19317889db4c986" providerId="LiveId" clId="{1B23C512-DF15-4145-816A-3299F540025E}" dt="2022-05-23T08:26:58.686" v="189" actId="1037"/>
          <ac:picMkLst>
            <pc:docMk/>
            <pc:sldMk cId="195943042" sldId="278"/>
            <ac:picMk id="6" creationId="{6A0C5A43-9862-3A56-DB75-C4FB618A67EE}"/>
          </ac:picMkLst>
        </pc:picChg>
        <pc:picChg chg="del">
          <ac:chgData name="Fei" userId="d19317889db4c986" providerId="LiveId" clId="{1B23C512-DF15-4145-816A-3299F540025E}" dt="2022-05-23T08:25:23.400" v="161" actId="478"/>
          <ac:picMkLst>
            <pc:docMk/>
            <pc:sldMk cId="195943042" sldId="278"/>
            <ac:picMk id="7" creationId="{30290C85-92D6-0EF6-A03A-E1179EA0783B}"/>
          </ac:picMkLst>
        </pc:picChg>
        <pc:picChg chg="del">
          <ac:chgData name="Fei" userId="d19317889db4c986" providerId="LiveId" clId="{1B23C512-DF15-4145-816A-3299F540025E}" dt="2022-05-23T08:25:23.400" v="161" actId="478"/>
          <ac:picMkLst>
            <pc:docMk/>
            <pc:sldMk cId="195943042" sldId="278"/>
            <ac:picMk id="9" creationId="{E7383530-B6DD-21FF-2284-E5D497707C8B}"/>
          </ac:picMkLst>
        </pc:picChg>
        <pc:picChg chg="del">
          <ac:chgData name="Fei" userId="d19317889db4c986" providerId="LiveId" clId="{1B23C512-DF15-4145-816A-3299F540025E}" dt="2022-05-23T08:25:23.400" v="161" actId="478"/>
          <ac:picMkLst>
            <pc:docMk/>
            <pc:sldMk cId="195943042" sldId="278"/>
            <ac:picMk id="19" creationId="{1938E966-2E27-2C80-0E45-A89D6C8822E0}"/>
          </ac:picMkLst>
        </pc:picChg>
        <pc:picChg chg="add mod">
          <ac:chgData name="Fei" userId="d19317889db4c986" providerId="LiveId" clId="{1B23C512-DF15-4145-816A-3299F540025E}" dt="2022-05-23T08:26:54.052" v="185" actId="1076"/>
          <ac:picMkLst>
            <pc:docMk/>
            <pc:sldMk cId="195943042" sldId="278"/>
            <ac:picMk id="20" creationId="{E0E5B89B-F3B4-4541-6EEE-415A1F78E41F}"/>
          </ac:picMkLst>
        </pc:picChg>
        <pc:picChg chg="del">
          <ac:chgData name="Fei" userId="d19317889db4c986" providerId="LiveId" clId="{1B23C512-DF15-4145-816A-3299F540025E}" dt="2022-05-23T08:25:23.400" v="161" actId="478"/>
          <ac:picMkLst>
            <pc:docMk/>
            <pc:sldMk cId="195943042" sldId="278"/>
            <ac:picMk id="21" creationId="{23974103-02BA-A3F4-4402-50E5CFCE0913}"/>
          </ac:picMkLst>
        </pc:picChg>
        <pc:picChg chg="del">
          <ac:chgData name="Fei" userId="d19317889db4c986" providerId="LiveId" clId="{1B23C512-DF15-4145-816A-3299F540025E}" dt="2022-05-23T08:25:23.400" v="161" actId="478"/>
          <ac:picMkLst>
            <pc:docMk/>
            <pc:sldMk cId="195943042" sldId="278"/>
            <ac:picMk id="23" creationId="{7B529663-C5FD-C674-09EC-B611FB12850F}"/>
          </ac:picMkLst>
        </pc:picChg>
        <pc:picChg chg="add mod">
          <ac:chgData name="Fei" userId="d19317889db4c986" providerId="LiveId" clId="{1B23C512-DF15-4145-816A-3299F540025E}" dt="2022-05-23T08:27:04.730" v="194" actId="1037"/>
          <ac:picMkLst>
            <pc:docMk/>
            <pc:sldMk cId="195943042" sldId="278"/>
            <ac:picMk id="24" creationId="{B31688D7-9BE2-28EB-72F8-04F0967263D0}"/>
          </ac:picMkLst>
        </pc:picChg>
      </pc:sldChg>
      <pc:sldChg chg="addSp modSp add">
        <pc:chgData name="Fei" userId="d19317889db4c986" providerId="LiveId" clId="{1B23C512-DF15-4145-816A-3299F540025E}" dt="2022-05-23T08:34:38.298" v="222"/>
        <pc:sldMkLst>
          <pc:docMk/>
          <pc:sldMk cId="1801029432" sldId="278"/>
        </pc:sldMkLst>
        <pc:spChg chg="add mod">
          <ac:chgData name="Fei" userId="d19317889db4c986" providerId="LiveId" clId="{1B23C512-DF15-4145-816A-3299F540025E}" dt="2022-05-23T08:34:38.298" v="222"/>
          <ac:spMkLst>
            <pc:docMk/>
            <pc:sldMk cId="1801029432" sldId="278"/>
            <ac:spMk id="7" creationId="{4E665B54-C7D7-40C5-B03D-4763781A5CC7}"/>
          </ac:spMkLst>
        </pc:spChg>
      </pc:sldChg>
      <pc:sldChg chg="addSp delSp modSp new mod ord">
        <pc:chgData name="Fei" userId="d19317889db4c986" providerId="LiveId" clId="{1B23C512-DF15-4145-816A-3299F540025E}" dt="2022-05-23T08:34:48.094" v="225"/>
        <pc:sldMkLst>
          <pc:docMk/>
          <pc:sldMk cId="3091142409" sldId="279"/>
        </pc:sldMkLst>
        <pc:spChg chg="del">
          <ac:chgData name="Fei" userId="d19317889db4c986" providerId="LiveId" clId="{1B23C512-DF15-4145-816A-3299F540025E}" dt="2022-05-23T08:28:06.412" v="198" actId="478"/>
          <ac:spMkLst>
            <pc:docMk/>
            <pc:sldMk cId="3091142409" sldId="279"/>
            <ac:spMk id="2" creationId="{92FC8100-8256-98AF-CCBE-EF76E4383AB2}"/>
          </ac:spMkLst>
        </pc:spChg>
        <pc:spChg chg="del">
          <ac:chgData name="Fei" userId="d19317889db4c986" providerId="LiveId" clId="{1B23C512-DF15-4145-816A-3299F540025E}" dt="2022-05-23T08:28:05.500" v="197" actId="478"/>
          <ac:spMkLst>
            <pc:docMk/>
            <pc:sldMk cId="3091142409" sldId="279"/>
            <ac:spMk id="3" creationId="{FFDF5851-DD0C-7AFE-3616-25DA91F30137}"/>
          </ac:spMkLst>
        </pc:spChg>
        <pc:spChg chg="add mod">
          <ac:chgData name="Fei" userId="d19317889db4c986" providerId="LiveId" clId="{1B23C512-DF15-4145-816A-3299F540025E}" dt="2022-05-23T08:34:48.094" v="225"/>
          <ac:spMkLst>
            <pc:docMk/>
            <pc:sldMk cId="3091142409" sldId="279"/>
            <ac:spMk id="9" creationId="{CB6614E3-399E-D00C-57FE-1BF93FAA2BE3}"/>
          </ac:spMkLst>
        </pc:spChg>
        <pc:picChg chg="add mod">
          <ac:chgData name="Fei" userId="d19317889db4c986" providerId="LiveId" clId="{1B23C512-DF15-4145-816A-3299F540025E}" dt="2022-05-23T08:28:31.250" v="207" actId="1076"/>
          <ac:picMkLst>
            <pc:docMk/>
            <pc:sldMk cId="3091142409" sldId="279"/>
            <ac:picMk id="5" creationId="{FC91127A-F18D-C95D-937F-D0483F830D25}"/>
          </ac:picMkLst>
        </pc:picChg>
        <pc:picChg chg="add mod">
          <ac:chgData name="Fei" userId="d19317889db4c986" providerId="LiveId" clId="{1B23C512-DF15-4145-816A-3299F540025E}" dt="2022-05-23T08:28:15.155" v="202"/>
          <ac:picMkLst>
            <pc:docMk/>
            <pc:sldMk cId="3091142409" sldId="279"/>
            <ac:picMk id="6" creationId="{9B8B04B2-9612-F938-BC43-4410E034570C}"/>
          </ac:picMkLst>
        </pc:picChg>
        <pc:picChg chg="add mod">
          <ac:chgData name="Fei" userId="d19317889db4c986" providerId="LiveId" clId="{1B23C512-DF15-4145-816A-3299F540025E}" dt="2022-05-23T08:28:29.116" v="206" actId="1076"/>
          <ac:picMkLst>
            <pc:docMk/>
            <pc:sldMk cId="3091142409" sldId="279"/>
            <ac:picMk id="8" creationId="{576ACFE6-E3DA-D6EE-F474-79483740A1CB}"/>
          </ac:picMkLst>
        </pc:picChg>
      </pc:sldChg>
      <pc:sldChg chg="add">
        <pc:chgData name="Fei" userId="d19317889db4c986" providerId="LiveId" clId="{1B23C512-DF15-4145-816A-3299F540025E}" dt="2022-05-23T08:31:23.692" v="208"/>
        <pc:sldMkLst>
          <pc:docMk/>
          <pc:sldMk cId="2050171829" sldId="280"/>
        </pc:sldMkLst>
      </pc:sldChg>
      <pc:sldChg chg="addSp delSp modSp add mod">
        <pc:chgData name="Fei" userId="d19317889db4c986" providerId="LiveId" clId="{1B23C512-DF15-4145-816A-3299F540025E}" dt="2022-05-23T08:43:10.912" v="242"/>
        <pc:sldMkLst>
          <pc:docMk/>
          <pc:sldMk cId="1384931503" sldId="300"/>
        </pc:sldMkLst>
        <pc:spChg chg="del">
          <ac:chgData name="Fei" userId="d19317889db4c986" providerId="LiveId" clId="{1B23C512-DF15-4145-816A-3299F540025E}" dt="2022-05-23T08:42:54.480" v="239" actId="478"/>
          <ac:spMkLst>
            <pc:docMk/>
            <pc:sldMk cId="1384931503" sldId="300"/>
            <ac:spMk id="8" creationId="{4C3F5430-FCAE-493C-DC30-9F50E9117ECC}"/>
          </ac:spMkLst>
        </pc:spChg>
        <pc:spChg chg="add del mod">
          <ac:chgData name="Fei" userId="d19317889db4c986" providerId="LiveId" clId="{1B23C512-DF15-4145-816A-3299F540025E}" dt="2022-05-23T08:43:10.443" v="241" actId="478"/>
          <ac:spMkLst>
            <pc:docMk/>
            <pc:sldMk cId="1384931503" sldId="300"/>
            <ac:spMk id="10" creationId="{EE50E4FD-FF47-8DCE-5977-465FC0C1AF01}"/>
          </ac:spMkLst>
        </pc:spChg>
        <pc:spChg chg="add mod">
          <ac:chgData name="Fei" userId="d19317889db4c986" providerId="LiveId" clId="{1B23C512-DF15-4145-816A-3299F540025E}" dt="2022-05-23T08:43:10.912" v="242"/>
          <ac:spMkLst>
            <pc:docMk/>
            <pc:sldMk cId="1384931503" sldId="300"/>
            <ac:spMk id="12" creationId="{60032ABA-D448-2CFB-AD09-4953CFBD5B59}"/>
          </ac:spMkLst>
        </pc:spChg>
      </pc:sldChg>
      <pc:sldChg chg="addSp delSp modSp add mod">
        <pc:chgData name="Fei" userId="d19317889db4c986" providerId="LiveId" clId="{1B23C512-DF15-4145-816A-3299F540025E}" dt="2022-05-23T08:43:15.514" v="245"/>
        <pc:sldMkLst>
          <pc:docMk/>
          <pc:sldMk cId="1761234992" sldId="302"/>
        </pc:sldMkLst>
        <pc:spChg chg="del">
          <ac:chgData name="Fei" userId="d19317889db4c986" providerId="LiveId" clId="{1B23C512-DF15-4145-816A-3299F540025E}" dt="2022-05-23T08:43:15.247" v="244" actId="478"/>
          <ac:spMkLst>
            <pc:docMk/>
            <pc:sldMk cId="1761234992" sldId="302"/>
            <ac:spMk id="4" creationId="{4C3F5430-FCAE-493C-DC30-9F50E9117ECC}"/>
          </ac:spMkLst>
        </pc:spChg>
        <pc:spChg chg="add mod">
          <ac:chgData name="Fei" userId="d19317889db4c986" providerId="LiveId" clId="{1B23C512-DF15-4145-816A-3299F540025E}" dt="2022-05-23T08:43:15.514" v="245"/>
          <ac:spMkLst>
            <pc:docMk/>
            <pc:sldMk cId="1761234992" sldId="302"/>
            <ac:spMk id="11" creationId="{E3F54FE2-3B0F-C39E-7E76-536058D9ACD8}"/>
          </ac:spMkLst>
        </pc:spChg>
      </pc:sldChg>
      <pc:sldChg chg="addSp delSp modSp add mod">
        <pc:chgData name="Fei" userId="d19317889db4c986" providerId="LiveId" clId="{1B23C512-DF15-4145-816A-3299F540025E}" dt="2022-05-23T08:45:44.986" v="291" actId="164"/>
        <pc:sldMkLst>
          <pc:docMk/>
          <pc:sldMk cId="0" sldId="320"/>
        </pc:sldMkLst>
        <pc:spChg chg="add mod">
          <ac:chgData name="Fei" userId="d19317889db4c986" providerId="LiveId" clId="{1B23C512-DF15-4145-816A-3299F540025E}" dt="2022-05-23T08:44:20.160" v="260" actId="14100"/>
          <ac:spMkLst>
            <pc:docMk/>
            <pc:sldMk cId="0" sldId="320"/>
            <ac:spMk id="2" creationId="{800E27AC-6E69-D05A-CCDA-983530DEC4A1}"/>
          </ac:spMkLst>
        </pc:spChg>
        <pc:spChg chg="add mod">
          <ac:chgData name="Fei" userId="d19317889db4c986" providerId="LiveId" clId="{1B23C512-DF15-4145-816A-3299F540025E}" dt="2022-05-23T08:44:24.833" v="261" actId="14100"/>
          <ac:spMkLst>
            <pc:docMk/>
            <pc:sldMk cId="0" sldId="320"/>
            <ac:spMk id="18" creationId="{5AB03FD5-B773-F5B5-2099-20F826287DF3}"/>
          </ac:spMkLst>
        </pc:spChg>
        <pc:spChg chg="add mod">
          <ac:chgData name="Fei" userId="d19317889db4c986" providerId="LiveId" clId="{1B23C512-DF15-4145-816A-3299F540025E}" dt="2022-05-23T08:45:44.986" v="291" actId="164"/>
          <ac:spMkLst>
            <pc:docMk/>
            <pc:sldMk cId="0" sldId="320"/>
            <ac:spMk id="20" creationId="{22CDB2E6-78A0-C2BC-F1B6-D5C58F6A21DB}"/>
          </ac:spMkLst>
        </pc:spChg>
        <pc:spChg chg="add mod">
          <ac:chgData name="Fei" userId="d19317889db4c986" providerId="LiveId" clId="{1B23C512-DF15-4145-816A-3299F540025E}" dt="2022-05-23T08:45:44.986" v="291" actId="164"/>
          <ac:spMkLst>
            <pc:docMk/>
            <pc:sldMk cId="0" sldId="320"/>
            <ac:spMk id="21" creationId="{3D7FD862-7A63-48E1-26A0-83B589E07B7E}"/>
          </ac:spMkLst>
        </pc:spChg>
        <pc:spChg chg="mod">
          <ac:chgData name="Fei" userId="d19317889db4c986" providerId="LiveId" clId="{1B23C512-DF15-4145-816A-3299F540025E}" dt="2022-05-23T08:44:34.584" v="262" actId="1076"/>
          <ac:spMkLst>
            <pc:docMk/>
            <pc:sldMk cId="0" sldId="320"/>
            <ac:spMk id="47111" creationId="{799BE755-CF94-4B5C-7BEC-7C2C25F38A1B}"/>
          </ac:spMkLst>
        </pc:spChg>
        <pc:spChg chg="add del mod">
          <ac:chgData name="Fei" userId="d19317889db4c986" providerId="LiveId" clId="{1B23C512-DF15-4145-816A-3299F540025E}" dt="2022-05-23T08:44:16.531" v="259" actId="1076"/>
          <ac:spMkLst>
            <pc:docMk/>
            <pc:sldMk cId="0" sldId="320"/>
            <ac:spMk id="47114" creationId="{E88CBE42-C0EA-ACF9-CB71-DF24138410D4}"/>
          </ac:spMkLst>
        </pc:spChg>
        <pc:spChg chg="del">
          <ac:chgData name="Fei" userId="d19317889db4c986" providerId="LiveId" clId="{1B23C512-DF15-4145-816A-3299F540025E}" dt="2022-05-23T08:44:07.491" v="255" actId="478"/>
          <ac:spMkLst>
            <pc:docMk/>
            <pc:sldMk cId="0" sldId="320"/>
            <ac:spMk id="47118" creationId="{13480155-BB0E-4BB9-5023-E227B3362E49}"/>
          </ac:spMkLst>
        </pc:spChg>
        <pc:grpChg chg="add mod">
          <ac:chgData name="Fei" userId="d19317889db4c986" providerId="LiveId" clId="{1B23C512-DF15-4145-816A-3299F540025E}" dt="2022-05-23T08:45:44.986" v="291" actId="164"/>
          <ac:grpSpMkLst>
            <pc:docMk/>
            <pc:sldMk cId="0" sldId="320"/>
            <ac:grpSpMk id="4" creationId="{81C1AAEF-BDC5-09D5-324A-6F9AC50B5913}"/>
          </ac:grpSpMkLst>
        </pc:grpChg>
        <pc:grpChg chg="del mod">
          <ac:chgData name="Fei" userId="d19317889db4c986" providerId="LiveId" clId="{1B23C512-DF15-4145-816A-3299F540025E}" dt="2022-05-23T08:44:07.491" v="255" actId="478"/>
          <ac:grpSpMkLst>
            <pc:docMk/>
            <pc:sldMk cId="0" sldId="320"/>
            <ac:grpSpMk id="47108" creationId="{0660B02F-2E09-F613-ACF4-107B1D465905}"/>
          </ac:grpSpMkLst>
        </pc:grpChg>
        <pc:grpChg chg="add del mod">
          <ac:chgData name="Fei" userId="d19317889db4c986" providerId="LiveId" clId="{1B23C512-DF15-4145-816A-3299F540025E}" dt="2022-05-23T08:44:16.531" v="259" actId="1076"/>
          <ac:grpSpMkLst>
            <pc:docMk/>
            <pc:sldMk cId="0" sldId="320"/>
            <ac:grpSpMk id="47109" creationId="{3FB55FF2-7D3B-FBA7-13DA-E85CD88509F4}"/>
          </ac:grpSpMkLst>
        </pc:grpChg>
        <pc:grpChg chg="mod">
          <ac:chgData name="Fei" userId="d19317889db4c986" providerId="LiveId" clId="{1B23C512-DF15-4145-816A-3299F540025E}" dt="2022-05-23T08:44:16.531" v="259" actId="1076"/>
          <ac:grpSpMkLst>
            <pc:docMk/>
            <pc:sldMk cId="0" sldId="320"/>
            <ac:grpSpMk id="47115" creationId="{761CAB4F-7768-DF43-5C4B-FB9F0369CD26}"/>
          </ac:grpSpMkLst>
        </pc:grpChg>
        <pc:graphicFrameChg chg="mod">
          <ac:chgData name="Fei" userId="d19317889db4c986" providerId="LiveId" clId="{1B23C512-DF15-4145-816A-3299F540025E}" dt="2022-05-23T08:45:44.986" v="291" actId="164"/>
          <ac:graphicFrameMkLst>
            <pc:docMk/>
            <pc:sldMk cId="0" sldId="320"/>
            <ac:graphicFrameMk id="47113" creationId="{7FC5D313-2001-9A5E-81F4-2E5DD3B6BF57}"/>
          </ac:graphicFrameMkLst>
        </pc:graphicFrameChg>
        <pc:graphicFrameChg chg="mod">
          <ac:chgData name="Fei" userId="d19317889db4c986" providerId="LiveId" clId="{1B23C512-DF15-4145-816A-3299F540025E}" dt="2022-05-23T08:44:16.531" v="259" actId="1076"/>
          <ac:graphicFrameMkLst>
            <pc:docMk/>
            <pc:sldMk cId="0" sldId="320"/>
            <ac:graphicFrameMk id="47116" creationId="{3D95A82E-5039-D055-0D2B-BC4A03901761}"/>
          </ac:graphicFrameMkLst>
        </pc:graphicFrameChg>
        <pc:graphicFrameChg chg="mod">
          <ac:chgData name="Fei" userId="d19317889db4c986" providerId="LiveId" clId="{1B23C512-DF15-4145-816A-3299F540025E}" dt="2022-05-23T08:44:16.531" v="259" actId="1076"/>
          <ac:graphicFrameMkLst>
            <pc:docMk/>
            <pc:sldMk cId="0" sldId="320"/>
            <ac:graphicFrameMk id="47117" creationId="{7EBC9924-6CA5-88AB-4B75-A89DD844B19C}"/>
          </ac:graphicFrameMkLst>
        </pc:graphicFrameChg>
        <pc:graphicFrameChg chg="mod">
          <ac:chgData name="Fei" userId="d19317889db4c986" providerId="LiveId" clId="{1B23C512-DF15-4145-816A-3299F540025E}" dt="2022-05-23T08:44:07.491" v="255" actId="478"/>
          <ac:graphicFrameMkLst>
            <pc:docMk/>
            <pc:sldMk cId="0" sldId="320"/>
            <ac:graphicFrameMk id="47119" creationId="{592D92ED-A1A6-0D71-E056-0EB7B872A0FE}"/>
          </ac:graphicFrameMkLst>
        </pc:graphicFrameChg>
      </pc:sldChg>
      <pc:sldChg chg="add">
        <pc:chgData name="Fei" userId="d19317889db4c986" providerId="LiveId" clId="{1B23C512-DF15-4145-816A-3299F540025E}" dt="2022-05-23T08:31:23.692" v="208"/>
        <pc:sldMkLst>
          <pc:docMk/>
          <pc:sldMk cId="749297111" sldId="371"/>
        </pc:sldMkLst>
      </pc:sldChg>
      <pc:sldChg chg="add">
        <pc:chgData name="Fei" userId="d19317889db4c986" providerId="LiveId" clId="{1B23C512-DF15-4145-816A-3299F540025E}" dt="2022-05-23T08:31:23.692" v="208"/>
        <pc:sldMkLst>
          <pc:docMk/>
          <pc:sldMk cId="2034983812" sldId="375"/>
        </pc:sldMkLst>
      </pc:sldChg>
      <pc:sldChg chg="add">
        <pc:chgData name="Fei" userId="d19317889db4c986" providerId="LiveId" clId="{1B23C512-DF15-4145-816A-3299F540025E}" dt="2022-05-23T08:31:23.692" v="208"/>
        <pc:sldMkLst>
          <pc:docMk/>
          <pc:sldMk cId="3572720350" sldId="380"/>
        </pc:sldMkLst>
      </pc:sldChg>
      <pc:sldChg chg="add">
        <pc:chgData name="Fei" userId="d19317889db4c986" providerId="LiveId" clId="{1B23C512-DF15-4145-816A-3299F540025E}" dt="2022-05-23T08:31:23.692" v="208"/>
        <pc:sldMkLst>
          <pc:docMk/>
          <pc:sldMk cId="2547021445" sldId="388"/>
        </pc:sldMkLst>
      </pc:sldChg>
      <pc:sldChg chg="add del">
        <pc:chgData name="Fei" userId="d19317889db4c986" providerId="LiveId" clId="{1B23C512-DF15-4145-816A-3299F540025E}" dt="2022-05-23T08:32:15.049" v="210" actId="47"/>
        <pc:sldMkLst>
          <pc:docMk/>
          <pc:sldMk cId="2795812651" sldId="393"/>
        </pc:sldMkLst>
      </pc:sldChg>
      <pc:sldChg chg="add del">
        <pc:chgData name="Fei" userId="d19317889db4c986" providerId="LiveId" clId="{1B23C512-DF15-4145-816A-3299F540025E}" dt="2022-05-23T08:32:13.349" v="209" actId="47"/>
        <pc:sldMkLst>
          <pc:docMk/>
          <pc:sldMk cId="2796587831" sldId="407"/>
        </pc:sldMkLst>
      </pc:sldChg>
      <pc:sldChg chg="modSp add mod">
        <pc:chgData name="Fei" userId="d19317889db4c986" providerId="LiveId" clId="{1B23C512-DF15-4145-816A-3299F540025E}" dt="2022-05-23T08:33:04.321" v="214" actId="14100"/>
        <pc:sldMkLst>
          <pc:docMk/>
          <pc:sldMk cId="577393801" sldId="408"/>
        </pc:sldMkLst>
        <pc:spChg chg="mod">
          <ac:chgData name="Fei" userId="d19317889db4c986" providerId="LiveId" clId="{1B23C512-DF15-4145-816A-3299F540025E}" dt="2022-05-23T08:32:59.091" v="213" actId="20577"/>
          <ac:spMkLst>
            <pc:docMk/>
            <pc:sldMk cId="577393801" sldId="408"/>
            <ac:spMk id="4" creationId="{55CDE8FD-2E32-E8D0-A305-3E495F401DFD}"/>
          </ac:spMkLst>
        </pc:spChg>
        <pc:picChg chg="mod">
          <ac:chgData name="Fei" userId="d19317889db4c986" providerId="LiveId" clId="{1B23C512-DF15-4145-816A-3299F540025E}" dt="2022-05-23T08:33:04.321" v="214" actId="14100"/>
          <ac:picMkLst>
            <pc:docMk/>
            <pc:sldMk cId="577393801" sldId="408"/>
            <ac:picMk id="5" creationId="{F11D986D-E896-D629-C220-FB6359F9A993}"/>
          </ac:picMkLst>
        </pc:picChg>
      </pc:sldChg>
      <pc:sldChg chg="add del">
        <pc:chgData name="Fei" userId="d19317889db4c986" providerId="LiveId" clId="{1B23C512-DF15-4145-816A-3299F540025E}" dt="2022-05-23T08:33:34.152" v="217" actId="47"/>
        <pc:sldMkLst>
          <pc:docMk/>
          <pc:sldMk cId="719106459" sldId="409"/>
        </pc:sldMkLst>
      </pc:sldChg>
      <pc:sldChg chg="new del">
        <pc:chgData name="Fei" userId="d19317889db4c986" providerId="LiveId" clId="{1B23C512-DF15-4145-816A-3299F540025E}" dt="2022-05-23T08:45:54.421" v="292" actId="47"/>
        <pc:sldMkLst>
          <pc:docMk/>
          <pc:sldMk cId="1170698713" sldId="409"/>
        </pc:sldMkLst>
      </pc:sldChg>
      <pc:sldChg chg="add del">
        <pc:chgData name="Fei" userId="d19317889db4c986" providerId="LiveId" clId="{1B23C512-DF15-4145-816A-3299F540025E}" dt="2022-05-23T08:33:18.677" v="215" actId="47"/>
        <pc:sldMkLst>
          <pc:docMk/>
          <pc:sldMk cId="1639350420" sldId="410"/>
        </pc:sldMkLst>
      </pc:sldChg>
      <pc:sldChg chg="addSp delSp modSp new mod">
        <pc:chgData name="Fei" userId="d19317889db4c986" providerId="LiveId" clId="{1B23C512-DF15-4145-816A-3299F540025E}" dt="2022-05-23T08:47:35.260" v="340"/>
        <pc:sldMkLst>
          <pc:docMk/>
          <pc:sldMk cId="1718109064" sldId="410"/>
        </pc:sldMkLst>
        <pc:spChg chg="del">
          <ac:chgData name="Fei" userId="d19317889db4c986" providerId="LiveId" clId="{1B23C512-DF15-4145-816A-3299F540025E}" dt="2022-05-23T08:37:58.906" v="229" actId="478"/>
          <ac:spMkLst>
            <pc:docMk/>
            <pc:sldMk cId="1718109064" sldId="410"/>
            <ac:spMk id="2" creationId="{9002640A-5BA3-F4BA-6460-6BC8729BF9A8}"/>
          </ac:spMkLst>
        </pc:spChg>
        <pc:spChg chg="del">
          <ac:chgData name="Fei" userId="d19317889db4c986" providerId="LiveId" clId="{1B23C512-DF15-4145-816A-3299F540025E}" dt="2022-05-23T08:37:59.889" v="230" actId="478"/>
          <ac:spMkLst>
            <pc:docMk/>
            <pc:sldMk cId="1718109064" sldId="410"/>
            <ac:spMk id="3" creationId="{DE76A590-08B5-896E-2A98-FC6C7F5546A8}"/>
          </ac:spMkLst>
        </pc:spChg>
        <pc:spChg chg="add mod">
          <ac:chgData name="Fei" userId="d19317889db4c986" providerId="LiveId" clId="{1B23C512-DF15-4145-816A-3299F540025E}" dt="2022-05-23T08:43:12.670" v="243"/>
          <ac:spMkLst>
            <pc:docMk/>
            <pc:sldMk cId="1718109064" sldId="410"/>
            <ac:spMk id="5" creationId="{F309C36E-63D8-726E-CB7D-53D2E9E1948F}"/>
          </ac:spMkLst>
        </pc:spChg>
        <pc:spChg chg="add mod">
          <ac:chgData name="Fei" userId="d19317889db4c986" providerId="LiveId" clId="{1B23C512-DF15-4145-816A-3299F540025E}" dt="2022-05-23T08:47:35.260" v="340"/>
          <ac:spMkLst>
            <pc:docMk/>
            <pc:sldMk cId="1718109064" sldId="410"/>
            <ac:spMk id="6" creationId="{55A1CC55-D2B3-7896-4D4F-73EC0DCD0F9B}"/>
          </ac:spMkLst>
        </pc:spChg>
        <pc:picChg chg="add mod">
          <ac:chgData name="Fei" userId="d19317889db4c986" providerId="LiveId" clId="{1B23C512-DF15-4145-816A-3299F540025E}" dt="2022-05-23T08:47:14.462" v="310" actId="1076"/>
          <ac:picMkLst>
            <pc:docMk/>
            <pc:sldMk cId="1718109064" sldId="410"/>
            <ac:picMk id="2050" creationId="{93D88EA7-F2F3-A820-ECD9-B08EF2B7B89A}"/>
          </ac:picMkLst>
        </pc:picChg>
      </pc:sldChg>
      <pc:sldChg chg="addSp delSp modSp new mod">
        <pc:chgData name="Fei" userId="d19317889db4c986" providerId="LiveId" clId="{1B23C512-DF15-4145-816A-3299F540025E}" dt="2022-05-23T08:47:49.114" v="346"/>
        <pc:sldMkLst>
          <pc:docMk/>
          <pc:sldMk cId="35701581" sldId="411"/>
        </pc:sldMkLst>
        <pc:spChg chg="del">
          <ac:chgData name="Fei" userId="d19317889db4c986" providerId="LiveId" clId="{1B23C512-DF15-4145-816A-3299F540025E}" dt="2022-05-23T08:46:31.957" v="295" actId="478"/>
          <ac:spMkLst>
            <pc:docMk/>
            <pc:sldMk cId="35701581" sldId="411"/>
            <ac:spMk id="2" creationId="{A35FC737-B3C2-B560-CDA3-D530870BF571}"/>
          </ac:spMkLst>
        </pc:spChg>
        <pc:spChg chg="del">
          <ac:chgData name="Fei" userId="d19317889db4c986" providerId="LiveId" clId="{1B23C512-DF15-4145-816A-3299F540025E}" dt="2022-05-23T08:46:30.882" v="294" actId="478"/>
          <ac:spMkLst>
            <pc:docMk/>
            <pc:sldMk cId="35701581" sldId="411"/>
            <ac:spMk id="3" creationId="{5FA491DC-84DA-7F9B-D349-FEE35F6126B5}"/>
          </ac:spMkLst>
        </pc:spChg>
        <pc:spChg chg="mod">
          <ac:chgData name="Fei" userId="d19317889db4c986" providerId="LiveId" clId="{1B23C512-DF15-4145-816A-3299F540025E}" dt="2022-05-23T08:46:33.017" v="296"/>
          <ac:spMkLst>
            <pc:docMk/>
            <pc:sldMk cId="35701581" sldId="411"/>
            <ac:spMk id="7" creationId="{1123D7E0-91BF-4770-1684-2D3FA95F6A29}"/>
          </ac:spMkLst>
        </pc:spChg>
        <pc:spChg chg="mod">
          <ac:chgData name="Fei" userId="d19317889db4c986" providerId="LiveId" clId="{1B23C512-DF15-4145-816A-3299F540025E}" dt="2022-05-23T08:46:33.017" v="296"/>
          <ac:spMkLst>
            <pc:docMk/>
            <pc:sldMk cId="35701581" sldId="411"/>
            <ac:spMk id="8" creationId="{E9B55D60-8976-A8C5-418B-4A338FB76427}"/>
          </ac:spMkLst>
        </pc:spChg>
        <pc:spChg chg="mod">
          <ac:chgData name="Fei" userId="d19317889db4c986" providerId="LiveId" clId="{1B23C512-DF15-4145-816A-3299F540025E}" dt="2022-05-23T08:46:33.017" v="296"/>
          <ac:spMkLst>
            <pc:docMk/>
            <pc:sldMk cId="35701581" sldId="411"/>
            <ac:spMk id="9" creationId="{F94FF55B-E8C6-4866-253D-06EEBCB28BB3}"/>
          </ac:spMkLst>
        </pc:spChg>
        <pc:spChg chg="add mod">
          <ac:chgData name="Fei" userId="d19317889db4c986" providerId="LiveId" clId="{1B23C512-DF15-4145-816A-3299F540025E}" dt="2022-05-23T08:47:49.114" v="346"/>
          <ac:spMkLst>
            <pc:docMk/>
            <pc:sldMk cId="35701581" sldId="411"/>
            <ac:spMk id="10" creationId="{2C8AA971-AA2F-36D5-ACEC-FC954288224C}"/>
          </ac:spMkLst>
        </pc:spChg>
        <pc:grpChg chg="add mod">
          <ac:chgData name="Fei" userId="d19317889db4c986" providerId="LiveId" clId="{1B23C512-DF15-4145-816A-3299F540025E}" dt="2022-05-23T08:47:42.167" v="341" actId="1076"/>
          <ac:grpSpMkLst>
            <pc:docMk/>
            <pc:sldMk cId="35701581" sldId="411"/>
            <ac:grpSpMk id="4" creationId="{D1045787-0FB9-2720-6A6D-6B6AF1161F4C}"/>
          </ac:grpSpMkLst>
        </pc:grpChg>
        <pc:cxnChg chg="mod">
          <ac:chgData name="Fei" userId="d19317889db4c986" providerId="LiveId" clId="{1B23C512-DF15-4145-816A-3299F540025E}" dt="2022-05-23T08:46:33.017" v="296"/>
          <ac:cxnSpMkLst>
            <pc:docMk/>
            <pc:sldMk cId="35701581" sldId="411"/>
            <ac:cxnSpMk id="5" creationId="{C1D2090A-81F2-3A24-6F06-A6AEA3519FAF}"/>
          </ac:cxnSpMkLst>
        </pc:cxnChg>
        <pc:cxnChg chg="mod">
          <ac:chgData name="Fei" userId="d19317889db4c986" providerId="LiveId" clId="{1B23C512-DF15-4145-816A-3299F540025E}" dt="2022-05-23T08:46:33.017" v="296"/>
          <ac:cxnSpMkLst>
            <pc:docMk/>
            <pc:sldMk cId="35701581" sldId="411"/>
            <ac:cxnSpMk id="6" creationId="{9EAC09AA-7B81-3E23-C73B-88BEBDD500FA}"/>
          </ac:cxnSpMkLst>
        </pc:cxnChg>
      </pc:sldChg>
      <pc:sldChg chg="add del">
        <pc:chgData name="Fei" userId="d19317889db4c986" providerId="LiveId" clId="{1B23C512-DF15-4145-816A-3299F540025E}" dt="2022-05-23T08:33:18.782" v="216" actId="47"/>
        <pc:sldMkLst>
          <pc:docMk/>
          <pc:sldMk cId="1377848568" sldId="411"/>
        </pc:sldMkLst>
      </pc:sldChg>
      <pc:sldMasterChg chg="modSp modSldLayout">
        <pc:chgData name="Fei" userId="d19317889db4c986" providerId="LiveId" clId="{1B23C512-DF15-4145-816A-3299F540025E}" dt="2022-05-23T08:16:07.199" v="3"/>
        <pc:sldMasterMkLst>
          <pc:docMk/>
          <pc:sldMasterMk cId="2003094035" sldId="2147483648"/>
        </pc:sldMasterMkLst>
        <pc:spChg chg="mod">
          <ac:chgData name="Fei" userId="d19317889db4c986" providerId="LiveId" clId="{1B23C512-DF15-4145-816A-3299F540025E}" dt="2022-05-23T08:16:07.199" v="3"/>
          <ac:spMkLst>
            <pc:docMk/>
            <pc:sldMasterMk cId="2003094035" sldId="2147483648"/>
            <ac:spMk id="2" creationId="{00000000-0000-0000-0000-000000000000}"/>
          </ac:spMkLst>
        </pc:spChg>
        <pc:spChg chg="mod">
          <ac:chgData name="Fei" userId="d19317889db4c986" providerId="LiveId" clId="{1B23C512-DF15-4145-816A-3299F540025E}" dt="2022-05-23T08:16:07.199" v="3"/>
          <ac:spMkLst>
            <pc:docMk/>
            <pc:sldMasterMk cId="2003094035" sldId="2147483648"/>
            <ac:spMk id="3" creationId="{00000000-0000-0000-0000-000000000000}"/>
          </ac:spMkLst>
        </pc:spChg>
        <pc:spChg chg="mod">
          <ac:chgData name="Fei" userId="d19317889db4c986" providerId="LiveId" clId="{1B23C512-DF15-4145-816A-3299F540025E}" dt="2022-05-23T08:16:07.199" v="3"/>
          <ac:spMkLst>
            <pc:docMk/>
            <pc:sldMasterMk cId="2003094035" sldId="2147483648"/>
            <ac:spMk id="4" creationId="{00000000-0000-0000-0000-000000000000}"/>
          </ac:spMkLst>
        </pc:spChg>
        <pc:spChg chg="mod">
          <ac:chgData name="Fei" userId="d19317889db4c986" providerId="LiveId" clId="{1B23C512-DF15-4145-816A-3299F540025E}" dt="2022-05-23T08:16:07.199" v="3"/>
          <ac:spMkLst>
            <pc:docMk/>
            <pc:sldMasterMk cId="2003094035" sldId="2147483648"/>
            <ac:spMk id="5" creationId="{00000000-0000-0000-0000-000000000000}"/>
          </ac:spMkLst>
        </pc:spChg>
        <pc:spChg chg="mod">
          <ac:chgData name="Fei" userId="d19317889db4c986" providerId="LiveId" clId="{1B23C512-DF15-4145-816A-3299F540025E}" dt="2022-05-23T08:16:07.199" v="3"/>
          <ac:spMkLst>
            <pc:docMk/>
            <pc:sldMasterMk cId="2003094035" sldId="2147483648"/>
            <ac:spMk id="6" creationId="{00000000-0000-0000-0000-000000000000}"/>
          </ac:spMkLst>
        </pc:spChg>
        <pc:sldLayoutChg chg="modSp">
          <pc:chgData name="Fei" userId="d19317889db4c986" providerId="LiveId" clId="{1B23C512-DF15-4145-816A-3299F540025E}" dt="2022-05-23T08:16:07.199" v="3"/>
          <pc:sldLayoutMkLst>
            <pc:docMk/>
            <pc:sldMasterMk cId="2003094035" sldId="2147483648"/>
            <pc:sldLayoutMk cId="3051827620" sldId="2147483649"/>
          </pc:sldLayoutMkLst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3051827620" sldId="2147483649"/>
              <ac:spMk id="2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3051827620" sldId="2147483649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1B23C512-DF15-4145-816A-3299F540025E}" dt="2022-05-23T08:16:07.199" v="3"/>
          <pc:sldLayoutMkLst>
            <pc:docMk/>
            <pc:sldMasterMk cId="2003094035" sldId="2147483648"/>
            <pc:sldLayoutMk cId="1612184157" sldId="2147483651"/>
          </pc:sldLayoutMkLst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1612184157" sldId="2147483651"/>
              <ac:spMk id="2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1612184157" sldId="2147483651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1B23C512-DF15-4145-816A-3299F540025E}" dt="2022-05-23T08:16:07.199" v="3"/>
          <pc:sldLayoutMkLst>
            <pc:docMk/>
            <pc:sldMasterMk cId="2003094035" sldId="2147483648"/>
            <pc:sldLayoutMk cId="2905825717" sldId="2147483652"/>
          </pc:sldLayoutMkLst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2905825717" sldId="2147483652"/>
              <ac:spMk id="3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2905825717" sldId="2147483652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1B23C512-DF15-4145-816A-3299F540025E}" dt="2022-05-23T08:16:07.199" v="3"/>
          <pc:sldLayoutMkLst>
            <pc:docMk/>
            <pc:sldMasterMk cId="2003094035" sldId="2147483648"/>
            <pc:sldLayoutMk cId="168117047" sldId="2147483653"/>
          </pc:sldLayoutMkLst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168117047" sldId="2147483653"/>
              <ac:spMk id="2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168117047" sldId="2147483653"/>
              <ac:spMk id="3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168117047" sldId="2147483653"/>
              <ac:spMk id="4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168117047" sldId="2147483653"/>
              <ac:spMk id="5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168117047" sldId="2147483653"/>
              <ac:spMk id="6" creationId="{00000000-0000-0000-0000-000000000000}"/>
            </ac:spMkLst>
          </pc:spChg>
        </pc:sldLayoutChg>
        <pc:sldLayoutChg chg="modSp">
          <pc:chgData name="Fei" userId="d19317889db4c986" providerId="LiveId" clId="{1B23C512-DF15-4145-816A-3299F540025E}" dt="2022-05-23T08:16:07.199" v="3"/>
          <pc:sldLayoutMkLst>
            <pc:docMk/>
            <pc:sldMasterMk cId="2003094035" sldId="2147483648"/>
            <pc:sldLayoutMk cId="694758376" sldId="2147483656"/>
          </pc:sldLayoutMkLst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694758376" sldId="2147483656"/>
              <ac:spMk id="2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694758376" sldId="2147483656"/>
              <ac:spMk id="3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694758376" sldId="2147483656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1B23C512-DF15-4145-816A-3299F540025E}" dt="2022-05-23T08:16:07.199" v="3"/>
          <pc:sldLayoutMkLst>
            <pc:docMk/>
            <pc:sldMasterMk cId="2003094035" sldId="2147483648"/>
            <pc:sldLayoutMk cId="477805659" sldId="2147483657"/>
          </pc:sldLayoutMkLst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477805659" sldId="2147483657"/>
              <ac:spMk id="2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477805659" sldId="2147483657"/>
              <ac:spMk id="3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477805659" sldId="2147483657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1B23C512-DF15-4145-816A-3299F540025E}" dt="2022-05-23T08:16:07.199" v="3"/>
          <pc:sldLayoutMkLst>
            <pc:docMk/>
            <pc:sldMasterMk cId="2003094035" sldId="2147483648"/>
            <pc:sldLayoutMk cId="4025501431" sldId="2147483659"/>
          </pc:sldLayoutMkLst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4025501431" sldId="2147483659"/>
              <ac:spMk id="2" creationId="{00000000-0000-0000-0000-000000000000}"/>
            </ac:spMkLst>
          </pc:spChg>
          <pc:spChg chg="mod">
            <ac:chgData name="Fei" userId="d19317889db4c986" providerId="LiveId" clId="{1B23C512-DF15-4145-816A-3299F540025E}" dt="2022-05-23T08:16:07.199" v="3"/>
            <ac:spMkLst>
              <pc:docMk/>
              <pc:sldMasterMk cId="2003094035" sldId="2147483648"/>
              <pc:sldLayoutMk cId="4025501431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0A81D-B46D-42B4-9810-74D3F3F8917E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D82EE-9E5D-4394-97C3-36CC9E3DC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355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55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19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92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45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630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35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096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45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28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58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950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28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slide" Target="slide1.xml"/><Relationship Id="rId7" Type="http://schemas.openxmlformats.org/officeDocument/2006/relationships/image" Target="../media/image5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5.xml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" action="ppaction://noaction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第四章   随机变量的数字特征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§4.2</a:t>
            </a:r>
            <a:r>
              <a:rPr kumimoji="1" lang="zh-CN" altLang="en-US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§4.4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矩、协方差矩阵</a:t>
            </a:r>
          </a:p>
        </p:txBody>
      </p:sp>
      <p:sp>
        <p:nvSpPr>
          <p:cNvPr id="61446" name="Text Box 6">
            <a:hlinkClick r:id="" action="ppaction://noaction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§4.3</a:t>
            </a:r>
            <a:r>
              <a:rPr kumimoji="1" lang="zh-CN" altLang="en-US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协方差及相关系数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</a:pPr>
            <a:r>
              <a:rPr kumimoji="1" lang="en-US" altLang="zh-CN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§4.1</a:t>
            </a:r>
            <a:r>
              <a:rPr kumimoji="1" lang="zh-CN" altLang="en-US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数学期望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D158B-ADF3-32F7-89D4-48533039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682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0964D1-11E1-10CF-1FD4-561E5DABBF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8854"/>
                <a:ext cx="8323491" cy="418827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:endParaRPr lang="en-US" altLang="zh-CN" sz="2100" b="1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:r>
                  <a:rPr lang="zh-CN" altLang="en-US" sz="2100" b="1" dirty="0">
                    <a:solidFill>
                      <a:srgbClr val="FF0000"/>
                    </a:solidFill>
                  </a:rPr>
                  <a:t>定义      </a:t>
                </a:r>
                <a:r>
                  <a:rPr lang="zh-CN" altLang="en-US" sz="2100" dirty="0"/>
                  <a:t>设</a:t>
                </a:r>
                <a14:m>
                  <m:oMath xmlns:m="http://schemas.openxmlformats.org/officeDocument/2006/math">
                    <m:r>
                      <a:rPr lang="zh-CN" altLang="en-US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100" dirty="0"/>
                  <a:t>是二维随机变量，若</a:t>
                </a:r>
                <a:endParaRPr lang="en-US" altLang="zh-CN" sz="2100" dirty="0"/>
              </a:p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1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1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i="1" kern="1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100" i="1" kern="1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210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,</m:t>
                      </m:r>
                      <m:r>
                        <a:rPr lang="en-US" altLang="zh-CN" sz="210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10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=1,2,⋯</m:t>
                      </m:r>
                    </m:oMath>
                  </m:oMathPara>
                </a14:m>
                <a:endParaRPr lang="zh-CN" altLang="zh-CN" sz="2100" kern="100" dirty="0">
                  <a:solidFill>
                    <a:srgbClr val="FF000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:r>
                  <a:rPr lang="zh-CN" altLang="en-US" sz="2100" dirty="0"/>
                  <a:t>存在，称它为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1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100" dirty="0">
                    <a:solidFill>
                      <a:srgbClr val="FF0000"/>
                    </a:solidFill>
                  </a:rPr>
                  <a:t>阶原点矩</a:t>
                </a:r>
                <a:r>
                  <a:rPr lang="zh-CN" altLang="en-US" sz="2100" dirty="0"/>
                  <a:t>，简称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100" dirty="0">
                    <a:solidFill>
                      <a:srgbClr val="FF0000"/>
                    </a:solidFill>
                  </a:rPr>
                  <a:t>阶矩</a:t>
                </a:r>
                <a:r>
                  <a:rPr lang="zh-CN" altLang="en-US" sz="2100" b="1" dirty="0"/>
                  <a:t>。</a:t>
                </a:r>
                <a:endParaRPr lang="en-US" altLang="zh-CN" sz="2100" b="1" dirty="0"/>
              </a:p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:endParaRPr lang="en-US" altLang="zh-CN" sz="2100" b="1" dirty="0"/>
              </a:p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:r>
                  <a:rPr lang="zh-CN" altLang="en-US" sz="2100" dirty="0"/>
                  <a:t>若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{[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},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=2,3,⋯</m:t>
                    </m:r>
                  </m:oMath>
                </a14:m>
                <a:endParaRPr lang="zh-CN" altLang="zh-CN" sz="21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:r>
                  <a:rPr lang="zh-CN" altLang="en-US" sz="2100" dirty="0"/>
                  <a:t>存在，称它为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1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100" dirty="0">
                    <a:solidFill>
                      <a:srgbClr val="FF0000"/>
                    </a:solidFill>
                  </a:rPr>
                  <a:t>阶中心矩</a:t>
                </a:r>
                <a:r>
                  <a:rPr lang="zh-CN" altLang="en-US" sz="2100" dirty="0"/>
                  <a:t>。</a:t>
                </a:r>
                <a:endParaRPr lang="en-US" altLang="zh-CN" sz="2100" dirty="0"/>
              </a:p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:endParaRPr lang="en-US" altLang="zh-CN" sz="2100" dirty="0"/>
              </a:p>
              <a:p>
                <a:pPr marL="0" indent="0">
                  <a:lnSpc>
                    <a:spcPct val="150000"/>
                  </a:lnSpc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100" dirty="0"/>
                  <a:t>的数学期望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100" dirty="0"/>
                  <a:t>是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100" dirty="0"/>
                  <a:t>的一阶原点矩，方差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100" dirty="0"/>
                  <a:t>是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100" dirty="0"/>
                  <a:t>的二阶中心矩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0964D1-11E1-10CF-1FD4-561E5DABB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8854"/>
                <a:ext cx="8323491" cy="4188279"/>
              </a:xfrm>
              <a:blipFill>
                <a:blip r:embed="rId2"/>
                <a:stretch>
                  <a:fillRect l="-761" b="-16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80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D158B-ADF3-32F7-89D4-48533039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682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0964D1-11E1-10CF-1FD4-561E5DABBF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7803" y="1454737"/>
                <a:ext cx="8756197" cy="418827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100" b="1">
                    <a:solidFill>
                      <a:srgbClr val="FF0000"/>
                    </a:solidFill>
                  </a:rPr>
                  <a:t>定义    </a:t>
                </a:r>
                <a:r>
                  <a:rPr lang="zh-CN" altLang="en-US" sz="2100"/>
                  <a:t>设</a:t>
                </a:r>
                <a14:m>
                  <m:oMath xmlns:m="http://schemas.openxmlformats.org/officeDocument/2006/math">
                    <m:r>
                      <a:rPr lang="zh-CN" altLang="en-US" sz="21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1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CN" sz="21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1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100"/>
                  <a:t>是二维随机变量。</a:t>
                </a:r>
                <a:endParaRPr lang="en-US" altLang="zh-CN" sz="21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100"/>
                  <a:t>若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1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1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zh-CN" altLang="zh-CN" sz="21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100" b="0" i="1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     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</m:t>
                    </m:r>
                  </m:oMath>
                </a14:m>
                <a:endParaRPr lang="zh-CN" altLang="zh-CN" sz="2100" kern="100">
                  <a:solidFill>
                    <a:srgbClr val="FF000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100"/>
                  <a:t>存在，称它为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100"/>
                  <a:t>和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100"/>
                  <a:t>的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sz="2100" b="1">
                    <a:solidFill>
                      <a:srgbClr val="FF0000"/>
                    </a:solidFill>
                  </a:rPr>
                  <a:t>阶混合矩</a:t>
                </a:r>
                <a:endParaRPr lang="en-US" altLang="zh-CN" sz="2100" b="1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100" b="1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100"/>
                  <a:t>若   </a:t>
                </a:r>
                <a14:m>
                  <m:oMath xmlns:m="http://schemas.openxmlformats.org/officeDocument/2006/math"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                          </m:t>
                    </m:r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},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</m:t>
                    </m:r>
                  </m:oMath>
                </a14:m>
                <a:endParaRPr lang="zh-CN" altLang="zh-CN" sz="2100" kern="100">
                  <a:solidFill>
                    <a:srgbClr val="FF000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100"/>
                  <a:t>存在，称它为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100"/>
                  <a:t>和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100"/>
                  <a:t>的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sz="2100">
                    <a:solidFill>
                      <a:srgbClr val="FF0000"/>
                    </a:solidFill>
                  </a:rPr>
                  <a:t>阶混合中心矩</a:t>
                </a:r>
                <a:r>
                  <a:rPr lang="zh-CN" altLang="en-US" sz="2100"/>
                  <a:t>。</a:t>
                </a:r>
                <a:endParaRPr lang="en-US" altLang="zh-CN" sz="21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100"/>
                  <a:t>协方差</a:t>
                </a:r>
                <a14:m>
                  <m:oMath xmlns:m="http://schemas.openxmlformats.org/officeDocument/2006/math">
                    <m:r>
                      <a:rPr lang="en-US" altLang="zh-CN" sz="2100" i="1" dirty="0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100"/>
                  <a:t>是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100"/>
                  <a:t>和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100"/>
                  <a:t>的二阶混合中心矩。</a:t>
                </a:r>
                <a:endParaRPr lang="en-US" altLang="zh-CN" sz="210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0964D1-11E1-10CF-1FD4-561E5DABB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803" y="1454737"/>
                <a:ext cx="8756197" cy="4188279"/>
              </a:xfrm>
              <a:blipFill>
                <a:blip r:embed="rId2"/>
                <a:stretch>
                  <a:fillRect l="-836" b="-3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28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4122086-8B36-9DC7-8611-CB1AEE1CA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944" y="1089934"/>
                <a:ext cx="8756197" cy="477610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二维随机变量（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200"/>
                  <a:t>）有四个二阶中心矩（设它们都存在）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sz="2200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)][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)]}</m:t>
                      </m:r>
                    </m:oMath>
                  </m:oMathPara>
                </a14:m>
                <a:endParaRPr lang="zh-CN" altLang="zh-CN" sz="2200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)][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)]}</m:t>
                      </m:r>
                    </m:oMath>
                  </m:oMathPara>
                </a14:m>
                <a:endParaRPr lang="zh-CN" altLang="zh-CN" sz="2200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sz="2200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将它们排成矩阵的形式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zh-CN" sz="2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zh-CN" altLang="zh-CN" sz="2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zh-CN" sz="2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zh-CN" altLang="zh-CN" sz="2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i="1" kern="10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这个矩阵称为随机变量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/>
                  <a:t>的</a:t>
                </a:r>
                <a:r>
                  <a:rPr lang="zh-CN" altLang="en-US" sz="2200" b="1"/>
                  <a:t>协方差矩阵</a:t>
                </a:r>
                <a:endParaRPr lang="en-US" altLang="zh-CN" sz="2200" b="1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4122086-8B36-9DC7-8611-CB1AEE1CA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944" y="1089934"/>
                <a:ext cx="8756197" cy="4776107"/>
              </a:xfrm>
              <a:blipFill>
                <a:blip r:embed="rId2"/>
                <a:stretch>
                  <a:fillRect l="-905" b="-13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FC228DDD-66E1-E83E-3AA0-6B41DA28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682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协方差矩阵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8581B3-20D0-0F72-9D32-F66D5F214598}"/>
              </a:ext>
            </a:extLst>
          </p:cNvPr>
          <p:cNvSpPr/>
          <p:nvPr/>
        </p:nvSpPr>
        <p:spPr>
          <a:xfrm>
            <a:off x="1452283" y="2084106"/>
            <a:ext cx="5400338" cy="22806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E97392-83E2-A5DF-CA4D-6C64D921BD8B}"/>
              </a:ext>
            </a:extLst>
          </p:cNvPr>
          <p:cNvSpPr/>
          <p:nvPr/>
        </p:nvSpPr>
        <p:spPr>
          <a:xfrm>
            <a:off x="277134" y="4440671"/>
            <a:ext cx="5628028" cy="22806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218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4122086-8B36-9DC7-8611-CB1AEE1CA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944" y="1089934"/>
                <a:ext cx="8756197" cy="477610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设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>
                    <a:solidFill>
                      <a:srgbClr val="FF0000"/>
                    </a:solidFill>
                  </a:rPr>
                  <a:t>维随机变量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2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200"/>
                  <a:t>二阶混合中心矩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2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20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都存在，则称矩阵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为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/>
                  <a:t>维随机变量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2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200">
                    <a:solidFill>
                      <a:srgbClr val="FF0000"/>
                    </a:solidFill>
                  </a:rPr>
                  <a:t>协方差矩阵</a:t>
                </a:r>
                <a:r>
                  <a:rPr lang="zh-CN" altLang="en-US" sz="2200"/>
                  <a:t>。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200"/>
                  <a:t>,2,…,n),</a:t>
                </a:r>
                <a:r>
                  <a:rPr lang="zh-CN" altLang="en-US" sz="2200"/>
                  <a:t>因而上述矩阵是一个</a:t>
                </a:r>
                <a:r>
                  <a:rPr lang="zh-CN" altLang="en-US" sz="2200">
                    <a:solidFill>
                      <a:srgbClr val="FF0000"/>
                    </a:solidFill>
                  </a:rPr>
                  <a:t>对称矩阵</a:t>
                </a:r>
                <a:endParaRPr lang="zh-CN" altLang="zh-CN" sz="220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4122086-8B36-9DC7-8611-CB1AEE1CA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944" y="1089934"/>
                <a:ext cx="8756197" cy="4776107"/>
              </a:xfrm>
              <a:blipFill>
                <a:blip r:embed="rId2"/>
                <a:stretch>
                  <a:fillRect l="-905" b="-10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FE00AAA-8230-BA09-40C6-2AEB1EF88914}"/>
                  </a:ext>
                </a:extLst>
              </p:cNvPr>
              <p:cNvSpPr txBox="1"/>
              <p:nvPr/>
            </p:nvSpPr>
            <p:spPr>
              <a:xfrm>
                <a:off x="2495062" y="2860334"/>
                <a:ext cx="3378820" cy="20463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9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9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zh-CN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𝑧𝑧𝑧𝑧𝑧𝑧𝑧𝑧𝑧𝑧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zzzz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zzz</m:t>
                              </m:r>
                              <m:r>
                                <a:rPr lang="en-US" altLang="zh-CN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𝑧𝑧𝑧𝑧𝑧𝑧𝑧𝑧𝑧𝑧𝑧𝑧𝑧𝑧𝑧𝑧𝑧𝑧𝑧𝑧𝑧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zz</m:t>
                              </m:r>
                              <m:r>
                                <a:rPr lang="en-US" altLang="zh-CN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𝑧𝑧𝑧𝑧𝑧𝑧𝑧𝑧𝑧𝑧𝑧𝑧𝑧𝑧𝑧𝑧</m:t>
                              </m:r>
                            </m:e>
                            <m:e>
                              <m:r>
                                <a:rPr lang="en-US" altLang="zh-CN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𝑧𝑧𝑧𝑧𝑧𝑧𝑧𝑧𝑧𝑧</m:t>
                              </m:r>
                            </m:e>
                            <m:e/>
                            <m:e/>
                            <m:e/>
                            <m:e/>
                            <m:e/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FE00AAA-8230-BA09-40C6-2AEB1EF88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062" y="2860334"/>
                <a:ext cx="3378820" cy="2046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FC228DDD-66E1-E83E-3AA0-6B41DA28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682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协方差矩阵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A3699759-089C-4307-E574-353C277EA2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2164485"/>
                  </p:ext>
                </p:extLst>
              </p:nvPr>
            </p:nvGraphicFramePr>
            <p:xfrm>
              <a:off x="2620536" y="2964905"/>
              <a:ext cx="3083268" cy="184524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817">
                      <a:extLst>
                        <a:ext uri="{9D8B030D-6E8A-4147-A177-3AD203B41FA5}">
                          <a16:colId xmlns:a16="http://schemas.microsoft.com/office/drawing/2014/main" val="4145849208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2875601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1575036787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1462005599"/>
                        </a:ext>
                      </a:extLst>
                    </a:gridCol>
                  </a:tblGrid>
                  <a:tr h="37393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 baseline="-250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zh-CN" altLang="en-US" sz="2400" baseline="-25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b="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2400" b="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487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zh-CN" altLang="en-US" sz="2400" b="0" baseline="-25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2400" b="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3474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endParaRPr lang="en-US" altLang="zh-CN" sz="24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45332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400" b="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baseline="-250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𝑛𝑛</m:t>
                                </m:r>
                              </m:oMath>
                            </m:oMathPara>
                          </a14:m>
                          <a:endParaRPr lang="zh-CN" altLang="en-US" sz="2400" b="0" baseline="-25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6205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A3699759-089C-4307-E574-353C277EA2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2164485"/>
                  </p:ext>
                </p:extLst>
              </p:nvPr>
            </p:nvGraphicFramePr>
            <p:xfrm>
              <a:off x="2620536" y="2964905"/>
              <a:ext cx="3083268" cy="184524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817">
                      <a:extLst>
                        <a:ext uri="{9D8B030D-6E8A-4147-A177-3AD203B41FA5}">
                          <a16:colId xmlns:a16="http://schemas.microsoft.com/office/drawing/2014/main" val="4145849208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2875601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1575036787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146200559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7" r="-299213" b="-3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10667" r="-199213" b="-3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99213" t="-10667" b="-33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4871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9211" r="-299213" b="-2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109211" r="-199213" b="-2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99213" t="-109211" b="-2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3474701"/>
                      </a:ext>
                    </a:extLst>
                  </a:tr>
                  <a:tr h="4736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endParaRPr lang="en-US" altLang="zh-CN" sz="24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45332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16000" r="-299213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316000" r="-199213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99213" t="-316000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6205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3558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1B86543-F995-B7C1-325A-12F8D1F44C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434" y="1747856"/>
                <a:ext cx="9182232" cy="477610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ρ</m:t>
                                </m:r>
                              </m:e>
                              <m:sup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2(1−</m:t>
                        </m:r>
                        <m:sSup>
                          <m:s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20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altLang="zh-CN" sz="2200"/>
                  <a:t> 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l-GR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2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sz="220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zh-CN" altLang="zh-CN" sz="220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/>
                  <a:t>现在将上式中花括号内的式子写成矩阵形式，为此引入下面的列矩阵</a:t>
                </a:r>
                <a:endParaRPr lang="zh-CN" altLang="zh-CN" sz="220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200" b="1" i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=(</m:t>
                      </m:r>
                      <m:eqArr>
                        <m:eqArr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eqAr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l-GR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=(</m:t>
                      </m:r>
                      <m:eqArr>
                        <m:eqArr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eqAr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/>
                  <a:t>的协方差矩阵为</a:t>
                </a:r>
                <a:endParaRPr lang="en-US" altLang="zh-CN" sz="220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200" b="1" i="1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=(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mr>
                      </m:m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/>
                  <a:t>它的行列式</a:t>
                </a:r>
                <a:r>
                  <a:rPr lang="en-US" altLang="zh-CN" sz="2200"/>
                  <a:t>det 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zh-CN" sz="220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20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200"/>
                  <a:t>(1-</a:t>
                </a:r>
                <a:r>
                  <a:rPr lang="zh-CN" altLang="zh-CN" sz="22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200"/>
                  <a:t>) ,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200"/>
                  <a:t>的逆矩阵为</a:t>
                </a:r>
                <a:endParaRPr lang="en-US" altLang="zh-CN" sz="220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en-US" altLang="zh-CN" sz="22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func>
                        </m:den>
                      </m:f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[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</m:mr>
                        <m:m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/>
                        </m:mr>
                      </m:m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zh-CN" sz="2200"/>
              </a:p>
              <a:p>
                <a:pPr marL="0" indent="0">
                  <a:buNone/>
                </a:pPr>
                <a:endParaRPr lang="en-US" altLang="zh-CN" sz="220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1B86543-F995-B7C1-325A-12F8D1F44C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434" y="1747856"/>
                <a:ext cx="9182232" cy="4776107"/>
              </a:xfrm>
              <a:blipFill>
                <a:blip r:embed="rId2"/>
                <a:stretch>
                  <a:fillRect l="-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标题 1">
                <a:extLst>
                  <a:ext uri="{FF2B5EF4-FFF2-40B4-BE49-F238E27FC236}">
                    <a16:creationId xmlns:a16="http://schemas.microsoft.com/office/drawing/2014/main" id="{3BD30339-6B0B-F80D-CD19-E455FA5F5E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7972" y="212379"/>
                <a:ext cx="8948056" cy="994172"/>
              </a:xfrm>
            </p:spPr>
            <p:txBody>
              <a:bodyPr>
                <a:normAutofit fontScale="90000"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40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40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维正态随机变量</a:t>
                </a:r>
                <a14:m>
                  <m:oMath xmlns:m="http://schemas.openxmlformats.org/officeDocument/2006/math">
                    <m:r>
                      <a:rPr lang="en-US" altLang="zh-CN" sz="40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400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400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4000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400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4000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40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40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的概率密度</a:t>
                </a:r>
              </a:p>
            </p:txBody>
          </p:sp>
        </mc:Choice>
        <mc:Fallback xmlns="">
          <p:sp>
            <p:nvSpPr>
              <p:cNvPr id="6" name="标题 1">
                <a:extLst>
                  <a:ext uri="{FF2B5EF4-FFF2-40B4-BE49-F238E27FC236}">
                    <a16:creationId xmlns:a16="http://schemas.microsoft.com/office/drawing/2014/main" id="{3BD30339-6B0B-F80D-CD19-E455FA5F5E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7972" y="212379"/>
                <a:ext cx="8948056" cy="994172"/>
              </a:xfrm>
              <a:blipFill>
                <a:blip r:embed="rId3"/>
                <a:stretch>
                  <a:fillRect r="-1158" b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498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6101FCB-1030-32FB-62F4-1819AF7DB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944" y="1089934"/>
                <a:ext cx="8756197" cy="477610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经过计算可知（这里矩阵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200" b="1" i="1">
                        <a:latin typeface="Cambria Math" panose="02040503050406030204" pitchFamily="18" charset="0"/>
                      </a:rPr>
                      <m:t>𝛍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200"/>
                  <a:t>是</a:t>
                </a:r>
                <a14:m>
                  <m:oMath xmlns:m="http://schemas.openxmlformats.org/officeDocument/2006/math">
                    <m:r>
                      <a:rPr lang="en-US" altLang="zh-CN" sz="2200" b="1" i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200" b="1" i="1"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zh-CN" altLang="en-US" sz="2200"/>
                  <a:t>的转置矩阵）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altLang="zh-CN" sz="2200" b="1" i="1">
                          <a:latin typeface="Cambria Math" panose="02040503050406030204" pitchFamily="18" charset="0"/>
                        </a:rPr>
                        <m:t>𝛍</m:t>
                      </m:r>
                      <m:sSup>
                        <m:sSup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altLang="zh-CN" sz="2200" b="1" i="1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en-US" altLang="zh-CN" sz="2200" b="1" i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</m:func>
                      </m:den>
                    </m:f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2200">
                                <a:latin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1     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20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/>
                  <a:t> 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[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/>
                      </m:mr>
                      <m:m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e/>
                      </m:mr>
                    </m:m>
                    <m:r>
                      <a:rPr lang="en-US" altLang="zh-CN" sz="22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200"/>
                  <a:t> 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eqArr>
                      <m:eqArr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eqArr>
                    <m:r>
                      <a:rPr lang="en-US" altLang="zh-CN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于是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/>
                  <a:t>的概率密度可写成</a:t>
                </a: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200">
                                          <a:latin typeface="Cambria Math" panose="02040503050406030204" pitchFamily="18" charset="0"/>
                                        </a:rPr>
                                        <m:t>det</m:t>
                                      </m:r>
                                    </m:fName>
                                    <m:e>
                                      <m:r>
                                        <a:rPr lang="en-US" altLang="zh-CN" sz="2200" b="1" i="1">
                                          <a:latin typeface="Cambria Math" panose="02040503050406030204" pitchFamily="18" charset="0"/>
                                        </a:rPr>
                                        <m:t>𝑪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zh-CN" sz="2200" i="1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⁡{−</m:t>
                      </m:r>
                      <m:f>
                        <m:f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sSup>
                        <m:sSup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6101FCB-1030-32FB-62F4-1819AF7DB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944" y="1089934"/>
                <a:ext cx="8756197" cy="4776107"/>
              </a:xfrm>
              <a:blipFill>
                <a:blip r:embed="rId2"/>
                <a:stretch>
                  <a:fillRect l="-905" b="-8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850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6101FCB-1030-32FB-62F4-1819AF7DB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944" y="1089934"/>
                <a:ext cx="8756197" cy="477610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>
                    <a:latin typeface="Cambria Math" panose="02040503050406030204" pitchFamily="18" charset="0"/>
                  </a:rPr>
                  <a:t>上式容易推广到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维正态随机变量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的情况</a:t>
                </a:r>
                <a:endParaRPr lang="zh-CN" altLang="zh-CN" sz="220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>
                    <a:latin typeface="Cambria Math" panose="02040503050406030204" pitchFamily="18" charset="0"/>
                  </a:rPr>
                  <a:t>引入列矩阵</a:t>
                </a:r>
                <a:endParaRPr lang="zh-CN" altLang="zh-CN" sz="220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 b="1" i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: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l-GR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：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:</m:t>
                            </m:r>
                          </m:e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200">
                    <a:latin typeface="Cambria Math" panose="02040503050406030204" pitchFamily="18" charset="0"/>
                  </a:rPr>
                  <a:t>   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200">
                    <a:latin typeface="Cambria Math" panose="02040503050406030204" pitchFamily="18" charset="0"/>
                  </a:rPr>
                  <a:t>n</a:t>
                </a:r>
                <a:r>
                  <a:rPr lang="zh-CN" altLang="en-US" sz="2200">
                    <a:latin typeface="Cambria Math" panose="02040503050406030204" pitchFamily="18" charset="0"/>
                  </a:rPr>
                  <a:t>维度正态随机变量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的概率密度定义为</a:t>
                </a:r>
                <a:endParaRPr lang="en-US" altLang="zh-CN" sz="220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2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2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200" kern="10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zh-CN" sz="22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lin"/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latin typeface="Cambria Math" panose="02040503050406030204" pitchFamily="18" charset="0"/>
                                      </a:rPr>
                                      <m:t>det</m:t>
                                    </m:r>
                                  </m:fName>
                                  <m:e>
                                    <m:r>
                                      <a:rPr lang="en-US" altLang="zh-CN" sz="2200" b="1" i="1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⁡{−</m:t>
                    </m:r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zh-CN" altLang="zh-CN" sz="2200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200"/>
                  <a:t>其中</a:t>
                </a: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200"/>
                  <a:t>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2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200"/>
                  <a:t>协方差矩阵。</a:t>
                </a:r>
                <a:endParaRPr lang="en-US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6101FCB-1030-32FB-62F4-1819AF7DB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944" y="1089934"/>
                <a:ext cx="8756197" cy="4776107"/>
              </a:xfrm>
              <a:blipFill>
                <a:blip r:embed="rId2"/>
                <a:stretch>
                  <a:fillRect l="-905" b="-23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1">
                <a:extLst>
                  <a:ext uri="{FF2B5EF4-FFF2-40B4-BE49-F238E27FC236}">
                    <a16:creationId xmlns:a16="http://schemas.microsoft.com/office/drawing/2014/main" id="{78EC0419-CC0C-1BD6-3C95-FAB45F5842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7972" y="212379"/>
                <a:ext cx="8948056" cy="994172"/>
              </a:xfrm>
            </p:spPr>
            <p:txBody>
              <a:bodyPr>
                <a:normAutofit fontScale="90000"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40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40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维正态随机变量</a:t>
                </a:r>
                <a14:m>
                  <m:oMath xmlns:m="http://schemas.openxmlformats.org/officeDocument/2006/math">
                    <m:r>
                      <a:rPr lang="en-US" altLang="zh-CN" sz="40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400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400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4000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400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4000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00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40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40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的概率密度</a:t>
                </a:r>
              </a:p>
            </p:txBody>
          </p:sp>
        </mc:Choice>
        <mc:Fallback xmlns="">
          <p:sp>
            <p:nvSpPr>
              <p:cNvPr id="3" name="标题 1">
                <a:extLst>
                  <a:ext uri="{FF2B5EF4-FFF2-40B4-BE49-F238E27FC236}">
                    <a16:creationId xmlns:a16="http://schemas.microsoft.com/office/drawing/2014/main" id="{78EC0419-CC0C-1BD6-3C95-FAB45F584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7972" y="212379"/>
                <a:ext cx="8948056" cy="994172"/>
              </a:xfrm>
              <a:blipFill>
                <a:blip r:embed="rId3"/>
                <a:stretch>
                  <a:fillRect r="-1158" b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49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2D52B2-DE1C-FD0E-0FEC-75E26987E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049" y="1298619"/>
                <a:ext cx="9058275" cy="4849586"/>
              </a:xfrm>
            </p:spPr>
            <p:txBody>
              <a:bodyPr>
                <a:noAutofit/>
              </a:bodyPr>
              <a:lstStyle/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维正态随机变量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的每一个分量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20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都是正态随机变量；反之，若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都是正态随机变量，且相互独立，则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>
                    <a:latin typeface="Cambria Math" panose="02040503050406030204" pitchFamily="18" charset="0"/>
                  </a:rPr>
                  <a:t>维正态随机变量。</a:t>
                </a:r>
                <a:endParaRPr lang="zh-CN" altLang="zh-CN" sz="220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/>
                  <a:t>维随机变量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/>
                  <a:t>服从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/>
                  <a:t>维正态分布的充要条件</a:t>
                </a:r>
                <a:endParaRPr lang="en-US" altLang="zh-CN" sz="220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zh-CN" altLang="en-US" sz="2200">
                    <a:solidFill>
                      <a:prstClr val="black"/>
                    </a:solidFill>
                  </a:rPr>
                  <a:t>       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>
                    <a:solidFill>
                      <a:prstClr val="black"/>
                    </a:solidFill>
                  </a:rPr>
                  <a:t>的任意的线性组合</a:t>
                </a:r>
                <a:endParaRPr lang="zh-CN" altLang="zh-CN" sz="2200">
                  <a:solidFill>
                    <a:prstClr val="black"/>
                  </a:solidFill>
                </a:endParaRPr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zh-CN" sz="2200">
                  <a:solidFill>
                    <a:prstClr val="black"/>
                  </a:solidFill>
                </a:endParaRPr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zh-CN" altLang="en-US" sz="2200">
                    <a:solidFill>
                      <a:prstClr val="black"/>
                    </a:solidFill>
                  </a:rPr>
                  <a:t>        服从一维正态分布（其中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>
                    <a:solidFill>
                      <a:prstClr val="black"/>
                    </a:solidFill>
                  </a:rPr>
                  <a:t>不全为零）</a:t>
                </a:r>
                <a:endParaRPr lang="en-US" altLang="zh-CN" sz="2200"/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 startAt="3"/>
                </a:pPr>
                <a:r>
                  <a:rPr lang="zh-CN" altLang="en-US" sz="2200"/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/>
                  <a:t>服从</a:t>
                </a:r>
                <a:r>
                  <a:rPr lang="en-US" altLang="zh-CN" sz="2200"/>
                  <a:t>n</a:t>
                </a:r>
                <a:r>
                  <a:rPr lang="zh-CN" altLang="en-US" sz="2200"/>
                  <a:t>维正态分布，设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20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2200"/>
                  <a:t>的线性函数，则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/>
                  <a:t>也服从多维正态分布</a:t>
                </a:r>
                <a:endParaRPr lang="zh-CN" altLang="zh-CN" sz="220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200"/>
                  <a:t>       </a:t>
                </a:r>
                <a:r>
                  <a:rPr lang="zh-CN" altLang="en-US" sz="2200"/>
                  <a:t>这一性质称为正态变量的线性变换不变性</a:t>
                </a:r>
                <a:endParaRPr lang="zh-CN" altLang="zh-CN" sz="220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200"/>
                  <a:t>      </a:t>
                </a:r>
                <a:endParaRPr lang="zh-CN" altLang="en-US" sz="220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2D52B2-DE1C-FD0E-0FEC-75E26987E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049" y="1298619"/>
                <a:ext cx="9058275" cy="4849586"/>
              </a:xfrm>
              <a:blipFill>
                <a:blip r:embed="rId2"/>
                <a:stretch>
                  <a:fillRect l="-875" t="-628" r="-3903" b="-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E19A3F5E-96FE-A394-6074-5041E7DB4E2B}"/>
              </a:ext>
            </a:extLst>
          </p:cNvPr>
          <p:cNvSpPr/>
          <p:nvPr/>
        </p:nvSpPr>
        <p:spPr>
          <a:xfrm>
            <a:off x="2456677" y="252595"/>
            <a:ext cx="5339923" cy="649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n</a:t>
            </a:r>
            <a:r>
              <a:rPr lang="zh-CN" altLang="en-US" sz="32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维正态随机变量的重要性质</a:t>
            </a:r>
            <a:endParaRPr lang="zh-CN" altLang="zh-CN" sz="3200">
              <a:solidFill>
                <a:srgbClr val="0432FF"/>
              </a:solidFill>
              <a:latin typeface="STXinwei" panose="02010800040101010101" pitchFamily="2" charset="-122"/>
              <a:ea typeface="STXinwei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481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2D52B2-DE1C-FD0E-0FEC-75E26987E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4144" y="1298619"/>
                <a:ext cx="9058275" cy="4849586"/>
              </a:xfrm>
            </p:spPr>
            <p:txBody>
              <a:bodyPr>
                <a:noAutofit/>
              </a:bodyPr>
              <a:lstStyle/>
              <a:p>
                <a:pPr marL="457200" indent="-457200">
                  <a:lnSpc>
                    <a:spcPct val="120000"/>
                  </a:lnSpc>
                  <a:buFont typeface="+mj-lt"/>
                  <a:buAutoNum type="arabicPeriod" startAt="4"/>
                </a:pPr>
                <a:r>
                  <a:rPr lang="zh-CN" altLang="en-US" sz="2200"/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/>
                  <a:t>服从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/>
                  <a:t>维正态分布，则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“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/>
                  <a:t>相互独立”与“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/>
                  <a:t>两两不相关”是等价的。</a:t>
                </a:r>
                <a:endParaRPr lang="en-US" altLang="zh-CN" sz="220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/>
                  <a:t>维正态分布在随机过程和数理统计中常会遇到。</a:t>
                </a:r>
                <a:endParaRPr lang="zh-CN" altLang="zh-CN" sz="2200"/>
              </a:p>
              <a:p>
                <a:endParaRPr lang="zh-CN" altLang="en-US" sz="220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2D52B2-DE1C-FD0E-0FEC-75E26987E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144" y="1298619"/>
                <a:ext cx="9058275" cy="4849586"/>
              </a:xfrm>
              <a:blipFill>
                <a:blip r:embed="rId2"/>
                <a:stretch>
                  <a:fillRect l="-875" t="-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E19A3F5E-96FE-A394-6074-5041E7DB4E2B}"/>
              </a:ext>
            </a:extLst>
          </p:cNvPr>
          <p:cNvSpPr/>
          <p:nvPr/>
        </p:nvSpPr>
        <p:spPr>
          <a:xfrm>
            <a:off x="1902038" y="252595"/>
            <a:ext cx="5339923" cy="649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n</a:t>
            </a:r>
            <a:r>
              <a:rPr lang="zh-CN" altLang="en-US" sz="32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维正态随机变量的重要性质</a:t>
            </a:r>
            <a:endParaRPr lang="zh-CN" altLang="zh-CN" sz="3200">
              <a:solidFill>
                <a:srgbClr val="0432FF"/>
              </a:solidFill>
              <a:latin typeface="STXinwei" panose="02010800040101010101" pitchFamily="2" charset="-122"/>
              <a:ea typeface="STXinwei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345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" action="ppaction://noaction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第四章   随机变量的数字特征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44" name="Text Box 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601F1377-4EC1-A648-9D08-93B0CEF443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667472"/>
                <a:ext cx="5761037" cy="537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CC0000"/>
                  </a:buClr>
                  <a:defRPr/>
                </a:pPr>
                <a:r>
                  <a:rPr kumimoji="1" lang="en-US" altLang="zh-CN" sz="3200" b="1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§4.2</a:t>
                </a:r>
                <a:r>
                  <a:rPr kumimoji="1" lang="zh-CN" altLang="en-US" sz="3200" b="1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方差 </a:t>
                </a:r>
                <a14:m>
                  <m:oMath xmlns:m="http://schemas.openxmlformats.org/officeDocument/2006/math">
                    <m:r>
                      <a:rPr kumimoji="1" lang="en-US" altLang="zh-CN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kumimoji="1" lang="en-US" altLang="zh-CN" sz="3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3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kumimoji="1" lang="en-US" altLang="zh-CN" sz="3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zh-CN" altLang="en-US" sz="32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44" name="Text Box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01F1377-4EC1-A648-9D08-93B0CEF44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667472"/>
                <a:ext cx="5761037" cy="537712"/>
              </a:xfrm>
              <a:prstGeom prst="rect">
                <a:avLst/>
              </a:prstGeom>
              <a:blipFill>
                <a:blip r:embed="rId4"/>
                <a:stretch>
                  <a:fillRect t="-25000" b="-3636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45" name="Text Box 5">
                <a:hlinkClick r:id="" action="ppaction://noaction"/>
                <a:extLst>
                  <a:ext uri="{FF2B5EF4-FFF2-40B4-BE49-F238E27FC236}">
                    <a16:creationId xmlns:a16="http://schemas.microsoft.com/office/drawing/2014/main" id="{D75E15BB-A7A5-2C46-90D2-B9B92ACCDE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4664655"/>
                <a:ext cx="6481762" cy="9809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495550" lvl="0" indent="-202565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CC0000"/>
                  </a:buClr>
                  <a:defRPr/>
                </a:pPr>
                <a:r>
                  <a:rPr kumimoji="1" lang="en-US" altLang="zh-CN" sz="3200" b="1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§4.4</a:t>
                </a:r>
                <a:r>
                  <a:rPr kumimoji="1" lang="zh-CN" altLang="en-US" sz="3200" b="1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矩、协方差矩阵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3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3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3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45" name="Text Box 5">
                <a:hlinkClick r:id="" action="ppaction://noaction"/>
                <a:extLst>
                  <a:ext uri="{FF2B5EF4-FFF2-40B4-BE49-F238E27FC236}">
                    <a16:creationId xmlns:a16="http://schemas.microsoft.com/office/drawing/2014/main" id="{D75E15BB-A7A5-2C46-90D2-B9B92ACCD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664655"/>
                <a:ext cx="6481762" cy="980911"/>
              </a:xfrm>
              <a:prstGeom prst="rect">
                <a:avLst/>
              </a:prstGeom>
              <a:blipFill>
                <a:blip r:embed="rId5"/>
                <a:stretch>
                  <a:fillRect t="-136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46" name="Text Box 6">
                <a:hlinkClick r:id="" action="ppaction://noaction"/>
                <a:extLst>
                  <a:ext uri="{FF2B5EF4-FFF2-40B4-BE49-F238E27FC236}">
                    <a16:creationId xmlns:a16="http://schemas.microsoft.com/office/drawing/2014/main" id="{3CA5D0EF-1412-D449-86E5-3BEFAEB928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" y="3653001"/>
                <a:ext cx="9065623" cy="5581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CC0000"/>
                  </a:buClr>
                  <a:defRPr/>
                </a:pPr>
                <a:r>
                  <a:rPr kumimoji="1" lang="en-US" altLang="zh-CN" sz="3200" b="1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§4.3</a:t>
                </a:r>
                <a:r>
                  <a:rPr kumimoji="1" lang="zh-CN" altLang="en-US" sz="3200" b="1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协方差及相关系数 </a:t>
                </a:r>
                <a14:m>
                  <m:oMath xmlns:m="http://schemas.openxmlformats.org/officeDocument/2006/math">
                    <m:r>
                      <a:rPr kumimoji="1" lang="en-US" altLang="zh-CN" sz="3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𝐂𝐨𝐯</m:t>
                    </m:r>
                    <m:d>
                      <m:dPr>
                        <m:ctrlPr>
                          <a:rPr kumimoji="1" lang="en-US" altLang="zh-CN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kumimoji="1" lang="en-US" altLang="zh-CN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kumimoji="1" lang="en-US" altLang="zh-CN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</m:d>
                    <m:r>
                      <a:rPr kumimoji="1" lang="en-US" altLang="zh-CN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kumimoji="1"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kumimoji="1"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46" name="Text Box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3CA5D0EF-1412-D449-86E5-3BEFAEB92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" y="3653001"/>
                <a:ext cx="9065623" cy="558103"/>
              </a:xfrm>
              <a:prstGeom prst="rect">
                <a:avLst/>
              </a:prstGeom>
              <a:blipFill>
                <a:blip r:embed="rId7"/>
                <a:stretch>
                  <a:fillRect t="-23913" b="-304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A2A32693-FA85-46ED-9F52-424F364119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844979"/>
                <a:ext cx="5761037" cy="537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71487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CC0000"/>
                  </a:buClr>
                </a:pPr>
                <a:r>
                  <a:rPr kumimoji="1" lang="en-US" altLang="zh-CN" sz="3200" b="1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§4.1</a:t>
                </a:r>
                <a:r>
                  <a:rPr kumimoji="1" lang="zh-CN" altLang="en-US" sz="3200" b="1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数学期望  </a:t>
                </a:r>
                <a14:m>
                  <m:oMath xmlns:m="http://schemas.openxmlformats.org/officeDocument/2006/math">
                    <m:r>
                      <a:rPr kumimoji="1" lang="en-US" altLang="zh-CN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kumimoji="1" lang="en-US" altLang="zh-CN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kumimoji="1" lang="en-US" altLang="zh-CN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zh-CN" altLang="en-US" sz="32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 Box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2A32693-FA85-46ED-9F52-424F36411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844979"/>
                <a:ext cx="5761037" cy="537712"/>
              </a:xfrm>
              <a:prstGeom prst="rect">
                <a:avLst/>
              </a:prstGeom>
              <a:blipFill>
                <a:blip r:embed="rId8"/>
                <a:stretch>
                  <a:fillRect t="-25000" b="-3636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76B501-8629-E31F-47BB-BBDAA232E98A}"/>
                  </a:ext>
                </a:extLst>
              </p:cNvPr>
              <p:cNvSpPr txBox="1"/>
              <p:nvPr/>
            </p:nvSpPr>
            <p:spPr>
              <a:xfrm>
                <a:off x="5686802" y="4484374"/>
                <a:ext cx="3378820" cy="20463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9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9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zh-CN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𝑧𝑧𝑧𝑧𝑧𝑧𝑧𝑧𝑧𝑧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zzzz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zzz</m:t>
                              </m:r>
                              <m:r>
                                <a:rPr lang="en-US" altLang="zh-CN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𝑧𝑧𝑧𝑧𝑧𝑧𝑧𝑧𝑧𝑧𝑧𝑧𝑧𝑧𝑧𝑧𝑧𝑧𝑧𝑧𝑧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zz</m:t>
                              </m:r>
                              <m:r>
                                <a:rPr lang="en-US" altLang="zh-CN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𝑧𝑧𝑧𝑧𝑧𝑧𝑧𝑧𝑧𝑧𝑧𝑧𝑧𝑧𝑧𝑧</m:t>
                              </m:r>
                            </m:e>
                            <m:e>
                              <m:r>
                                <a:rPr lang="en-US" altLang="zh-CN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𝑧𝑧𝑧𝑧𝑧𝑧𝑧𝑧𝑧𝑧</m:t>
                              </m:r>
                            </m:e>
                            <m:e/>
                            <m:e/>
                            <m:e/>
                            <m:e/>
                            <m:e/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76B501-8629-E31F-47BB-BBDAA232E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802" y="4484374"/>
                <a:ext cx="3378820" cy="2046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2">
                <a:extLst>
                  <a:ext uri="{FF2B5EF4-FFF2-40B4-BE49-F238E27FC236}">
                    <a16:creationId xmlns:a16="http://schemas.microsoft.com/office/drawing/2014/main" id="{91FD2449-4CBB-BA71-41EA-A1DF6CE4C6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623782"/>
                  </p:ext>
                </p:extLst>
              </p:nvPr>
            </p:nvGraphicFramePr>
            <p:xfrm>
              <a:off x="5812276" y="4677219"/>
              <a:ext cx="3083268" cy="15986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817">
                      <a:extLst>
                        <a:ext uri="{9D8B030D-6E8A-4147-A177-3AD203B41FA5}">
                          <a16:colId xmlns:a16="http://schemas.microsoft.com/office/drawing/2014/main" val="4145849208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2875601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1575036787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1462005599"/>
                        </a:ext>
                      </a:extLst>
                    </a:gridCol>
                  </a:tblGrid>
                  <a:tr h="37393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i="1" baseline="-250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zh-CN" altLang="en-US" sz="2000" baseline="-25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="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2000" b="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487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zh-CN" altLang="en-US" sz="2000" b="0" baseline="-25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2000" b="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3474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endParaRPr lang="en-US" altLang="zh-CN" sz="20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45332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2000" b="0" baseline="-25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b="0" i="1" baseline="-250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𝑛𝑛</m:t>
                                </m:r>
                              </m:oMath>
                            </m:oMathPara>
                          </a14:m>
                          <a:endParaRPr lang="zh-CN" altLang="en-US" sz="2000" b="0" baseline="-250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6205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2">
                <a:extLst>
                  <a:ext uri="{FF2B5EF4-FFF2-40B4-BE49-F238E27FC236}">
                    <a16:creationId xmlns:a16="http://schemas.microsoft.com/office/drawing/2014/main" id="{91FD2449-4CBB-BA71-41EA-A1DF6CE4C6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623782"/>
                  </p:ext>
                </p:extLst>
              </p:nvPr>
            </p:nvGraphicFramePr>
            <p:xfrm>
              <a:off x="5812276" y="4677219"/>
              <a:ext cx="3083268" cy="15986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817">
                      <a:extLst>
                        <a:ext uri="{9D8B030D-6E8A-4147-A177-3AD203B41FA5}">
                          <a16:colId xmlns:a16="http://schemas.microsoft.com/office/drawing/2014/main" val="4145849208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2875601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1575036787"/>
                        </a:ext>
                      </a:extLst>
                    </a:gridCol>
                    <a:gridCol w="770817">
                      <a:extLst>
                        <a:ext uri="{9D8B030D-6E8A-4147-A177-3AD203B41FA5}">
                          <a16:colId xmlns:a16="http://schemas.microsoft.com/office/drawing/2014/main" val="146200559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7692" r="-299213" b="-33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7692" r="-199213" b="-33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299213" t="-7692" b="-33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487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107692" r="-299213" b="-23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107692" r="-199213" b="-23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299213" t="-107692" b="-23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3474701"/>
                      </a:ext>
                    </a:extLst>
                  </a:tr>
                  <a:tr h="40995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endParaRPr lang="en-US" altLang="zh-CN" sz="20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algn="ctr">
                            <a:lnSpc>
                              <a:spcPct val="30000"/>
                            </a:lnSpc>
                          </a:pPr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45332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312308" r="-299213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312308" r="-199213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2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299213" t="-312308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6205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A67ED50-435D-E720-2BD7-B7E1EF99770F}"/>
                  </a:ext>
                </a:extLst>
              </p:cNvPr>
              <p:cNvSpPr txBox="1"/>
              <p:nvPr/>
            </p:nvSpPr>
            <p:spPr>
              <a:xfrm>
                <a:off x="4807131" y="2010726"/>
                <a:ext cx="393627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>
                    <a:solidFill>
                      <a:srgbClr val="FF0000"/>
                    </a:solidFill>
                  </a:rPr>
                  <a:t>切比雪夫不等式</a:t>
                </a:r>
                <a:r>
                  <a:rPr kumimoji="1" lang="zh-CN" altLang="en-US"/>
                  <a:t>，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/>
                  <a:t>分布未知，知道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/>
                  <a:t>和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/>
                  <a:t>的情况下，对事件</a:t>
                </a:r>
                <a:endParaRPr kumimoji="1" lang="en-US" altLang="zh-CN"/>
              </a:p>
              <a:p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{|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)|&lt;</m:t>
                    </m:r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1" lang="zh-CN" altLang="en-US"/>
                  <a:t> 概率的下限估计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A67ED50-435D-E720-2BD7-B7E1EF997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131" y="2010726"/>
                <a:ext cx="3936274" cy="923330"/>
              </a:xfrm>
              <a:prstGeom prst="rect">
                <a:avLst/>
              </a:prstGeom>
              <a:blipFill>
                <a:blip r:embed="rId11"/>
                <a:stretch>
                  <a:fillRect l="-1395" t="-5298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04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6124144-AE99-DAC2-7AD8-76D0719E8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3502" y="1354673"/>
                <a:ext cx="8596993" cy="519248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b="1"/>
                  <a:t>证  </a:t>
                </a:r>
                <a:r>
                  <a:rPr lang="zh-CN" altLang="en-US" sz="2200"/>
                  <a:t>  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/>
                  <a:t>，由第四章第二节例</a:t>
                </a:r>
                <a:r>
                  <a:rPr lang="en-US" altLang="zh-CN" sz="2200"/>
                  <a:t>6</a:t>
                </a:r>
                <a:r>
                  <a:rPr lang="zh-CN" altLang="en-US" sz="2200"/>
                  <a:t>，有</a:t>
                </a:r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2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zh-CN" sz="220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/>
                  <a:t>其中，</a:t>
                </a:r>
                <a:r>
                  <a:rPr lang="zh-CN" altLang="zh-CN" sz="22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/>
                  <a:t>相互独立，且都服从以</a:t>
                </a:r>
                <a:r>
                  <a:rPr lang="en-US" altLang="zh-CN" sz="2200"/>
                  <a:t>p</a:t>
                </a:r>
                <a:r>
                  <a:rPr lang="zh-CN" altLang="en-US" sz="2200"/>
                  <a:t>为参数的（</a:t>
                </a:r>
                <a:r>
                  <a:rPr lang="en-US" altLang="zh-CN" sz="2200"/>
                  <a:t>0-1</a:t>
                </a:r>
                <a:r>
                  <a:rPr lang="zh-CN" altLang="en-US" sz="2200"/>
                  <a:t>）分布，因而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200"/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6124144-AE99-DAC2-7AD8-76D0719E8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3502" y="1354673"/>
                <a:ext cx="8596993" cy="5192488"/>
              </a:xfrm>
              <a:blipFill>
                <a:blip r:embed="rId2"/>
                <a:stretch>
                  <a:fillRect l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2">
            <a:extLst>
              <a:ext uri="{FF2B5EF4-FFF2-40B4-BE49-F238E27FC236}">
                <a16:creationId xmlns:a16="http://schemas.microsoft.com/office/drawing/2014/main" id="{43EFC579-04D3-0D2D-51AB-E42DE4824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71" y="149364"/>
            <a:ext cx="71192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40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伯努利大数定律</a:t>
            </a:r>
          </a:p>
        </p:txBody>
      </p:sp>
    </p:spTree>
    <p:extLst>
      <p:ext uri="{BB962C8B-B14F-4D97-AF65-F5344CB8AC3E}">
        <p14:creationId xmlns:p14="http://schemas.microsoft.com/office/powerpoint/2010/main" val="248298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1079</Words>
  <Application>Microsoft Macintosh PowerPoint</Application>
  <PresentationFormat>全屏显示(4:3)</PresentationFormat>
  <Paragraphs>134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STXinwei</vt:lpstr>
      <vt:lpstr>Arial</vt:lpstr>
      <vt:lpstr>Cambria Math</vt:lpstr>
      <vt:lpstr>Corbel</vt:lpstr>
      <vt:lpstr>Times New Roman</vt:lpstr>
      <vt:lpstr>Office 主题</vt:lpstr>
      <vt:lpstr>PowerPoint 演示文稿</vt:lpstr>
      <vt:lpstr>矩</vt:lpstr>
      <vt:lpstr>矩</vt:lpstr>
      <vt:lpstr>协方差矩阵</vt:lpstr>
      <vt:lpstr>协方差矩阵</vt:lpstr>
      <vt:lpstr>n维正态随机变量(X_1,X_2,⋯,X_n)的概率密度</vt:lpstr>
      <vt:lpstr>PowerPoint 演示文稿</vt:lpstr>
      <vt:lpstr>n维正态随机变量(X_1,X_2,⋯,X_n)的概率密度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矩、协方差矩阵</dc:title>
  <dc:creator>qingyang li</dc:creator>
  <cp:lastModifiedBy>Fei Zheng</cp:lastModifiedBy>
  <cp:revision>1</cp:revision>
  <dcterms:created xsi:type="dcterms:W3CDTF">2022-05-12T14:10:16Z</dcterms:created>
  <dcterms:modified xsi:type="dcterms:W3CDTF">2023-04-17T14:20:04Z</dcterms:modified>
</cp:coreProperties>
</file>