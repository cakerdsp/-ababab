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9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notesSlides/notesSlide10.xml" ContentType="application/vnd.openxmlformats-officedocument.presentationml.notesSlide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tag310.xml" ContentType="application/vnd.openxmlformats-officedocument.presentationml.tags+xml"/>
  <Override PartName="/ppt/tags/tag180.xml" ContentType="application/vnd.openxmlformats-officedocument.presentationml.tags+xml"/>
  <Override PartName="/ppt/tags/tag190.xml" ContentType="application/vnd.openxmlformats-officedocument.presentationml.tags+xml"/>
  <Override PartName="/ppt/tags/tag200.xml" ContentType="application/vnd.openxmlformats-officedocument.presentationml.tags+xml"/>
  <Override PartName="/ppt/tags/tag210.xml" ContentType="application/vnd.openxmlformats-officedocument.presentationml.tags+xml"/>
  <Override PartName="/ppt/tags/tag220.xml" ContentType="application/vnd.openxmlformats-officedocument.presentationml.tags+xml"/>
  <Override PartName="/ppt/tags/tag350.xml" ContentType="application/vnd.openxmlformats-officedocument.presentationml.tags+xml"/>
  <Override PartName="/ppt/tags/tag360.xml" ContentType="application/vnd.openxmlformats-officedocument.presentationml.tags+xml"/>
  <Override PartName="/ppt/tags/tag370.xml" ContentType="application/vnd.openxmlformats-officedocument.presentationml.tags+xml"/>
  <Override PartName="/ppt/tags/tag380.xml" ContentType="application/vnd.openxmlformats-officedocument.presentationml.tags+xml"/>
  <Override PartName="/ppt/tags/tag390.xml" ContentType="application/vnd.openxmlformats-officedocument.presentationml.tags+xml"/>
  <Override PartName="/ppt/tags/tag520.xml" ContentType="application/vnd.openxmlformats-officedocument.presentationml.tags+xml"/>
  <Override PartName="/ppt/tags/tag530.xml" ContentType="application/vnd.openxmlformats-officedocument.presentationml.tags+xml"/>
  <Override PartName="/ppt/tags/tag540.xml" ContentType="application/vnd.openxmlformats-officedocument.presentationml.tags+xml"/>
  <Override PartName="/ppt/tags/tag550.xml" ContentType="application/vnd.openxmlformats-officedocument.presentationml.tags+xml"/>
  <Override PartName="/ppt/tags/tag560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  <p:sldMasterId id="2147483673" r:id="rId2"/>
  </p:sldMasterIdLst>
  <p:notesMasterIdLst>
    <p:notesMasterId r:id="rId34"/>
  </p:notesMasterIdLst>
  <p:sldIdLst>
    <p:sldId id="457" r:id="rId3"/>
    <p:sldId id="451" r:id="rId4"/>
    <p:sldId id="442" r:id="rId5"/>
    <p:sldId id="452" r:id="rId6"/>
    <p:sldId id="441" r:id="rId7"/>
    <p:sldId id="453" r:id="rId8"/>
    <p:sldId id="1795" r:id="rId9"/>
    <p:sldId id="447" r:id="rId10"/>
    <p:sldId id="443" r:id="rId11"/>
    <p:sldId id="448" r:id="rId12"/>
    <p:sldId id="455" r:id="rId13"/>
    <p:sldId id="1792" r:id="rId14"/>
    <p:sldId id="257" r:id="rId15"/>
    <p:sldId id="424" r:id="rId16"/>
    <p:sldId id="425" r:id="rId17"/>
    <p:sldId id="416" r:id="rId18"/>
    <p:sldId id="450" r:id="rId19"/>
    <p:sldId id="419" r:id="rId20"/>
    <p:sldId id="427" r:id="rId21"/>
    <p:sldId id="266" r:id="rId22"/>
    <p:sldId id="430" r:id="rId23"/>
    <p:sldId id="426" r:id="rId24"/>
    <p:sldId id="438" r:id="rId25"/>
    <p:sldId id="459" r:id="rId26"/>
    <p:sldId id="460" r:id="rId27"/>
    <p:sldId id="461" r:id="rId28"/>
    <p:sldId id="456" r:id="rId29"/>
    <p:sldId id="462" r:id="rId30"/>
    <p:sldId id="436" r:id="rId31"/>
    <p:sldId id="439" r:id="rId32"/>
    <p:sldId id="1794" r:id="rId33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57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892"/>
    <a:srgbClr val="4E3C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EF2CEC-184C-6B4E-B697-255A48E63613}" v="193" dt="2023-03-09T06:00:25.389"/>
    <p1510:client id="{CD6DD313-8977-494E-BA8C-7218F812E0B8}" v="2009" dt="2023-03-08T08:34:33.1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13"/>
    <p:restoredTop sz="95794"/>
  </p:normalViewPr>
  <p:slideViewPr>
    <p:cSldViewPr>
      <p:cViewPr varScale="1">
        <p:scale>
          <a:sx n="95" d="100"/>
          <a:sy n="95" d="100"/>
        </p:scale>
        <p:origin x="821" y="62"/>
      </p:cViewPr>
      <p:guideLst>
        <p:guide orient="horz" pos="3657"/>
        <p:guide pos="2880"/>
      </p:guideLst>
    </p:cSldViewPr>
  </p:slideViewPr>
  <p:outlineViewPr>
    <p:cViewPr>
      <p:scale>
        <a:sx n="100" d="100"/>
        <a:sy n="100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0" d="100"/>
        <a:sy n="110" d="100"/>
      </p:scale>
      <p:origin x="0" y="663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microsoft.com/office/2016/11/relationships/changesInfo" Target="changesInfos/changesInfo1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eng Fei" userId="d19317889db4c986" providerId="LiveId" clId="{EB749249-FC47-4CCF-A115-8AF3414D88AF}"/>
    <pc:docChg chg="undo custSel addSld delSld modSld sldOrd">
      <pc:chgData name="Zheng Fei" userId="d19317889db4c986" providerId="LiveId" clId="{EB749249-FC47-4CCF-A115-8AF3414D88AF}" dt="2022-03-27T13:04:18.572" v="91" actId="207"/>
      <pc:docMkLst>
        <pc:docMk/>
      </pc:docMkLst>
      <pc:sldChg chg="delSp modSp mod">
        <pc:chgData name="Zheng Fei" userId="d19317889db4c986" providerId="LiveId" clId="{EB749249-FC47-4CCF-A115-8AF3414D88AF}" dt="2022-03-27T12:55:57.249" v="34" actId="207"/>
        <pc:sldMkLst>
          <pc:docMk/>
          <pc:sldMk cId="0" sldId="257"/>
        </pc:sldMkLst>
        <pc:spChg chg="mod">
          <ac:chgData name="Zheng Fei" userId="d19317889db4c986" providerId="LiveId" clId="{EB749249-FC47-4CCF-A115-8AF3414D88AF}" dt="2022-03-27T12:55:57.249" v="34" actId="207"/>
          <ac:spMkLst>
            <pc:docMk/>
            <pc:sldMk cId="0" sldId="257"/>
            <ac:spMk id="9" creationId="{A2A32693-FA85-46ED-9F52-424F364119E5}"/>
          </ac:spMkLst>
        </pc:spChg>
        <pc:spChg chg="del mod">
          <ac:chgData name="Zheng Fei" userId="d19317889db4c986" providerId="LiveId" clId="{EB749249-FC47-4CCF-A115-8AF3414D88AF}" dt="2022-03-27T12:53:03.612" v="9" actId="478"/>
          <ac:spMkLst>
            <pc:docMk/>
            <pc:sldMk cId="0" sldId="257"/>
            <ac:spMk id="61442" creationId="{9979D594-9100-0446-A19F-7140E5533581}"/>
          </ac:spMkLst>
        </pc:spChg>
        <pc:spChg chg="mod">
          <ac:chgData name="Zheng Fei" userId="d19317889db4c986" providerId="LiveId" clId="{EB749249-FC47-4CCF-A115-8AF3414D88AF}" dt="2022-03-27T12:53:25.064" v="20" actId="12788"/>
          <ac:spMkLst>
            <pc:docMk/>
            <pc:sldMk cId="0" sldId="257"/>
            <ac:spMk id="61443" creationId="{C42CC485-E02A-824E-917A-36793DCF3AF3}"/>
          </ac:spMkLst>
        </pc:spChg>
        <pc:spChg chg="mod">
          <ac:chgData name="Zheng Fei" userId="d19317889db4c986" providerId="LiveId" clId="{EB749249-FC47-4CCF-A115-8AF3414D88AF}" dt="2022-03-27T12:55:57.249" v="34" actId="207"/>
          <ac:spMkLst>
            <pc:docMk/>
            <pc:sldMk cId="0" sldId="257"/>
            <ac:spMk id="61444" creationId="{601F1377-4EC1-A648-9D08-93B0CEF44388}"/>
          </ac:spMkLst>
        </pc:spChg>
      </pc:sldChg>
      <pc:sldChg chg="modSp add del">
        <pc:chgData name="Zheng Fei" userId="d19317889db4c986" providerId="LiveId" clId="{EB749249-FC47-4CCF-A115-8AF3414D88AF}" dt="2022-03-27T12:57:14.348" v="39" actId="20577"/>
        <pc:sldMkLst>
          <pc:docMk/>
          <pc:sldMk cId="0" sldId="261"/>
        </pc:sldMkLst>
        <pc:spChg chg="mod">
          <ac:chgData name="Zheng Fei" userId="d19317889db4c986" providerId="LiveId" clId="{EB749249-FC47-4CCF-A115-8AF3414D88AF}" dt="2022-03-27T12:57:14.348" v="39" actId="20577"/>
          <ac:spMkLst>
            <pc:docMk/>
            <pc:sldMk cId="0" sldId="261"/>
            <ac:spMk id="65542" creationId="{36CCCA20-8364-AD4A-A284-A901296A22B1}"/>
          </ac:spMkLst>
        </pc:spChg>
      </pc:sldChg>
      <pc:sldChg chg="add">
        <pc:chgData name="Zheng Fei" userId="d19317889db4c986" providerId="LiveId" clId="{EB749249-FC47-4CCF-A115-8AF3414D88AF}" dt="2022-03-27T13:02:00.925" v="84"/>
        <pc:sldMkLst>
          <pc:docMk/>
          <pc:sldMk cId="0" sldId="266"/>
        </pc:sldMkLst>
      </pc:sldChg>
      <pc:sldChg chg="del">
        <pc:chgData name="Zheng Fei" userId="d19317889db4c986" providerId="LiveId" clId="{EB749249-FC47-4CCF-A115-8AF3414D88AF}" dt="2022-03-27T12:51:43.151" v="0" actId="47"/>
        <pc:sldMkLst>
          <pc:docMk/>
          <pc:sldMk cId="0" sldId="286"/>
        </pc:sldMkLst>
      </pc:sldChg>
      <pc:sldChg chg="del">
        <pc:chgData name="Zheng Fei" userId="d19317889db4c986" providerId="LiveId" clId="{EB749249-FC47-4CCF-A115-8AF3414D88AF}" dt="2022-03-27T13:00:36.791" v="80" actId="47"/>
        <pc:sldMkLst>
          <pc:docMk/>
          <pc:sldMk cId="0" sldId="287"/>
        </pc:sldMkLst>
      </pc:sldChg>
      <pc:sldChg chg="modSp del">
        <pc:chgData name="Zheng Fei" userId="d19317889db4c986" providerId="LiveId" clId="{EB749249-FC47-4CCF-A115-8AF3414D88AF}" dt="2022-03-27T13:01:58.632" v="83" actId="47"/>
        <pc:sldMkLst>
          <pc:docMk/>
          <pc:sldMk cId="0" sldId="288"/>
        </pc:sldMkLst>
        <pc:spChg chg="mod">
          <ac:chgData name="Zheng Fei" userId="d19317889db4c986" providerId="LiveId" clId="{EB749249-FC47-4CCF-A115-8AF3414D88AF}" dt="2022-03-27T13:00:48.654" v="81" actId="114"/>
          <ac:spMkLst>
            <pc:docMk/>
            <pc:sldMk cId="0" sldId="288"/>
            <ac:spMk id="94211" creationId="{72D39E62-AF1B-9746-8AA2-E9FF74B733E0}"/>
          </ac:spMkLst>
        </pc:spChg>
        <pc:spChg chg="mod">
          <ac:chgData name="Zheng Fei" userId="d19317889db4c986" providerId="LiveId" clId="{EB749249-FC47-4CCF-A115-8AF3414D88AF}" dt="2022-03-27T13:00:51.550" v="82" actId="114"/>
          <ac:spMkLst>
            <pc:docMk/>
            <pc:sldMk cId="0" sldId="288"/>
            <ac:spMk id="94218" creationId="{8D459B22-995A-7149-8171-8FE9007E7808}"/>
          </ac:spMkLst>
        </pc:spChg>
      </pc:sldChg>
      <pc:sldChg chg="del">
        <pc:chgData name="Zheng Fei" userId="d19317889db4c986" providerId="LiveId" clId="{EB749249-FC47-4CCF-A115-8AF3414D88AF}" dt="2022-03-27T13:02:09.501" v="85" actId="47"/>
        <pc:sldMkLst>
          <pc:docMk/>
          <pc:sldMk cId="0" sldId="289"/>
        </pc:sldMkLst>
      </pc:sldChg>
      <pc:sldChg chg="del">
        <pc:chgData name="Zheng Fei" userId="d19317889db4c986" providerId="LiveId" clId="{EB749249-FC47-4CCF-A115-8AF3414D88AF}" dt="2022-03-27T13:03:12.123" v="86" actId="47"/>
        <pc:sldMkLst>
          <pc:docMk/>
          <pc:sldMk cId="0" sldId="291"/>
        </pc:sldMkLst>
      </pc:sldChg>
      <pc:sldChg chg="addSp delSp modSp add del mod">
        <pc:chgData name="Zheng Fei" userId="d19317889db4c986" providerId="LiveId" clId="{EB749249-FC47-4CCF-A115-8AF3414D88AF}" dt="2022-03-27T12:55:46.470" v="33" actId="108"/>
        <pc:sldMkLst>
          <pc:docMk/>
          <pc:sldMk cId="165694961" sldId="313"/>
        </pc:sldMkLst>
        <pc:spChg chg="add del mod">
          <ac:chgData name="Zheng Fei" userId="d19317889db4c986" providerId="LiveId" clId="{EB749249-FC47-4CCF-A115-8AF3414D88AF}" dt="2022-03-27T12:55:28.690" v="29"/>
          <ac:spMkLst>
            <pc:docMk/>
            <pc:sldMk cId="165694961" sldId="313"/>
            <ac:spMk id="4" creationId="{999BD445-D736-47EB-AF02-02D9970F2CB5}"/>
          </ac:spMkLst>
        </pc:spChg>
        <pc:spChg chg="mod">
          <ac:chgData name="Zheng Fei" userId="d19317889db4c986" providerId="LiveId" clId="{EB749249-FC47-4CCF-A115-8AF3414D88AF}" dt="2022-03-27T12:55:46.470" v="33" actId="108"/>
          <ac:spMkLst>
            <pc:docMk/>
            <pc:sldMk cId="165694961" sldId="313"/>
            <ac:spMk id="68610" creationId="{FCBC43F4-6D2C-884B-A3F6-65689C219389}"/>
          </ac:spMkLst>
        </pc:spChg>
        <pc:spChg chg="mod">
          <ac:chgData name="Zheng Fei" userId="d19317889db4c986" providerId="LiveId" clId="{EB749249-FC47-4CCF-A115-8AF3414D88AF}" dt="2022-03-27T12:55:29.368" v="31" actId="1076"/>
          <ac:spMkLst>
            <pc:docMk/>
            <pc:sldMk cId="165694961" sldId="313"/>
            <ac:spMk id="68613" creationId="{3A68CE6C-5B14-1D4D-A321-EFFCF6931790}"/>
          </ac:spMkLst>
        </pc:spChg>
      </pc:sldChg>
      <pc:sldChg chg="add del">
        <pc:chgData name="Zheng Fei" userId="d19317889db4c986" providerId="LiveId" clId="{EB749249-FC47-4CCF-A115-8AF3414D88AF}" dt="2022-03-27T12:52:47.208" v="6"/>
        <pc:sldMkLst>
          <pc:docMk/>
          <pc:sldMk cId="2152373412" sldId="321"/>
        </pc:sldMkLst>
      </pc:sldChg>
      <pc:sldChg chg="addSp delSp add del">
        <pc:chgData name="Zheng Fei" userId="d19317889db4c986" providerId="LiveId" clId="{EB749249-FC47-4CCF-A115-8AF3414D88AF}" dt="2022-03-27T12:55:29.035" v="30" actId="21"/>
        <pc:sldMkLst>
          <pc:docMk/>
          <pc:sldMk cId="2858668898" sldId="413"/>
        </pc:sldMkLst>
        <pc:spChg chg="add del">
          <ac:chgData name="Zheng Fei" userId="d19317889db4c986" providerId="LiveId" clId="{EB749249-FC47-4CCF-A115-8AF3414D88AF}" dt="2022-03-27T12:55:29.035" v="30" actId="21"/>
          <ac:spMkLst>
            <pc:docMk/>
            <pc:sldMk cId="2858668898" sldId="413"/>
            <ac:spMk id="4" creationId="{3CDF977A-36AF-EE41-8F06-30A93F898C5C}"/>
          </ac:spMkLst>
        </pc:spChg>
      </pc:sldChg>
      <pc:sldChg chg="addSp delSp modSp add del mod">
        <pc:chgData name="Zheng Fei" userId="d19317889db4c986" providerId="LiveId" clId="{EB749249-FC47-4CCF-A115-8AF3414D88AF}" dt="2022-03-27T12:59:17.972" v="78" actId="20577"/>
        <pc:sldMkLst>
          <pc:docMk/>
          <pc:sldMk cId="4193102002" sldId="416"/>
        </pc:sldMkLst>
        <pc:spChg chg="mod">
          <ac:chgData name="Zheng Fei" userId="d19317889db4c986" providerId="LiveId" clId="{EB749249-FC47-4CCF-A115-8AF3414D88AF}" dt="2022-03-27T12:58:42.441" v="61"/>
          <ac:spMkLst>
            <pc:docMk/>
            <pc:sldMk cId="4193102002" sldId="416"/>
            <ac:spMk id="3" creationId="{203E0064-EA34-3647-B40E-C8C1969373D1}"/>
          </ac:spMkLst>
        </pc:spChg>
        <pc:spChg chg="add mod">
          <ac:chgData name="Zheng Fei" userId="d19317889db4c986" providerId="LiveId" clId="{EB749249-FC47-4CCF-A115-8AF3414D88AF}" dt="2022-03-27T12:59:17.972" v="78" actId="20577"/>
          <ac:spMkLst>
            <pc:docMk/>
            <pc:sldMk cId="4193102002" sldId="416"/>
            <ac:spMk id="5" creationId="{A85F9281-0FE7-F747-B733-62195C76CE4F}"/>
          </ac:spMkLst>
        </pc:spChg>
        <pc:spChg chg="mod">
          <ac:chgData name="Zheng Fei" userId="d19317889db4c986" providerId="LiveId" clId="{EB749249-FC47-4CCF-A115-8AF3414D88AF}" dt="2022-03-27T12:58:42.441" v="61"/>
          <ac:spMkLst>
            <pc:docMk/>
            <pc:sldMk cId="4193102002" sldId="416"/>
            <ac:spMk id="6" creationId="{ED18148C-C32D-5F49-873A-967EBBFEF9E8}"/>
          </ac:spMkLst>
        </pc:spChg>
        <pc:grpChg chg="mod">
          <ac:chgData name="Zheng Fei" userId="d19317889db4c986" providerId="LiveId" clId="{EB749249-FC47-4CCF-A115-8AF3414D88AF}" dt="2022-03-27T12:58:42.441" v="61"/>
          <ac:grpSpMkLst>
            <pc:docMk/>
            <pc:sldMk cId="4193102002" sldId="416"/>
            <ac:grpSpMk id="17" creationId="{56BE477C-13FA-8A40-BB56-414980039F26}"/>
          </ac:grpSpMkLst>
        </pc:grpChg>
        <pc:graphicFrameChg chg="del mod replId">
          <ac:chgData name="Zheng Fei" userId="d19317889db4c986" providerId="LiveId" clId="{EB749249-FC47-4CCF-A115-8AF3414D88AF}" dt="2022-03-27T12:58:42.441" v="61"/>
          <ac:graphicFrameMkLst>
            <pc:docMk/>
            <pc:sldMk cId="4193102002" sldId="416"/>
            <ac:graphicFrameMk id="2" creationId="{A85F9281-0FE7-F747-B733-62195C76CE4F}"/>
          </ac:graphicFrameMkLst>
        </pc:graphicFrameChg>
        <pc:graphicFrameChg chg="mod">
          <ac:chgData name="Zheng Fei" userId="d19317889db4c986" providerId="LiveId" clId="{EB749249-FC47-4CCF-A115-8AF3414D88AF}" dt="2022-03-27T12:58:42.441" v="61"/>
          <ac:graphicFrameMkLst>
            <pc:docMk/>
            <pc:sldMk cId="4193102002" sldId="416"/>
            <ac:graphicFrameMk id="4" creationId="{424FFFC0-9AFE-1642-A6F2-8AD81AACB697}"/>
          </ac:graphicFrameMkLst>
        </pc:graphicFrameChg>
        <pc:graphicFrameChg chg="mod">
          <ac:chgData name="Zheng Fei" userId="d19317889db4c986" providerId="LiveId" clId="{EB749249-FC47-4CCF-A115-8AF3414D88AF}" dt="2022-03-27T12:58:42.441" v="61"/>
          <ac:graphicFrameMkLst>
            <pc:docMk/>
            <pc:sldMk cId="4193102002" sldId="416"/>
            <ac:graphicFrameMk id="7" creationId="{F3A3D771-5823-1E44-8268-2229F0AE6417}"/>
          </ac:graphicFrameMkLst>
        </pc:graphicFrameChg>
        <pc:graphicFrameChg chg="mod">
          <ac:chgData name="Zheng Fei" userId="d19317889db4c986" providerId="LiveId" clId="{EB749249-FC47-4CCF-A115-8AF3414D88AF}" dt="2022-03-27T12:58:42.441" v="61"/>
          <ac:graphicFrameMkLst>
            <pc:docMk/>
            <pc:sldMk cId="4193102002" sldId="416"/>
            <ac:graphicFrameMk id="8" creationId="{C77833B0-30C1-0B4F-8880-3908CEB143A9}"/>
          </ac:graphicFrameMkLst>
        </pc:graphicFrameChg>
      </pc:sldChg>
      <pc:sldChg chg="add del">
        <pc:chgData name="Zheng Fei" userId="d19317889db4c986" providerId="LiveId" clId="{EB749249-FC47-4CCF-A115-8AF3414D88AF}" dt="2022-03-27T12:51:50.732" v="3"/>
        <pc:sldMkLst>
          <pc:docMk/>
          <pc:sldMk cId="1115196676" sldId="417"/>
        </pc:sldMkLst>
      </pc:sldChg>
      <pc:sldChg chg="add setBg">
        <pc:chgData name="Zheng Fei" userId="d19317889db4c986" providerId="LiveId" clId="{EB749249-FC47-4CCF-A115-8AF3414D88AF}" dt="2022-03-27T13:02:00.925" v="84"/>
        <pc:sldMkLst>
          <pc:docMk/>
          <pc:sldMk cId="0" sldId="419"/>
        </pc:sldMkLst>
      </pc:sldChg>
      <pc:sldChg chg="add del">
        <pc:chgData name="Zheng Fei" userId="d19317889db4c986" providerId="LiveId" clId="{EB749249-FC47-4CCF-A115-8AF3414D88AF}" dt="2022-03-27T12:51:50.732" v="3"/>
        <pc:sldMkLst>
          <pc:docMk/>
          <pc:sldMk cId="2103004164" sldId="424"/>
        </pc:sldMkLst>
      </pc:sldChg>
      <pc:sldChg chg="add del">
        <pc:chgData name="Zheng Fei" userId="d19317889db4c986" providerId="LiveId" clId="{EB749249-FC47-4CCF-A115-8AF3414D88AF}" dt="2022-03-27T12:51:50.732" v="3"/>
        <pc:sldMkLst>
          <pc:docMk/>
          <pc:sldMk cId="1492733005" sldId="425"/>
        </pc:sldMkLst>
      </pc:sldChg>
      <pc:sldChg chg="add">
        <pc:chgData name="Zheng Fei" userId="d19317889db4c986" providerId="LiveId" clId="{EB749249-FC47-4CCF-A115-8AF3414D88AF}" dt="2022-03-27T13:02:00.925" v="84"/>
        <pc:sldMkLst>
          <pc:docMk/>
          <pc:sldMk cId="1985270099" sldId="426"/>
        </pc:sldMkLst>
      </pc:sldChg>
      <pc:sldChg chg="add">
        <pc:chgData name="Zheng Fei" userId="d19317889db4c986" providerId="LiveId" clId="{EB749249-FC47-4CCF-A115-8AF3414D88AF}" dt="2022-03-27T13:02:00.925" v="84"/>
        <pc:sldMkLst>
          <pc:docMk/>
          <pc:sldMk cId="343483892" sldId="427"/>
        </pc:sldMkLst>
      </pc:sldChg>
      <pc:sldChg chg="add del">
        <pc:chgData name="Zheng Fei" userId="d19317889db4c986" providerId="LiveId" clId="{EB749249-FC47-4CCF-A115-8AF3414D88AF}" dt="2022-03-27T12:51:50.732" v="3"/>
        <pc:sldMkLst>
          <pc:docMk/>
          <pc:sldMk cId="71683781" sldId="429"/>
        </pc:sldMkLst>
      </pc:sldChg>
      <pc:sldChg chg="add">
        <pc:chgData name="Zheng Fei" userId="d19317889db4c986" providerId="LiveId" clId="{EB749249-FC47-4CCF-A115-8AF3414D88AF}" dt="2022-03-27T13:02:00.925" v="84"/>
        <pc:sldMkLst>
          <pc:docMk/>
          <pc:sldMk cId="1691338530" sldId="430"/>
        </pc:sldMkLst>
      </pc:sldChg>
      <pc:sldChg chg="add del">
        <pc:chgData name="Zheng Fei" userId="d19317889db4c986" providerId="LiveId" clId="{EB749249-FC47-4CCF-A115-8AF3414D88AF}" dt="2022-03-27T12:55:03.849" v="24"/>
        <pc:sldMkLst>
          <pc:docMk/>
          <pc:sldMk cId="3748940959" sldId="431"/>
        </pc:sldMkLst>
      </pc:sldChg>
      <pc:sldChg chg="add del">
        <pc:chgData name="Zheng Fei" userId="d19317889db4c986" providerId="LiveId" clId="{EB749249-FC47-4CCF-A115-8AF3414D88AF}" dt="2022-03-27T12:57:06.128" v="37"/>
        <pc:sldMkLst>
          <pc:docMk/>
          <pc:sldMk cId="2421043722" sldId="433"/>
        </pc:sldMkLst>
      </pc:sldChg>
      <pc:sldChg chg="modSp add ord">
        <pc:chgData name="Zheng Fei" userId="d19317889db4c986" providerId="LiveId" clId="{EB749249-FC47-4CCF-A115-8AF3414D88AF}" dt="2022-03-27T13:04:18.572" v="91" actId="207"/>
        <pc:sldMkLst>
          <pc:docMk/>
          <pc:sldMk cId="1847116278" sldId="434"/>
        </pc:sldMkLst>
        <pc:spChg chg="mod">
          <ac:chgData name="Zheng Fei" userId="d19317889db4c986" providerId="LiveId" clId="{EB749249-FC47-4CCF-A115-8AF3414D88AF}" dt="2022-03-27T13:04:14.542" v="90" actId="207"/>
          <ac:spMkLst>
            <pc:docMk/>
            <pc:sldMk cId="1847116278" sldId="434"/>
            <ac:spMk id="9" creationId="{A2A32693-FA85-46ED-9F52-424F364119E5}"/>
          </ac:spMkLst>
        </pc:spChg>
        <pc:spChg chg="mod">
          <ac:chgData name="Zheng Fei" userId="d19317889db4c986" providerId="LiveId" clId="{EB749249-FC47-4CCF-A115-8AF3414D88AF}" dt="2022-03-27T13:04:14.542" v="90" actId="207"/>
          <ac:spMkLst>
            <pc:docMk/>
            <pc:sldMk cId="1847116278" sldId="434"/>
            <ac:spMk id="61444" creationId="{601F1377-4EC1-A648-9D08-93B0CEF44388}"/>
          </ac:spMkLst>
        </pc:spChg>
        <pc:spChg chg="mod">
          <ac:chgData name="Zheng Fei" userId="d19317889db4c986" providerId="LiveId" clId="{EB749249-FC47-4CCF-A115-8AF3414D88AF}" dt="2022-03-27T13:04:18.572" v="91" actId="207"/>
          <ac:spMkLst>
            <pc:docMk/>
            <pc:sldMk cId="1847116278" sldId="434"/>
            <ac:spMk id="61446" creationId="{3CA5D0EF-1412-D449-86E5-3BEFAEB9289A}"/>
          </ac:spMkLst>
        </pc:spChg>
      </pc:sldChg>
      <pc:sldChg chg="add del">
        <pc:chgData name="Zheng Fei" userId="d19317889db4c986" providerId="LiveId" clId="{EB749249-FC47-4CCF-A115-8AF3414D88AF}" dt="2022-03-27T12:59:31.160" v="79" actId="47"/>
        <pc:sldMkLst>
          <pc:docMk/>
          <pc:sldMk cId="3619639217" sldId="434"/>
        </pc:sldMkLst>
      </pc:sldChg>
    </pc:docChg>
  </pc:docChgLst>
  <pc:docChgLst>
    <pc:chgData name="Zheng Fei" userId="d19317889db4c986" providerId="LiveId" clId="{986D097D-A9B9-4B7E-92DC-A46BE2B51913}"/>
    <pc:docChg chg="delSld">
      <pc:chgData name="Zheng Fei" userId="d19317889db4c986" providerId="LiveId" clId="{986D097D-A9B9-4B7E-92DC-A46BE2B51913}" dt="2022-03-21T09:55:15.868" v="0" actId="47"/>
      <pc:docMkLst>
        <pc:docMk/>
      </pc:docMkLst>
      <pc:sldChg chg="del">
        <pc:chgData name="Zheng Fei" userId="d19317889db4c986" providerId="LiveId" clId="{986D097D-A9B9-4B7E-92DC-A46BE2B51913}" dt="2022-03-21T09:55:15.868" v="0" actId="47"/>
        <pc:sldMkLst>
          <pc:docMk/>
          <pc:sldMk cId="0" sldId="259"/>
        </pc:sldMkLst>
      </pc:sldChg>
      <pc:sldChg chg="del">
        <pc:chgData name="Zheng Fei" userId="d19317889db4c986" providerId="LiveId" clId="{986D097D-A9B9-4B7E-92DC-A46BE2B51913}" dt="2022-03-21T09:55:15.868" v="0" actId="47"/>
        <pc:sldMkLst>
          <pc:docMk/>
          <pc:sldMk cId="0" sldId="260"/>
        </pc:sldMkLst>
      </pc:sldChg>
      <pc:sldChg chg="del">
        <pc:chgData name="Zheng Fei" userId="d19317889db4c986" providerId="LiveId" clId="{986D097D-A9B9-4B7E-92DC-A46BE2B51913}" dt="2022-03-21T09:55:15.868" v="0" actId="47"/>
        <pc:sldMkLst>
          <pc:docMk/>
          <pc:sldMk cId="0" sldId="261"/>
        </pc:sldMkLst>
      </pc:sldChg>
      <pc:sldChg chg="del">
        <pc:chgData name="Zheng Fei" userId="d19317889db4c986" providerId="LiveId" clId="{986D097D-A9B9-4B7E-92DC-A46BE2B51913}" dt="2022-03-21T09:55:15.868" v="0" actId="47"/>
        <pc:sldMkLst>
          <pc:docMk/>
          <pc:sldMk cId="0" sldId="262"/>
        </pc:sldMkLst>
      </pc:sldChg>
      <pc:sldChg chg="del">
        <pc:chgData name="Zheng Fei" userId="d19317889db4c986" providerId="LiveId" clId="{986D097D-A9B9-4B7E-92DC-A46BE2B51913}" dt="2022-03-21T09:55:15.868" v="0" actId="47"/>
        <pc:sldMkLst>
          <pc:docMk/>
          <pc:sldMk cId="2236831178" sldId="264"/>
        </pc:sldMkLst>
      </pc:sldChg>
      <pc:sldChg chg="del">
        <pc:chgData name="Zheng Fei" userId="d19317889db4c986" providerId="LiveId" clId="{986D097D-A9B9-4B7E-92DC-A46BE2B51913}" dt="2022-03-21T09:55:15.868" v="0" actId="47"/>
        <pc:sldMkLst>
          <pc:docMk/>
          <pc:sldMk cId="0" sldId="265"/>
        </pc:sldMkLst>
      </pc:sldChg>
      <pc:sldChg chg="del">
        <pc:chgData name="Zheng Fei" userId="d19317889db4c986" providerId="LiveId" clId="{986D097D-A9B9-4B7E-92DC-A46BE2B51913}" dt="2022-03-21T09:55:15.868" v="0" actId="47"/>
        <pc:sldMkLst>
          <pc:docMk/>
          <pc:sldMk cId="0" sldId="267"/>
        </pc:sldMkLst>
      </pc:sldChg>
      <pc:sldChg chg="del">
        <pc:chgData name="Zheng Fei" userId="d19317889db4c986" providerId="LiveId" clId="{986D097D-A9B9-4B7E-92DC-A46BE2B51913}" dt="2022-03-21T09:55:15.868" v="0" actId="47"/>
        <pc:sldMkLst>
          <pc:docMk/>
          <pc:sldMk cId="0" sldId="268"/>
        </pc:sldMkLst>
      </pc:sldChg>
      <pc:sldChg chg="del">
        <pc:chgData name="Zheng Fei" userId="d19317889db4c986" providerId="LiveId" clId="{986D097D-A9B9-4B7E-92DC-A46BE2B51913}" dt="2022-03-21T09:55:15.868" v="0" actId="47"/>
        <pc:sldMkLst>
          <pc:docMk/>
          <pc:sldMk cId="0" sldId="269"/>
        </pc:sldMkLst>
      </pc:sldChg>
      <pc:sldChg chg="del">
        <pc:chgData name="Zheng Fei" userId="d19317889db4c986" providerId="LiveId" clId="{986D097D-A9B9-4B7E-92DC-A46BE2B51913}" dt="2022-03-21T09:55:15.868" v="0" actId="47"/>
        <pc:sldMkLst>
          <pc:docMk/>
          <pc:sldMk cId="0" sldId="270"/>
        </pc:sldMkLst>
      </pc:sldChg>
      <pc:sldChg chg="del">
        <pc:chgData name="Zheng Fei" userId="d19317889db4c986" providerId="LiveId" clId="{986D097D-A9B9-4B7E-92DC-A46BE2B51913}" dt="2022-03-21T09:55:15.868" v="0" actId="47"/>
        <pc:sldMkLst>
          <pc:docMk/>
          <pc:sldMk cId="0" sldId="271"/>
        </pc:sldMkLst>
      </pc:sldChg>
      <pc:sldChg chg="del">
        <pc:chgData name="Zheng Fei" userId="d19317889db4c986" providerId="LiveId" clId="{986D097D-A9B9-4B7E-92DC-A46BE2B51913}" dt="2022-03-21T09:55:15.868" v="0" actId="47"/>
        <pc:sldMkLst>
          <pc:docMk/>
          <pc:sldMk cId="0" sldId="272"/>
        </pc:sldMkLst>
      </pc:sldChg>
      <pc:sldChg chg="del">
        <pc:chgData name="Zheng Fei" userId="d19317889db4c986" providerId="LiveId" clId="{986D097D-A9B9-4B7E-92DC-A46BE2B51913}" dt="2022-03-21T09:55:15.868" v="0" actId="47"/>
        <pc:sldMkLst>
          <pc:docMk/>
          <pc:sldMk cId="0" sldId="273"/>
        </pc:sldMkLst>
      </pc:sldChg>
      <pc:sldChg chg="del">
        <pc:chgData name="Zheng Fei" userId="d19317889db4c986" providerId="LiveId" clId="{986D097D-A9B9-4B7E-92DC-A46BE2B51913}" dt="2022-03-21T09:55:15.868" v="0" actId="47"/>
        <pc:sldMkLst>
          <pc:docMk/>
          <pc:sldMk cId="0" sldId="274"/>
        </pc:sldMkLst>
      </pc:sldChg>
      <pc:sldChg chg="del">
        <pc:chgData name="Zheng Fei" userId="d19317889db4c986" providerId="LiveId" clId="{986D097D-A9B9-4B7E-92DC-A46BE2B51913}" dt="2022-03-21T09:55:15.868" v="0" actId="47"/>
        <pc:sldMkLst>
          <pc:docMk/>
          <pc:sldMk cId="0" sldId="275"/>
        </pc:sldMkLst>
      </pc:sldChg>
      <pc:sldChg chg="del">
        <pc:chgData name="Zheng Fei" userId="d19317889db4c986" providerId="LiveId" clId="{986D097D-A9B9-4B7E-92DC-A46BE2B51913}" dt="2022-03-21T09:55:15.868" v="0" actId="47"/>
        <pc:sldMkLst>
          <pc:docMk/>
          <pc:sldMk cId="0" sldId="276"/>
        </pc:sldMkLst>
      </pc:sldChg>
      <pc:sldChg chg="del">
        <pc:chgData name="Zheng Fei" userId="d19317889db4c986" providerId="LiveId" clId="{986D097D-A9B9-4B7E-92DC-A46BE2B51913}" dt="2022-03-21T09:55:15.868" v="0" actId="47"/>
        <pc:sldMkLst>
          <pc:docMk/>
          <pc:sldMk cId="0" sldId="279"/>
        </pc:sldMkLst>
      </pc:sldChg>
      <pc:sldChg chg="del">
        <pc:chgData name="Zheng Fei" userId="d19317889db4c986" providerId="LiveId" clId="{986D097D-A9B9-4B7E-92DC-A46BE2B51913}" dt="2022-03-21T09:55:15.868" v="0" actId="47"/>
        <pc:sldMkLst>
          <pc:docMk/>
          <pc:sldMk cId="0" sldId="280"/>
        </pc:sldMkLst>
      </pc:sldChg>
      <pc:sldChg chg="del">
        <pc:chgData name="Zheng Fei" userId="d19317889db4c986" providerId="LiveId" clId="{986D097D-A9B9-4B7E-92DC-A46BE2B51913}" dt="2022-03-21T09:55:15.868" v="0" actId="47"/>
        <pc:sldMkLst>
          <pc:docMk/>
          <pc:sldMk cId="0" sldId="281"/>
        </pc:sldMkLst>
      </pc:sldChg>
      <pc:sldChg chg="del">
        <pc:chgData name="Zheng Fei" userId="d19317889db4c986" providerId="LiveId" clId="{986D097D-A9B9-4B7E-92DC-A46BE2B51913}" dt="2022-03-21T09:55:15.868" v="0" actId="47"/>
        <pc:sldMkLst>
          <pc:docMk/>
          <pc:sldMk cId="0" sldId="283"/>
        </pc:sldMkLst>
      </pc:sldChg>
      <pc:sldChg chg="del">
        <pc:chgData name="Zheng Fei" userId="d19317889db4c986" providerId="LiveId" clId="{986D097D-A9B9-4B7E-92DC-A46BE2B51913}" dt="2022-03-21T09:55:15.868" v="0" actId="47"/>
        <pc:sldMkLst>
          <pc:docMk/>
          <pc:sldMk cId="0" sldId="285"/>
        </pc:sldMkLst>
      </pc:sldChg>
      <pc:sldChg chg="del">
        <pc:chgData name="Zheng Fei" userId="d19317889db4c986" providerId="LiveId" clId="{986D097D-A9B9-4B7E-92DC-A46BE2B51913}" dt="2022-03-21T09:55:15.868" v="0" actId="47"/>
        <pc:sldMkLst>
          <pc:docMk/>
          <pc:sldMk cId="1259915869" sldId="312"/>
        </pc:sldMkLst>
      </pc:sldChg>
      <pc:sldChg chg="del">
        <pc:chgData name="Zheng Fei" userId="d19317889db4c986" providerId="LiveId" clId="{986D097D-A9B9-4B7E-92DC-A46BE2B51913}" dt="2022-03-21T09:55:15.868" v="0" actId="47"/>
        <pc:sldMkLst>
          <pc:docMk/>
          <pc:sldMk cId="165694961" sldId="313"/>
        </pc:sldMkLst>
      </pc:sldChg>
      <pc:sldChg chg="del">
        <pc:chgData name="Zheng Fei" userId="d19317889db4c986" providerId="LiveId" clId="{986D097D-A9B9-4B7E-92DC-A46BE2B51913}" dt="2022-03-21T09:55:15.868" v="0" actId="47"/>
        <pc:sldMkLst>
          <pc:docMk/>
          <pc:sldMk cId="1473580486" sldId="317"/>
        </pc:sldMkLst>
      </pc:sldChg>
      <pc:sldChg chg="del">
        <pc:chgData name="Zheng Fei" userId="d19317889db4c986" providerId="LiveId" clId="{986D097D-A9B9-4B7E-92DC-A46BE2B51913}" dt="2022-03-21T09:55:15.868" v="0" actId="47"/>
        <pc:sldMkLst>
          <pc:docMk/>
          <pc:sldMk cId="1782971290" sldId="318"/>
        </pc:sldMkLst>
      </pc:sldChg>
      <pc:sldChg chg="del">
        <pc:chgData name="Zheng Fei" userId="d19317889db4c986" providerId="LiveId" clId="{986D097D-A9B9-4B7E-92DC-A46BE2B51913}" dt="2022-03-21T09:55:15.868" v="0" actId="47"/>
        <pc:sldMkLst>
          <pc:docMk/>
          <pc:sldMk cId="1240468597" sldId="319"/>
        </pc:sldMkLst>
      </pc:sldChg>
    </pc:docChg>
  </pc:docChgLst>
  <pc:docChgLst>
    <pc:chgData name="Zheng Fei" userId="d19317889db4c986" providerId="LiveId" clId="{CD6DD313-8977-494E-BA8C-7218F812E0B8}"/>
    <pc:docChg chg="undo custSel addSld delSld modSld sldOrd">
      <pc:chgData name="Zheng Fei" userId="d19317889db4c986" providerId="LiveId" clId="{CD6DD313-8977-494E-BA8C-7218F812E0B8}" dt="2023-03-08T08:34:13.629" v="4211" actId="20577"/>
      <pc:docMkLst>
        <pc:docMk/>
      </pc:docMkLst>
      <pc:sldChg chg="addSp delSp modSp">
        <pc:chgData name="Zheng Fei" userId="d19317889db4c986" providerId="LiveId" clId="{CD6DD313-8977-494E-BA8C-7218F812E0B8}" dt="2023-03-08T06:38:39.840" v="3422"/>
        <pc:sldMkLst>
          <pc:docMk/>
          <pc:sldMk cId="0" sldId="266"/>
        </pc:sldMkLst>
        <pc:spChg chg="del">
          <ac:chgData name="Zheng Fei" userId="d19317889db4c986" providerId="LiveId" clId="{CD6DD313-8977-494E-BA8C-7218F812E0B8}" dt="2023-03-08T06:38:39.440" v="3421" actId="478"/>
          <ac:spMkLst>
            <pc:docMk/>
            <pc:sldMk cId="0" sldId="266"/>
            <ac:spMk id="2" creationId="{1E9AF0D9-30EA-77E4-48A5-B56258DFFE96}"/>
          </ac:spMkLst>
        </pc:spChg>
        <pc:spChg chg="add mod">
          <ac:chgData name="Zheng Fei" userId="d19317889db4c986" providerId="LiveId" clId="{CD6DD313-8977-494E-BA8C-7218F812E0B8}" dt="2023-03-08T06:38:39.840" v="3422"/>
          <ac:spMkLst>
            <pc:docMk/>
            <pc:sldMk cId="0" sldId="266"/>
            <ac:spMk id="4" creationId="{FFCECFA3-5B89-E265-234D-D676B85DF258}"/>
          </ac:spMkLst>
        </pc:spChg>
      </pc:sldChg>
      <pc:sldChg chg="addSp modSp mod modAnim">
        <pc:chgData name="Zheng Fei" userId="d19317889db4c986" providerId="LiveId" clId="{CD6DD313-8977-494E-BA8C-7218F812E0B8}" dt="2023-03-08T08:29:09.340" v="4152"/>
        <pc:sldMkLst>
          <pc:docMk/>
          <pc:sldMk cId="4193102002" sldId="416"/>
        </pc:sldMkLst>
        <pc:spChg chg="mod">
          <ac:chgData name="Zheng Fei" userId="d19317889db4c986" providerId="LiveId" clId="{CD6DD313-8977-494E-BA8C-7218F812E0B8}" dt="2023-03-08T06:38:15.635" v="3387" actId="20577"/>
          <ac:spMkLst>
            <pc:docMk/>
            <pc:sldMk cId="4193102002" sldId="416"/>
            <ac:spMk id="2" creationId="{A7417718-491C-078E-A9FD-97DB202D1A25}"/>
          </ac:spMkLst>
        </pc:spChg>
        <pc:spChg chg="add mod">
          <ac:chgData name="Zheng Fei" userId="d19317889db4c986" providerId="LiveId" clId="{CD6DD313-8977-494E-BA8C-7218F812E0B8}" dt="2023-03-08T08:29:06.241" v="4151" actId="164"/>
          <ac:spMkLst>
            <pc:docMk/>
            <pc:sldMk cId="4193102002" sldId="416"/>
            <ac:spMk id="4" creationId="{8479187E-2479-86A0-1058-30350C5947A3}"/>
          </ac:spMkLst>
        </pc:spChg>
        <pc:grpChg chg="add mod">
          <ac:chgData name="Zheng Fei" userId="d19317889db4c986" providerId="LiveId" clId="{CD6DD313-8977-494E-BA8C-7218F812E0B8}" dt="2023-03-08T08:29:06.241" v="4151" actId="164"/>
          <ac:grpSpMkLst>
            <pc:docMk/>
            <pc:sldMk cId="4193102002" sldId="416"/>
            <ac:grpSpMk id="7" creationId="{DEFCE4E8-8DFA-A5A9-9A5D-D965110C6410}"/>
          </ac:grpSpMkLst>
        </pc:grpChg>
        <pc:picChg chg="mod">
          <ac:chgData name="Zheng Fei" userId="d19317889db4c986" providerId="LiveId" clId="{CD6DD313-8977-494E-BA8C-7218F812E0B8}" dt="2023-03-08T08:29:06.241" v="4151" actId="164"/>
          <ac:picMkLst>
            <pc:docMk/>
            <pc:sldMk cId="4193102002" sldId="416"/>
            <ac:picMk id="10" creationId="{270A5DD4-7CAF-9005-DE1C-3D706EB41B68}"/>
          </ac:picMkLst>
        </pc:picChg>
      </pc:sldChg>
      <pc:sldChg chg="modSp mod">
        <pc:chgData name="Zheng Fei" userId="d19317889db4c986" providerId="LiveId" clId="{CD6DD313-8977-494E-BA8C-7218F812E0B8}" dt="2023-03-08T06:38:30.059" v="3418" actId="12788"/>
        <pc:sldMkLst>
          <pc:docMk/>
          <pc:sldMk cId="0" sldId="419"/>
        </pc:sldMkLst>
        <pc:spChg chg="mod">
          <ac:chgData name="Zheng Fei" userId="d19317889db4c986" providerId="LiveId" clId="{CD6DD313-8977-494E-BA8C-7218F812E0B8}" dt="2023-03-08T06:38:30.059" v="3418" actId="12788"/>
          <ac:spMkLst>
            <pc:docMk/>
            <pc:sldMk cId="0" sldId="419"/>
            <ac:spMk id="3" creationId="{43DF85A1-B814-E079-EA7F-874AE062E035}"/>
          </ac:spMkLst>
        </pc:spChg>
      </pc:sldChg>
      <pc:sldChg chg="modSp mod">
        <pc:chgData name="Zheng Fei" userId="d19317889db4c986" providerId="LiveId" clId="{CD6DD313-8977-494E-BA8C-7218F812E0B8}" dt="2023-03-08T06:38:01.321" v="3375" actId="20577"/>
        <pc:sldMkLst>
          <pc:docMk/>
          <pc:sldMk cId="2103004164" sldId="424"/>
        </pc:sldMkLst>
        <pc:spChg chg="mod">
          <ac:chgData name="Zheng Fei" userId="d19317889db4c986" providerId="LiveId" clId="{CD6DD313-8977-494E-BA8C-7218F812E0B8}" dt="2023-03-08T05:17:18.984" v="2263" actId="20577"/>
          <ac:spMkLst>
            <pc:docMk/>
            <pc:sldMk cId="2103004164" sldId="424"/>
            <ac:spMk id="2" creationId="{7DE5D677-89CA-6242-A418-34510FCEFA9A}"/>
          </ac:spMkLst>
        </pc:spChg>
        <pc:spChg chg="mod">
          <ac:chgData name="Zheng Fei" userId="d19317889db4c986" providerId="LiveId" clId="{CD6DD313-8977-494E-BA8C-7218F812E0B8}" dt="2023-03-08T06:38:01.321" v="3375" actId="20577"/>
          <ac:spMkLst>
            <pc:docMk/>
            <pc:sldMk cId="2103004164" sldId="424"/>
            <ac:spMk id="3" creationId="{AA5CD393-5EE7-1A44-98FB-2CF32861A4E9}"/>
          </ac:spMkLst>
        </pc:spChg>
      </pc:sldChg>
      <pc:sldChg chg="modSp mod">
        <pc:chgData name="Zheng Fei" userId="d19317889db4c986" providerId="LiveId" clId="{CD6DD313-8977-494E-BA8C-7218F812E0B8}" dt="2023-03-08T06:38:06.541" v="3376"/>
        <pc:sldMkLst>
          <pc:docMk/>
          <pc:sldMk cId="1492733005" sldId="425"/>
        </pc:sldMkLst>
        <pc:spChg chg="mod">
          <ac:chgData name="Zheng Fei" userId="d19317889db4c986" providerId="LiveId" clId="{CD6DD313-8977-494E-BA8C-7218F812E0B8}" dt="2023-03-08T06:38:06.541" v="3376"/>
          <ac:spMkLst>
            <pc:docMk/>
            <pc:sldMk cId="1492733005" sldId="425"/>
            <ac:spMk id="4" creationId="{F98B5588-3780-821F-40CE-57FD56D659B4}"/>
          </ac:spMkLst>
        </pc:spChg>
      </pc:sldChg>
      <pc:sldChg chg="addSp delSp modSp mod modAnim">
        <pc:chgData name="Zheng Fei" userId="d19317889db4c986" providerId="LiveId" clId="{CD6DD313-8977-494E-BA8C-7218F812E0B8}" dt="2023-03-08T08:32:18.053" v="4210" actId="1076"/>
        <pc:sldMkLst>
          <pc:docMk/>
          <pc:sldMk cId="1985270099" sldId="426"/>
        </pc:sldMkLst>
        <pc:spChg chg="add mod">
          <ac:chgData name="Zheng Fei" userId="d19317889db4c986" providerId="LiveId" clId="{CD6DD313-8977-494E-BA8C-7218F812E0B8}" dt="2023-03-08T08:32:18.053" v="4210" actId="1076"/>
          <ac:spMkLst>
            <pc:docMk/>
            <pc:sldMk cId="1985270099" sldId="426"/>
            <ac:spMk id="5" creationId="{2023E11F-7CDA-5474-1158-7214F82508E9}"/>
          </ac:spMkLst>
        </pc:spChg>
        <pc:graphicFrameChg chg="mod">
          <ac:chgData name="Zheng Fei" userId="d19317889db4c986" providerId="LiveId" clId="{CD6DD313-8977-494E-BA8C-7218F812E0B8}" dt="2023-03-08T08:30:52.457" v="4167" actId="14100"/>
          <ac:graphicFrameMkLst>
            <pc:docMk/>
            <pc:sldMk cId="1985270099" sldId="426"/>
            <ac:graphicFrameMk id="10" creationId="{099096B1-A394-844E-A3EC-1AC1DB2C709F}"/>
          </ac:graphicFrameMkLst>
        </pc:graphicFrameChg>
        <pc:picChg chg="del">
          <ac:chgData name="Zheng Fei" userId="d19317889db4c986" providerId="LiveId" clId="{CD6DD313-8977-494E-BA8C-7218F812E0B8}" dt="2023-03-08T08:32:05.740" v="4207" actId="478"/>
          <ac:picMkLst>
            <pc:docMk/>
            <pc:sldMk cId="1985270099" sldId="426"/>
            <ac:picMk id="3" creationId="{F82AE836-CC7A-4E4D-BD28-B0202E61B0D7}"/>
          </ac:picMkLst>
        </pc:picChg>
      </pc:sldChg>
      <pc:sldChg chg="addSp delSp modSp mod modAnim">
        <pc:chgData name="Zheng Fei" userId="d19317889db4c986" providerId="LiveId" clId="{CD6DD313-8977-494E-BA8C-7218F812E0B8}" dt="2023-03-08T08:30:27.211" v="4166"/>
        <pc:sldMkLst>
          <pc:docMk/>
          <pc:sldMk cId="343483892" sldId="427"/>
        </pc:sldMkLst>
        <pc:spChg chg="del">
          <ac:chgData name="Zheng Fei" userId="d19317889db4c986" providerId="LiveId" clId="{CD6DD313-8977-494E-BA8C-7218F812E0B8}" dt="2023-03-08T06:34:05.060" v="3344" actId="478"/>
          <ac:spMkLst>
            <pc:docMk/>
            <pc:sldMk cId="343483892" sldId="427"/>
            <ac:spMk id="2" creationId="{797422E0-021B-21D9-A1F0-506BB69A1AE0}"/>
          </ac:spMkLst>
        </pc:spChg>
        <pc:spChg chg="add del mod">
          <ac:chgData name="Zheng Fei" userId="d19317889db4c986" providerId="LiveId" clId="{CD6DD313-8977-494E-BA8C-7218F812E0B8}" dt="2023-03-08T06:38:34.381" v="3419" actId="478"/>
          <ac:spMkLst>
            <pc:docMk/>
            <pc:sldMk cId="343483892" sldId="427"/>
            <ac:spMk id="5" creationId="{169ACDB8-318F-56CD-6171-E29B2E039641}"/>
          </ac:spMkLst>
        </pc:spChg>
        <pc:spChg chg="add mod">
          <ac:chgData name="Zheng Fei" userId="d19317889db4c986" providerId="LiveId" clId="{CD6DD313-8977-494E-BA8C-7218F812E0B8}" dt="2023-03-08T06:38:34.886" v="3420"/>
          <ac:spMkLst>
            <pc:docMk/>
            <pc:sldMk cId="343483892" sldId="427"/>
            <ac:spMk id="6" creationId="{073CF4FD-88C4-636E-A080-7ACA0770D878}"/>
          </ac:spMkLst>
        </pc:spChg>
        <pc:grpChg chg="add mod">
          <ac:chgData name="Zheng Fei" userId="d19317889db4c986" providerId="LiveId" clId="{CD6DD313-8977-494E-BA8C-7218F812E0B8}" dt="2023-03-08T08:30:13.456" v="4164" actId="164"/>
          <ac:grpSpMkLst>
            <pc:docMk/>
            <pc:sldMk cId="343483892" sldId="427"/>
            <ac:grpSpMk id="10" creationId="{1467362A-5F26-4080-1D37-83B79884BCA7}"/>
          </ac:grpSpMkLst>
        </pc:grpChg>
        <pc:graphicFrameChg chg="add del mod">
          <ac:chgData name="Zheng Fei" userId="d19317889db4c986" providerId="LiveId" clId="{CD6DD313-8977-494E-BA8C-7218F812E0B8}" dt="2023-03-08T08:29:30.772" v="4154" actId="21"/>
          <ac:graphicFrameMkLst>
            <pc:docMk/>
            <pc:sldMk cId="343483892" sldId="427"/>
            <ac:graphicFrameMk id="7" creationId="{1804EF56-06E5-54BE-EEB1-49308667EB38}"/>
          </ac:graphicFrameMkLst>
        </pc:graphicFrameChg>
        <pc:picChg chg="add mod modCrop">
          <ac:chgData name="Zheng Fei" userId="d19317889db4c986" providerId="LiveId" clId="{CD6DD313-8977-494E-BA8C-7218F812E0B8}" dt="2023-03-08T08:30:13.456" v="4164" actId="164"/>
          <ac:picMkLst>
            <pc:docMk/>
            <pc:sldMk cId="343483892" sldId="427"/>
            <ac:picMk id="9" creationId="{8E0F22FE-27B2-9514-6378-357D80542E11}"/>
          </ac:picMkLst>
        </pc:picChg>
        <pc:picChg chg="mod">
          <ac:chgData name="Zheng Fei" userId="d19317889db4c986" providerId="LiveId" clId="{CD6DD313-8977-494E-BA8C-7218F812E0B8}" dt="2023-03-08T08:30:13.456" v="4164" actId="164"/>
          <ac:picMkLst>
            <pc:docMk/>
            <pc:sldMk cId="343483892" sldId="427"/>
            <ac:picMk id="11" creationId="{A9CF4841-D869-7843-9A14-BB17E58B8EC2}"/>
          </ac:picMkLst>
        </pc:picChg>
      </pc:sldChg>
      <pc:sldChg chg="addSp delSp modSp modAnim">
        <pc:chgData name="Zheng Fei" userId="d19317889db4c986" providerId="LiveId" clId="{CD6DD313-8977-494E-BA8C-7218F812E0B8}" dt="2023-03-08T06:38:45.741" v="3424"/>
        <pc:sldMkLst>
          <pc:docMk/>
          <pc:sldMk cId="1691338530" sldId="430"/>
        </pc:sldMkLst>
        <pc:spChg chg="add del mod">
          <ac:chgData name="Zheng Fei" userId="d19317889db4c986" providerId="LiveId" clId="{CD6DD313-8977-494E-BA8C-7218F812E0B8}" dt="2023-03-08T06:35:10.980" v="3355"/>
          <ac:spMkLst>
            <pc:docMk/>
            <pc:sldMk cId="1691338530" sldId="430"/>
            <ac:spMk id="3" creationId="{D06F157B-0130-BF94-83AC-C8862B0E058A}"/>
          </ac:spMkLst>
        </pc:spChg>
        <pc:spChg chg="del">
          <ac:chgData name="Zheng Fei" userId="d19317889db4c986" providerId="LiveId" clId="{CD6DD313-8977-494E-BA8C-7218F812E0B8}" dt="2023-03-08T06:35:13.630" v="3356" actId="478"/>
          <ac:spMkLst>
            <pc:docMk/>
            <pc:sldMk cId="1691338530" sldId="430"/>
            <ac:spMk id="5" creationId="{6E124EEC-F6FA-06EE-C486-5F652E7F9A26}"/>
          </ac:spMkLst>
        </pc:spChg>
        <pc:spChg chg="add del mod">
          <ac:chgData name="Zheng Fei" userId="d19317889db4c986" providerId="LiveId" clId="{CD6DD313-8977-494E-BA8C-7218F812E0B8}" dt="2023-03-08T06:38:45.341" v="3423" actId="478"/>
          <ac:spMkLst>
            <pc:docMk/>
            <pc:sldMk cId="1691338530" sldId="430"/>
            <ac:spMk id="7" creationId="{12043074-BE14-5DAE-730D-F5B38CB21019}"/>
          </ac:spMkLst>
        </pc:spChg>
        <pc:spChg chg="add mod">
          <ac:chgData name="Zheng Fei" userId="d19317889db4c986" providerId="LiveId" clId="{CD6DD313-8977-494E-BA8C-7218F812E0B8}" dt="2023-03-08T06:38:45.741" v="3424"/>
          <ac:spMkLst>
            <pc:docMk/>
            <pc:sldMk cId="1691338530" sldId="430"/>
            <ac:spMk id="10" creationId="{C9D63797-3909-C705-5049-2B3B35DB99C6}"/>
          </ac:spMkLst>
        </pc:spChg>
      </pc:sldChg>
      <pc:sldChg chg="modSp mod">
        <pc:chgData name="Zheng Fei" userId="d19317889db4c986" providerId="LiveId" clId="{CD6DD313-8977-494E-BA8C-7218F812E0B8}" dt="2023-03-08T08:34:13.629" v="4211" actId="20577"/>
        <pc:sldMkLst>
          <pc:docMk/>
          <pc:sldMk cId="3487854064" sldId="436"/>
        </pc:sldMkLst>
        <pc:spChg chg="mod">
          <ac:chgData name="Zheng Fei" userId="d19317889db4c986" providerId="LiveId" clId="{CD6DD313-8977-494E-BA8C-7218F812E0B8}" dt="2023-03-08T06:39:03.415" v="3437" actId="20577"/>
          <ac:spMkLst>
            <pc:docMk/>
            <pc:sldMk cId="3487854064" sldId="436"/>
            <ac:spMk id="2" creationId="{107ADB00-9C03-3877-D9A4-583F9DE5CA7D}"/>
          </ac:spMkLst>
        </pc:spChg>
        <pc:spChg chg="mod">
          <ac:chgData name="Zheng Fei" userId="d19317889db4c986" providerId="LiveId" clId="{CD6DD313-8977-494E-BA8C-7218F812E0B8}" dt="2023-03-08T08:34:13.629" v="4211" actId="20577"/>
          <ac:spMkLst>
            <pc:docMk/>
            <pc:sldMk cId="3487854064" sldId="436"/>
            <ac:spMk id="3" creationId="{9DAEE769-1A98-AD48-BEF8-3BC21F43452A}"/>
          </ac:spMkLst>
        </pc:spChg>
      </pc:sldChg>
      <pc:sldChg chg="addSp delSp modSp add mod delAnim modAnim">
        <pc:chgData name="Zheng Fei" userId="d19317889db4c986" providerId="LiveId" clId="{CD6DD313-8977-494E-BA8C-7218F812E0B8}" dt="2023-03-08T08:05:27.903" v="3704"/>
        <pc:sldMkLst>
          <pc:docMk/>
          <pc:sldMk cId="1648565019" sldId="438"/>
        </pc:sldMkLst>
        <pc:spChg chg="add mod">
          <ac:chgData name="Zheng Fei" userId="d19317889db4c986" providerId="LiveId" clId="{CD6DD313-8977-494E-BA8C-7218F812E0B8}" dt="2023-03-08T08:03:10.362" v="3627" actId="2710"/>
          <ac:spMkLst>
            <pc:docMk/>
            <pc:sldMk cId="1648565019" sldId="438"/>
            <ac:spMk id="2" creationId="{520210F9-37A5-D525-7AF5-B1EF57B8E367}"/>
          </ac:spMkLst>
        </pc:spChg>
        <pc:spChg chg="add mod">
          <ac:chgData name="Zheng Fei" userId="d19317889db4c986" providerId="LiveId" clId="{CD6DD313-8977-494E-BA8C-7218F812E0B8}" dt="2023-03-08T08:05:15.747" v="3701" actId="1076"/>
          <ac:spMkLst>
            <pc:docMk/>
            <pc:sldMk cId="1648565019" sldId="438"/>
            <ac:spMk id="8" creationId="{47DCE1E3-A60D-7414-0DE4-F6033692FEE9}"/>
          </ac:spMkLst>
        </pc:spChg>
        <pc:spChg chg="add mod">
          <ac:chgData name="Zheng Fei" userId="d19317889db4c986" providerId="LiveId" clId="{CD6DD313-8977-494E-BA8C-7218F812E0B8}" dt="2023-03-08T08:05:15.747" v="3701" actId="1076"/>
          <ac:spMkLst>
            <pc:docMk/>
            <pc:sldMk cId="1648565019" sldId="438"/>
            <ac:spMk id="10" creationId="{E26F41B9-C025-5379-1394-5834C2457300}"/>
          </ac:spMkLst>
        </pc:spChg>
        <pc:spChg chg="add mod">
          <ac:chgData name="Zheng Fei" userId="d19317889db4c986" providerId="LiveId" clId="{CD6DD313-8977-494E-BA8C-7218F812E0B8}" dt="2023-03-08T08:05:15.747" v="3701" actId="1076"/>
          <ac:spMkLst>
            <pc:docMk/>
            <pc:sldMk cId="1648565019" sldId="438"/>
            <ac:spMk id="14" creationId="{6D8960EB-E889-09DC-CA09-3F1A86413EE2}"/>
          </ac:spMkLst>
        </pc:spChg>
        <pc:picChg chg="mod modCrop">
          <ac:chgData name="Zheng Fei" userId="d19317889db4c986" providerId="LiveId" clId="{CD6DD313-8977-494E-BA8C-7218F812E0B8}" dt="2023-03-08T08:03:13.332" v="3628" actId="1076"/>
          <ac:picMkLst>
            <pc:docMk/>
            <pc:sldMk cId="1648565019" sldId="438"/>
            <ac:picMk id="3" creationId="{B8E2A2D8-2C85-4D10-B057-767F71F3C1D0}"/>
          </ac:picMkLst>
        </pc:picChg>
        <pc:picChg chg="del">
          <ac:chgData name="Zheng Fei" userId="d19317889db4c986" providerId="LiveId" clId="{CD6DD313-8977-494E-BA8C-7218F812E0B8}" dt="2023-03-08T08:01:26.802" v="3557" actId="478"/>
          <ac:picMkLst>
            <pc:docMk/>
            <pc:sldMk cId="1648565019" sldId="438"/>
            <ac:picMk id="5" creationId="{1D038657-497B-4B13-90AE-54BA1CEE8E7C}"/>
          </ac:picMkLst>
        </pc:picChg>
        <pc:picChg chg="del">
          <ac:chgData name="Zheng Fei" userId="d19317889db4c986" providerId="LiveId" clId="{CD6DD313-8977-494E-BA8C-7218F812E0B8}" dt="2023-03-08T08:01:26.802" v="3557" actId="478"/>
          <ac:picMkLst>
            <pc:docMk/>
            <pc:sldMk cId="1648565019" sldId="438"/>
            <ac:picMk id="7" creationId="{7A7C1D86-51A6-4D26-ACFC-A1A0FA2CCA0B}"/>
          </ac:picMkLst>
        </pc:picChg>
        <pc:picChg chg="del">
          <ac:chgData name="Zheng Fei" userId="d19317889db4c986" providerId="LiveId" clId="{CD6DD313-8977-494E-BA8C-7218F812E0B8}" dt="2023-03-08T08:01:26.802" v="3557" actId="478"/>
          <ac:picMkLst>
            <pc:docMk/>
            <pc:sldMk cId="1648565019" sldId="438"/>
            <ac:picMk id="9" creationId="{88312AB1-D2BF-73A4-9FCF-B56FA2D5A748}"/>
          </ac:picMkLst>
        </pc:picChg>
        <pc:cxnChg chg="del">
          <ac:chgData name="Zheng Fei" userId="d19317889db4c986" providerId="LiveId" clId="{CD6DD313-8977-494E-BA8C-7218F812E0B8}" dt="2023-03-08T08:01:26.802" v="3557" actId="478"/>
          <ac:cxnSpMkLst>
            <pc:docMk/>
            <pc:sldMk cId="1648565019" sldId="438"/>
            <ac:cxnSpMk id="11" creationId="{D9E28072-7E45-B4AB-73AF-68CE59FA5EBC}"/>
          </ac:cxnSpMkLst>
        </pc:cxnChg>
        <pc:cxnChg chg="del">
          <ac:chgData name="Zheng Fei" userId="d19317889db4c986" providerId="LiveId" clId="{CD6DD313-8977-494E-BA8C-7218F812E0B8}" dt="2023-03-08T08:01:26.802" v="3557" actId="478"/>
          <ac:cxnSpMkLst>
            <pc:docMk/>
            <pc:sldMk cId="1648565019" sldId="438"/>
            <ac:cxnSpMk id="12" creationId="{62603EC6-1A96-07F7-92B1-E0A1892080D3}"/>
          </ac:cxnSpMkLst>
        </pc:cxnChg>
        <pc:cxnChg chg="del">
          <ac:chgData name="Zheng Fei" userId="d19317889db4c986" providerId="LiveId" clId="{CD6DD313-8977-494E-BA8C-7218F812E0B8}" dt="2023-03-08T08:01:26.802" v="3557" actId="478"/>
          <ac:cxnSpMkLst>
            <pc:docMk/>
            <pc:sldMk cId="1648565019" sldId="438"/>
            <ac:cxnSpMk id="13" creationId="{A8A42EDB-14F3-506F-41FA-902EE0BB0DBB}"/>
          </ac:cxnSpMkLst>
        </pc:cxnChg>
      </pc:sldChg>
      <pc:sldChg chg="del modAnim">
        <pc:chgData name="Zheng Fei" userId="d19317889db4c986" providerId="LiveId" clId="{CD6DD313-8977-494E-BA8C-7218F812E0B8}" dt="2023-03-08T06:34:18.137" v="3346" actId="2696"/>
        <pc:sldMkLst>
          <pc:docMk/>
          <pc:sldMk cId="3619639217" sldId="438"/>
        </pc:sldMkLst>
      </pc:sldChg>
      <pc:sldChg chg="modSp mod">
        <pc:chgData name="Zheng Fei" userId="d19317889db4c986" providerId="LiveId" clId="{CD6DD313-8977-494E-BA8C-7218F812E0B8}" dt="2023-03-08T06:39:39.513" v="3497" actId="20577"/>
        <pc:sldMkLst>
          <pc:docMk/>
          <pc:sldMk cId="3406065963" sldId="439"/>
        </pc:sldMkLst>
        <pc:spChg chg="mod">
          <ac:chgData name="Zheng Fei" userId="d19317889db4c986" providerId="LiveId" clId="{CD6DD313-8977-494E-BA8C-7218F812E0B8}" dt="2023-03-08T06:39:39.513" v="3497" actId="20577"/>
          <ac:spMkLst>
            <pc:docMk/>
            <pc:sldMk cId="3406065963" sldId="439"/>
            <ac:spMk id="3" creationId="{E491F375-7E11-8289-EC82-CA60928A82AB}"/>
          </ac:spMkLst>
        </pc:spChg>
      </pc:sldChg>
      <pc:sldChg chg="new del">
        <pc:chgData name="Zheng Fei" userId="d19317889db4c986" providerId="LiveId" clId="{CD6DD313-8977-494E-BA8C-7218F812E0B8}" dt="2023-03-08T03:15:18.130" v="518" actId="2696"/>
        <pc:sldMkLst>
          <pc:docMk/>
          <pc:sldMk cId="736707096" sldId="440"/>
        </pc:sldMkLst>
      </pc:sldChg>
      <pc:sldChg chg="addSp delSp modSp new modAnim">
        <pc:chgData name="Zheng Fei" userId="d19317889db4c986" providerId="LiveId" clId="{CD6DD313-8977-494E-BA8C-7218F812E0B8}" dt="2023-03-08T06:44:50.415" v="3529" actId="208"/>
        <pc:sldMkLst>
          <pc:docMk/>
          <pc:sldMk cId="1850504254" sldId="441"/>
        </pc:sldMkLst>
        <pc:spChg chg="del">
          <ac:chgData name="Zheng Fei" userId="d19317889db4c986" providerId="LiveId" clId="{CD6DD313-8977-494E-BA8C-7218F812E0B8}" dt="2023-03-08T02:11:22.830" v="3" actId="478"/>
          <ac:spMkLst>
            <pc:docMk/>
            <pc:sldMk cId="1850504254" sldId="441"/>
            <ac:spMk id="2" creationId="{ED0B63F4-AB7E-2EF3-A811-10C243675BB0}"/>
          </ac:spMkLst>
        </pc:spChg>
        <pc:spChg chg="add mod">
          <ac:chgData name="Zheng Fei" userId="d19317889db4c986" providerId="LiveId" clId="{CD6DD313-8977-494E-BA8C-7218F812E0B8}" dt="2023-03-08T06:44:50.415" v="3529" actId="208"/>
          <ac:spMkLst>
            <pc:docMk/>
            <pc:sldMk cId="1850504254" sldId="441"/>
            <ac:spMk id="2" creationId="{ED5A4E3F-83DF-D11A-40FF-395CB56F2438}"/>
          </ac:spMkLst>
        </pc:spChg>
        <pc:spChg chg="add mod">
          <ac:chgData name="Zheng Fei" userId="d19317889db4c986" providerId="LiveId" clId="{CD6DD313-8977-494E-BA8C-7218F812E0B8}" dt="2023-03-08T06:44:50.415" v="3529" actId="208"/>
          <ac:spMkLst>
            <pc:docMk/>
            <pc:sldMk cId="1850504254" sldId="441"/>
            <ac:spMk id="3" creationId="{9A9BCE01-C3E1-3B90-AEF8-E1BF9C9A3103}"/>
          </ac:spMkLst>
        </pc:spChg>
        <pc:spChg chg="del">
          <ac:chgData name="Zheng Fei" userId="d19317889db4c986" providerId="LiveId" clId="{CD6DD313-8977-494E-BA8C-7218F812E0B8}" dt="2023-03-08T02:11:21.073" v="2" actId="478"/>
          <ac:spMkLst>
            <pc:docMk/>
            <pc:sldMk cId="1850504254" sldId="441"/>
            <ac:spMk id="3" creationId="{D07BDA03-69E5-1EFF-CCBA-8564F29FB524}"/>
          </ac:spMkLst>
        </pc:spChg>
        <pc:spChg chg="add mod">
          <ac:chgData name="Zheng Fei" userId="d19317889db4c986" providerId="LiveId" clId="{CD6DD313-8977-494E-BA8C-7218F812E0B8}" dt="2023-03-08T06:43:01.029" v="3510" actId="12788"/>
          <ac:spMkLst>
            <pc:docMk/>
            <pc:sldMk cId="1850504254" sldId="441"/>
            <ac:spMk id="4" creationId="{7FA8B6C3-34AB-7BF1-771E-DB054110CBD8}"/>
          </ac:spMkLst>
        </pc:spChg>
        <pc:spChg chg="add mod">
          <ac:chgData name="Zheng Fei" userId="d19317889db4c986" providerId="LiveId" clId="{CD6DD313-8977-494E-BA8C-7218F812E0B8}" dt="2023-03-08T06:42:55.345" v="3508" actId="12788"/>
          <ac:spMkLst>
            <pc:docMk/>
            <pc:sldMk cId="1850504254" sldId="441"/>
            <ac:spMk id="5" creationId="{99740FF3-EE03-3F21-4212-C4F512C270EC}"/>
          </ac:spMkLst>
        </pc:spChg>
        <pc:spChg chg="add mod">
          <ac:chgData name="Zheng Fei" userId="d19317889db4c986" providerId="LiveId" clId="{CD6DD313-8977-494E-BA8C-7218F812E0B8}" dt="2023-03-08T06:44:50.415" v="3529" actId="208"/>
          <ac:spMkLst>
            <pc:docMk/>
            <pc:sldMk cId="1850504254" sldId="441"/>
            <ac:spMk id="6" creationId="{4CAA966E-E146-EDD0-6475-C77D90CD1D54}"/>
          </ac:spMkLst>
        </pc:spChg>
      </pc:sldChg>
      <pc:sldChg chg="addSp modSp add mod modAnim">
        <pc:chgData name="Zheng Fei" userId="d19317889db4c986" providerId="LiveId" clId="{CD6DD313-8977-494E-BA8C-7218F812E0B8}" dt="2023-03-08T06:41:30.647" v="3504"/>
        <pc:sldMkLst>
          <pc:docMk/>
          <pc:sldMk cId="1452366918" sldId="442"/>
        </pc:sldMkLst>
        <pc:spChg chg="add mod">
          <ac:chgData name="Zheng Fei" userId="d19317889db4c986" providerId="LiveId" clId="{CD6DD313-8977-494E-BA8C-7218F812E0B8}" dt="2023-03-08T02:24:21.918" v="178" actId="1076"/>
          <ac:spMkLst>
            <pc:docMk/>
            <pc:sldMk cId="1452366918" sldId="442"/>
            <ac:spMk id="2" creationId="{52A3EC8C-73AD-3749-A8D3-1150C1FADC39}"/>
          </ac:spMkLst>
        </pc:spChg>
        <pc:spChg chg="add mod">
          <ac:chgData name="Zheng Fei" userId="d19317889db4c986" providerId="LiveId" clId="{CD6DD313-8977-494E-BA8C-7218F812E0B8}" dt="2023-03-08T02:24:21.918" v="178" actId="1076"/>
          <ac:spMkLst>
            <pc:docMk/>
            <pc:sldMk cId="1452366918" sldId="442"/>
            <ac:spMk id="3" creationId="{EA026CD0-40B0-7358-7EF9-1A01AB7D7685}"/>
          </ac:spMkLst>
        </pc:spChg>
        <pc:spChg chg="mod">
          <ac:chgData name="Zheng Fei" userId="d19317889db4c986" providerId="LiveId" clId="{CD6DD313-8977-494E-BA8C-7218F812E0B8}" dt="2023-03-08T02:25:25.301" v="186" actId="1076"/>
          <ac:spMkLst>
            <pc:docMk/>
            <pc:sldMk cId="1452366918" sldId="442"/>
            <ac:spMk id="4" creationId="{7FA8B6C3-34AB-7BF1-771E-DB054110CBD8}"/>
          </ac:spMkLst>
        </pc:spChg>
        <pc:spChg chg="add mod">
          <ac:chgData name="Zheng Fei" userId="d19317889db4c986" providerId="LiveId" clId="{CD6DD313-8977-494E-BA8C-7218F812E0B8}" dt="2023-03-08T02:24:21.918" v="178" actId="1076"/>
          <ac:spMkLst>
            <pc:docMk/>
            <pc:sldMk cId="1452366918" sldId="442"/>
            <ac:spMk id="5" creationId="{B27870A6-AE6D-842B-AFCE-BBDFEE991F29}"/>
          </ac:spMkLst>
        </pc:spChg>
        <pc:spChg chg="add mod">
          <ac:chgData name="Zheng Fei" userId="d19317889db4c986" providerId="LiveId" clId="{CD6DD313-8977-494E-BA8C-7218F812E0B8}" dt="2023-03-08T06:41:28.655" v="3503" actId="1076"/>
          <ac:spMkLst>
            <pc:docMk/>
            <pc:sldMk cId="1452366918" sldId="442"/>
            <ac:spMk id="6" creationId="{1B8012D4-727F-81BA-30C4-389AB44D4EF5}"/>
          </ac:spMkLst>
        </pc:spChg>
        <pc:spChg chg="add mod">
          <ac:chgData name="Zheng Fei" userId="d19317889db4c986" providerId="LiveId" clId="{CD6DD313-8977-494E-BA8C-7218F812E0B8}" dt="2023-03-08T06:41:25.857" v="3502" actId="1076"/>
          <ac:spMkLst>
            <pc:docMk/>
            <pc:sldMk cId="1452366918" sldId="442"/>
            <ac:spMk id="7" creationId="{5515C50C-215E-E6FC-83BD-066629D27AB0}"/>
          </ac:spMkLst>
        </pc:spChg>
      </pc:sldChg>
      <pc:sldChg chg="addSp delSp modSp new mod modAnim">
        <pc:chgData name="Zheng Fei" userId="d19317889db4c986" providerId="LiveId" clId="{CD6DD313-8977-494E-BA8C-7218F812E0B8}" dt="2023-03-08T05:02:23.142" v="2179" actId="20577"/>
        <pc:sldMkLst>
          <pc:docMk/>
          <pc:sldMk cId="2351624460" sldId="443"/>
        </pc:sldMkLst>
        <pc:spChg chg="del">
          <ac:chgData name="Zheng Fei" userId="d19317889db4c986" providerId="LiveId" clId="{CD6DD313-8977-494E-BA8C-7218F812E0B8}" dt="2023-03-08T02:26:06.456" v="189" actId="478"/>
          <ac:spMkLst>
            <pc:docMk/>
            <pc:sldMk cId="2351624460" sldId="443"/>
            <ac:spMk id="2" creationId="{ACA37D91-C8B7-C78E-6581-066CDBF70228}"/>
          </ac:spMkLst>
        </pc:spChg>
        <pc:spChg chg="del">
          <ac:chgData name="Zheng Fei" userId="d19317889db4c986" providerId="LiveId" clId="{CD6DD313-8977-494E-BA8C-7218F812E0B8}" dt="2023-03-08T02:25:59.257" v="188" actId="478"/>
          <ac:spMkLst>
            <pc:docMk/>
            <pc:sldMk cId="2351624460" sldId="443"/>
            <ac:spMk id="3" creationId="{B136E626-3CE1-FBDF-8B1F-75CBBC4424F0}"/>
          </ac:spMkLst>
        </pc:spChg>
        <pc:spChg chg="add mod">
          <ac:chgData name="Zheng Fei" userId="d19317889db4c986" providerId="LiveId" clId="{CD6DD313-8977-494E-BA8C-7218F812E0B8}" dt="2023-03-08T05:02:23.142" v="2179" actId="20577"/>
          <ac:spMkLst>
            <pc:docMk/>
            <pc:sldMk cId="2351624460" sldId="443"/>
            <ac:spMk id="4" creationId="{55518550-9631-917C-73A9-6A7F0405E0DC}"/>
          </ac:spMkLst>
        </pc:spChg>
        <pc:spChg chg="add mod">
          <ac:chgData name="Zheng Fei" userId="d19317889db4c986" providerId="LiveId" clId="{CD6DD313-8977-494E-BA8C-7218F812E0B8}" dt="2023-03-08T05:01:25.847" v="2172" actId="1076"/>
          <ac:spMkLst>
            <pc:docMk/>
            <pc:sldMk cId="2351624460" sldId="443"/>
            <ac:spMk id="5" creationId="{44D2A953-905D-F08B-4688-00465E820121}"/>
          </ac:spMkLst>
        </pc:spChg>
      </pc:sldChg>
      <pc:sldChg chg="modSp new del mod">
        <pc:chgData name="Zheng Fei" userId="d19317889db4c986" providerId="LiveId" clId="{CD6DD313-8977-494E-BA8C-7218F812E0B8}" dt="2023-03-08T03:46:05.598" v="1062" actId="2696"/>
        <pc:sldMkLst>
          <pc:docMk/>
          <pc:sldMk cId="1584812292" sldId="444"/>
        </pc:sldMkLst>
        <pc:spChg chg="mod">
          <ac:chgData name="Zheng Fei" userId="d19317889db4c986" providerId="LiveId" clId="{CD6DD313-8977-494E-BA8C-7218F812E0B8}" dt="2023-03-08T02:35:42.455" v="330" actId="20577"/>
          <ac:spMkLst>
            <pc:docMk/>
            <pc:sldMk cId="1584812292" sldId="444"/>
            <ac:spMk id="3" creationId="{7FBDC64D-1AA8-9C06-C070-BED7F2DDD108}"/>
          </ac:spMkLst>
        </pc:spChg>
      </pc:sldChg>
      <pc:sldChg chg="modSp new del mod">
        <pc:chgData name="Zheng Fei" userId="d19317889db4c986" providerId="LiveId" clId="{CD6DD313-8977-494E-BA8C-7218F812E0B8}" dt="2023-03-08T04:56:40.740" v="1614" actId="2696"/>
        <pc:sldMkLst>
          <pc:docMk/>
          <pc:sldMk cId="4054275601" sldId="445"/>
        </pc:sldMkLst>
        <pc:spChg chg="mod">
          <ac:chgData name="Zheng Fei" userId="d19317889db4c986" providerId="LiveId" clId="{CD6DD313-8977-494E-BA8C-7218F812E0B8}" dt="2023-03-08T02:36:28.488" v="375" actId="20577"/>
          <ac:spMkLst>
            <pc:docMk/>
            <pc:sldMk cId="4054275601" sldId="445"/>
            <ac:spMk id="3" creationId="{B19C5DFD-52D5-7E03-15C0-D67B4E0015FB}"/>
          </ac:spMkLst>
        </pc:spChg>
      </pc:sldChg>
      <pc:sldChg chg="addSp delSp modSp new del mod">
        <pc:chgData name="Zheng Fei" userId="d19317889db4c986" providerId="LiveId" clId="{CD6DD313-8977-494E-BA8C-7218F812E0B8}" dt="2023-03-08T04:59:48.006" v="2120" actId="2696"/>
        <pc:sldMkLst>
          <pc:docMk/>
          <pc:sldMk cId="3257707939" sldId="446"/>
        </pc:sldMkLst>
        <pc:spChg chg="del mod">
          <ac:chgData name="Zheng Fei" userId="d19317889db4c986" providerId="LiveId" clId="{CD6DD313-8977-494E-BA8C-7218F812E0B8}" dt="2023-03-08T02:36:49.111" v="379" actId="478"/>
          <ac:spMkLst>
            <pc:docMk/>
            <pc:sldMk cId="3257707939" sldId="446"/>
            <ac:spMk id="3" creationId="{8D31B784-7AA2-AB06-4963-52D8572F9721}"/>
          </ac:spMkLst>
        </pc:spChg>
        <pc:spChg chg="add mod">
          <ac:chgData name="Zheng Fei" userId="d19317889db4c986" providerId="LiveId" clId="{CD6DD313-8977-494E-BA8C-7218F812E0B8}" dt="2023-03-08T02:36:46.749" v="378" actId="1076"/>
          <ac:spMkLst>
            <pc:docMk/>
            <pc:sldMk cId="3257707939" sldId="446"/>
            <ac:spMk id="4" creationId="{A46FBDA2-E3A7-2FD4-7C3D-3B38E64E5030}"/>
          </ac:spMkLst>
        </pc:spChg>
        <pc:picChg chg="add mod">
          <ac:chgData name="Zheng Fei" userId="d19317889db4c986" providerId="LiveId" clId="{CD6DD313-8977-494E-BA8C-7218F812E0B8}" dt="2023-03-08T02:37:07.030" v="383" actId="1076"/>
          <ac:picMkLst>
            <pc:docMk/>
            <pc:sldMk cId="3257707939" sldId="446"/>
            <ac:picMk id="6" creationId="{BD98A310-B19D-DA78-4500-56E5C9667285}"/>
          </ac:picMkLst>
        </pc:picChg>
        <pc:picChg chg="add mod">
          <ac:chgData name="Zheng Fei" userId="d19317889db4c986" providerId="LiveId" clId="{CD6DD313-8977-494E-BA8C-7218F812E0B8}" dt="2023-03-08T02:36:46.749" v="378" actId="1076"/>
          <ac:picMkLst>
            <pc:docMk/>
            <pc:sldMk cId="3257707939" sldId="446"/>
            <ac:picMk id="1026" creationId="{373806CF-59EC-E2BE-D62B-B2EA9A485A37}"/>
          </ac:picMkLst>
        </pc:picChg>
        <pc:picChg chg="add mod">
          <ac:chgData name="Zheng Fei" userId="d19317889db4c986" providerId="LiveId" clId="{CD6DD313-8977-494E-BA8C-7218F812E0B8}" dt="2023-03-08T02:36:46.749" v="378" actId="1076"/>
          <ac:picMkLst>
            <pc:docMk/>
            <pc:sldMk cId="3257707939" sldId="446"/>
            <ac:picMk id="1027" creationId="{CB0DD80A-33A6-2E5D-4D8E-3F99A9B39FE6}"/>
          </ac:picMkLst>
        </pc:picChg>
      </pc:sldChg>
      <pc:sldChg chg="addSp delSp modSp new mod ord">
        <pc:chgData name="Zheng Fei" userId="d19317889db4c986" providerId="LiveId" clId="{CD6DD313-8977-494E-BA8C-7218F812E0B8}" dt="2023-03-08T05:00:42.581" v="2161" actId="1076"/>
        <pc:sldMkLst>
          <pc:docMk/>
          <pc:sldMk cId="3069948958" sldId="447"/>
        </pc:sldMkLst>
        <pc:spChg chg="mod">
          <ac:chgData name="Zheng Fei" userId="d19317889db4c986" providerId="LiveId" clId="{CD6DD313-8977-494E-BA8C-7218F812E0B8}" dt="2023-03-08T05:00:30.343" v="2160" actId="20577"/>
          <ac:spMkLst>
            <pc:docMk/>
            <pc:sldMk cId="3069948958" sldId="447"/>
            <ac:spMk id="2" creationId="{89CC0DC2-ED49-FB8A-8B0D-27F766FF10F9}"/>
          </ac:spMkLst>
        </pc:spChg>
        <pc:spChg chg="del mod">
          <ac:chgData name="Zheng Fei" userId="d19317889db4c986" providerId="LiveId" clId="{CD6DD313-8977-494E-BA8C-7218F812E0B8}" dt="2023-03-08T02:38:57.259" v="446" actId="478"/>
          <ac:spMkLst>
            <pc:docMk/>
            <pc:sldMk cId="3069948958" sldId="447"/>
            <ac:spMk id="3" creationId="{DEFA379B-4714-D4B0-42D2-2A7F493040D2}"/>
          </ac:spMkLst>
        </pc:spChg>
        <pc:spChg chg="add mod">
          <ac:chgData name="Zheng Fei" userId="d19317889db4c986" providerId="LiveId" clId="{CD6DD313-8977-494E-BA8C-7218F812E0B8}" dt="2023-03-08T05:00:42.581" v="2161" actId="1076"/>
          <ac:spMkLst>
            <pc:docMk/>
            <pc:sldMk cId="3069948958" sldId="447"/>
            <ac:spMk id="4" creationId="{8BAB23D3-31FF-0542-E599-A0495A72CF95}"/>
          </ac:spMkLst>
        </pc:spChg>
        <pc:spChg chg="add mod">
          <ac:chgData name="Zheng Fei" userId="d19317889db4c986" providerId="LiveId" clId="{CD6DD313-8977-494E-BA8C-7218F812E0B8}" dt="2023-03-08T05:00:42.581" v="2161" actId="1076"/>
          <ac:spMkLst>
            <pc:docMk/>
            <pc:sldMk cId="3069948958" sldId="447"/>
            <ac:spMk id="6" creationId="{C8628555-A795-AC7D-582C-509D303858FE}"/>
          </ac:spMkLst>
        </pc:spChg>
        <pc:spChg chg="add mod">
          <ac:chgData name="Zheng Fei" userId="d19317889db4c986" providerId="LiveId" clId="{CD6DD313-8977-494E-BA8C-7218F812E0B8}" dt="2023-03-08T05:00:42.581" v="2161" actId="1076"/>
          <ac:spMkLst>
            <pc:docMk/>
            <pc:sldMk cId="3069948958" sldId="447"/>
            <ac:spMk id="7" creationId="{D2BA4DFF-C40A-9573-874C-F735623289B1}"/>
          </ac:spMkLst>
        </pc:spChg>
        <pc:spChg chg="add mod">
          <ac:chgData name="Zheng Fei" userId="d19317889db4c986" providerId="LiveId" clId="{CD6DD313-8977-494E-BA8C-7218F812E0B8}" dt="2023-03-08T05:00:42.581" v="2161" actId="1076"/>
          <ac:spMkLst>
            <pc:docMk/>
            <pc:sldMk cId="3069948958" sldId="447"/>
            <ac:spMk id="8" creationId="{08E183BE-4140-0674-F95B-BE14C188D3BE}"/>
          </ac:spMkLst>
        </pc:spChg>
      </pc:sldChg>
      <pc:sldChg chg="addSp delSp modSp new mod setBg modAnim">
        <pc:chgData name="Zheng Fei" userId="d19317889db4c986" providerId="LiveId" clId="{CD6DD313-8977-494E-BA8C-7218F812E0B8}" dt="2023-03-08T05:13:12.917" v="2252" actId="207"/>
        <pc:sldMkLst>
          <pc:docMk/>
          <pc:sldMk cId="278135888" sldId="448"/>
        </pc:sldMkLst>
        <pc:spChg chg="del">
          <ac:chgData name="Zheng Fei" userId="d19317889db4c986" providerId="LiveId" clId="{CD6DD313-8977-494E-BA8C-7218F812E0B8}" dt="2023-03-08T05:01:31.532" v="2173" actId="478"/>
          <ac:spMkLst>
            <pc:docMk/>
            <pc:sldMk cId="278135888" sldId="448"/>
            <ac:spMk id="2" creationId="{13FC9844-C8CF-8CC4-B427-4D2657D8EDF5}"/>
          </ac:spMkLst>
        </pc:spChg>
        <pc:spChg chg="del">
          <ac:chgData name="Zheng Fei" userId="d19317889db4c986" providerId="LiveId" clId="{CD6DD313-8977-494E-BA8C-7218F812E0B8}" dt="2023-03-08T03:14:05.974" v="496"/>
          <ac:spMkLst>
            <pc:docMk/>
            <pc:sldMk cId="278135888" sldId="448"/>
            <ac:spMk id="3" creationId="{68691E49-49DE-C89E-4A19-1E907D7ACC64}"/>
          </ac:spMkLst>
        </pc:spChg>
        <pc:spChg chg="add mod ord">
          <ac:chgData name="Zheng Fei" userId="d19317889db4c986" providerId="LiveId" clId="{CD6DD313-8977-494E-BA8C-7218F812E0B8}" dt="2023-03-08T05:13:12.917" v="2252" actId="207"/>
          <ac:spMkLst>
            <pc:docMk/>
            <pc:sldMk cId="278135888" sldId="448"/>
            <ac:spMk id="4" creationId="{8925BDF3-805F-0E2C-3C02-4C2520497E4C}"/>
          </ac:spMkLst>
        </pc:spChg>
        <pc:spChg chg="add del mod">
          <ac:chgData name="Zheng Fei" userId="d19317889db4c986" providerId="LiveId" clId="{CD6DD313-8977-494E-BA8C-7218F812E0B8}" dt="2023-03-08T03:14:22.423" v="501" actId="478"/>
          <ac:spMkLst>
            <pc:docMk/>
            <pc:sldMk cId="278135888" sldId="448"/>
            <ac:spMk id="5" creationId="{EDCC3B68-6F75-D9E1-B39E-89DB9A5FF4AF}"/>
          </ac:spMkLst>
        </pc:spChg>
        <pc:spChg chg="add del">
          <ac:chgData name="Zheng Fei" userId="d19317889db4c986" providerId="LiveId" clId="{CD6DD313-8977-494E-BA8C-7218F812E0B8}" dt="2023-03-08T05:12:12.885" v="2242" actId="26606"/>
          <ac:spMkLst>
            <pc:docMk/>
            <pc:sldMk cId="278135888" sldId="448"/>
            <ac:spMk id="9" creationId="{59A309A7-1751-4ABE-A3C1-EEC40366AD89}"/>
          </ac:spMkLst>
        </pc:spChg>
        <pc:spChg chg="add del">
          <ac:chgData name="Zheng Fei" userId="d19317889db4c986" providerId="LiveId" clId="{CD6DD313-8977-494E-BA8C-7218F812E0B8}" dt="2023-03-08T05:12:12.885" v="2242" actId="26606"/>
          <ac:spMkLst>
            <pc:docMk/>
            <pc:sldMk cId="278135888" sldId="448"/>
            <ac:spMk id="11" creationId="{967D8EB6-EAE1-4F9C-B398-83321E287204}"/>
          </ac:spMkLst>
        </pc:spChg>
        <pc:spChg chg="add del">
          <ac:chgData name="Zheng Fei" userId="d19317889db4c986" providerId="LiveId" clId="{CD6DD313-8977-494E-BA8C-7218F812E0B8}" dt="2023-03-08T05:11:52.996" v="2235" actId="26606"/>
          <ac:spMkLst>
            <pc:docMk/>
            <pc:sldMk cId="278135888" sldId="448"/>
            <ac:spMk id="16" creationId="{8D1AA55E-40D5-461B-A5A8-4AE8AAB71B08}"/>
          </ac:spMkLst>
        </pc:spChg>
        <pc:spChg chg="add del">
          <ac:chgData name="Zheng Fei" userId="d19317889db4c986" providerId="LiveId" clId="{CD6DD313-8977-494E-BA8C-7218F812E0B8}" dt="2023-03-08T05:11:52.996" v="2235" actId="26606"/>
          <ac:spMkLst>
            <pc:docMk/>
            <pc:sldMk cId="278135888" sldId="448"/>
            <ac:spMk id="20" creationId="{6CB927A4-E432-4310-9CD5-E89FF5063179}"/>
          </ac:spMkLst>
        </pc:spChg>
        <pc:spChg chg="add del">
          <ac:chgData name="Zheng Fei" userId="d19317889db4c986" providerId="LiveId" clId="{CD6DD313-8977-494E-BA8C-7218F812E0B8}" dt="2023-03-08T05:11:52.996" v="2235" actId="26606"/>
          <ac:spMkLst>
            <pc:docMk/>
            <pc:sldMk cId="278135888" sldId="448"/>
            <ac:spMk id="22" creationId="{E3020543-B24B-4EC4-8FFC-8DD88EEA91A8}"/>
          </ac:spMkLst>
        </pc:spChg>
        <pc:spChg chg="add del">
          <ac:chgData name="Zheng Fei" userId="d19317889db4c986" providerId="LiveId" clId="{CD6DD313-8977-494E-BA8C-7218F812E0B8}" dt="2023-03-08T05:11:55.996" v="2237" actId="26606"/>
          <ac:spMkLst>
            <pc:docMk/>
            <pc:sldMk cId="278135888" sldId="448"/>
            <ac:spMk id="24" creationId="{3346177D-ADC4-4968-B747-5CFCD390B5B9}"/>
          </ac:spMkLst>
        </pc:spChg>
        <pc:spChg chg="add del">
          <ac:chgData name="Zheng Fei" userId="d19317889db4c986" providerId="LiveId" clId="{CD6DD313-8977-494E-BA8C-7218F812E0B8}" dt="2023-03-08T05:11:55.996" v="2237" actId="26606"/>
          <ac:spMkLst>
            <pc:docMk/>
            <pc:sldMk cId="278135888" sldId="448"/>
            <ac:spMk id="25" creationId="{0844A943-BF79-4FEA-ABB1-3BD54D236606}"/>
          </ac:spMkLst>
        </pc:spChg>
        <pc:spChg chg="add del">
          <ac:chgData name="Zheng Fei" userId="d19317889db4c986" providerId="LiveId" clId="{CD6DD313-8977-494E-BA8C-7218F812E0B8}" dt="2023-03-08T05:11:55.996" v="2237" actId="26606"/>
          <ac:spMkLst>
            <pc:docMk/>
            <pc:sldMk cId="278135888" sldId="448"/>
            <ac:spMk id="26" creationId="{6437CC72-F4A8-4DC3-AFAB-D22C482C8100}"/>
          </ac:spMkLst>
        </pc:spChg>
        <pc:spChg chg="add del">
          <ac:chgData name="Zheng Fei" userId="d19317889db4c986" providerId="LiveId" clId="{CD6DD313-8977-494E-BA8C-7218F812E0B8}" dt="2023-03-08T05:11:58.563" v="2239" actId="26606"/>
          <ac:spMkLst>
            <pc:docMk/>
            <pc:sldMk cId="278135888" sldId="448"/>
            <ac:spMk id="28" creationId="{12609869-9E80-471B-A487-A53288E0E791}"/>
          </ac:spMkLst>
        </pc:spChg>
        <pc:spChg chg="add del">
          <ac:chgData name="Zheng Fei" userId="d19317889db4c986" providerId="LiveId" clId="{CD6DD313-8977-494E-BA8C-7218F812E0B8}" dt="2023-03-08T05:11:58.563" v="2239" actId="26606"/>
          <ac:spMkLst>
            <pc:docMk/>
            <pc:sldMk cId="278135888" sldId="448"/>
            <ac:spMk id="29" creationId="{7004738A-9D34-43E8-97D2-CA0EED4F8BE0}"/>
          </ac:spMkLst>
        </pc:spChg>
        <pc:spChg chg="add del">
          <ac:chgData name="Zheng Fei" userId="d19317889db4c986" providerId="LiveId" clId="{CD6DD313-8977-494E-BA8C-7218F812E0B8}" dt="2023-03-08T05:11:58.563" v="2239" actId="26606"/>
          <ac:spMkLst>
            <pc:docMk/>
            <pc:sldMk cId="278135888" sldId="448"/>
            <ac:spMk id="30" creationId="{B8B8D07F-F13E-443E-BA68-2D26672D76B9}"/>
          </ac:spMkLst>
        </pc:spChg>
        <pc:spChg chg="add del">
          <ac:chgData name="Zheng Fei" userId="d19317889db4c986" providerId="LiveId" clId="{CD6DD313-8977-494E-BA8C-7218F812E0B8}" dt="2023-03-08T05:11:58.563" v="2239" actId="26606"/>
          <ac:spMkLst>
            <pc:docMk/>
            <pc:sldMk cId="278135888" sldId="448"/>
            <ac:spMk id="31" creationId="{2813A4FA-24A5-41ED-A534-3807D1B2F344}"/>
          </ac:spMkLst>
        </pc:spChg>
        <pc:spChg chg="add del">
          <ac:chgData name="Zheng Fei" userId="d19317889db4c986" providerId="LiveId" clId="{CD6DD313-8977-494E-BA8C-7218F812E0B8}" dt="2023-03-08T05:11:58.563" v="2239" actId="26606"/>
          <ac:spMkLst>
            <pc:docMk/>
            <pc:sldMk cId="278135888" sldId="448"/>
            <ac:spMk id="32" creationId="{C3944F27-CA70-4E84-A51A-E6BF89558979}"/>
          </ac:spMkLst>
        </pc:spChg>
        <pc:spChg chg="add">
          <ac:chgData name="Zheng Fei" userId="d19317889db4c986" providerId="LiveId" clId="{CD6DD313-8977-494E-BA8C-7218F812E0B8}" dt="2023-03-08T05:12:12.885" v="2242" actId="26606"/>
          <ac:spMkLst>
            <pc:docMk/>
            <pc:sldMk cId="278135888" sldId="448"/>
            <ac:spMk id="36" creationId="{FF0330B1-AAAC-427D-8A95-40380162BC65}"/>
          </ac:spMkLst>
        </pc:spChg>
        <pc:picChg chg="add mod">
          <ac:chgData name="Zheng Fei" userId="d19317889db4c986" providerId="LiveId" clId="{CD6DD313-8977-494E-BA8C-7218F812E0B8}" dt="2023-03-08T05:13:10.060" v="2251" actId="1076"/>
          <ac:picMkLst>
            <pc:docMk/>
            <pc:sldMk cId="278135888" sldId="448"/>
            <ac:picMk id="3" creationId="{79830768-3365-C925-29C4-D44211AEA983}"/>
          </ac:picMkLst>
        </pc:picChg>
        <pc:cxnChg chg="add del">
          <ac:chgData name="Zheng Fei" userId="d19317889db4c986" providerId="LiveId" clId="{CD6DD313-8977-494E-BA8C-7218F812E0B8}" dt="2023-03-08T05:11:52.996" v="2235" actId="26606"/>
          <ac:cxnSpMkLst>
            <pc:docMk/>
            <pc:sldMk cId="278135888" sldId="448"/>
            <ac:cxnSpMk id="18" creationId="{7EB498BD-8089-4626-91EA-4978EBEF535E}"/>
          </ac:cxnSpMkLst>
        </pc:cxnChg>
        <pc:cxnChg chg="add del">
          <ac:chgData name="Zheng Fei" userId="d19317889db4c986" providerId="LiveId" clId="{CD6DD313-8977-494E-BA8C-7218F812E0B8}" dt="2023-03-08T05:12:12.881" v="2241" actId="26606"/>
          <ac:cxnSpMkLst>
            <pc:docMk/>
            <pc:sldMk cId="278135888" sldId="448"/>
            <ac:cxnSpMk id="34" creationId="{39B7FDC9-F0CE-43A7-9F2A-83DD09DC3453}"/>
          </ac:cxnSpMkLst>
        </pc:cxnChg>
      </pc:sldChg>
      <pc:sldChg chg="addSp delSp modSp new del mod delAnim modAnim">
        <pc:chgData name="Zheng Fei" userId="d19317889db4c986" providerId="LiveId" clId="{CD6DD313-8977-494E-BA8C-7218F812E0B8}" dt="2023-03-08T05:13:06.121" v="2250" actId="2696"/>
        <pc:sldMkLst>
          <pc:docMk/>
          <pc:sldMk cId="392464472" sldId="449"/>
        </pc:sldMkLst>
        <pc:spChg chg="del">
          <ac:chgData name="Zheng Fei" userId="d19317889db4c986" providerId="LiveId" clId="{CD6DD313-8977-494E-BA8C-7218F812E0B8}" dt="2023-03-08T03:16:52.122" v="521" actId="478"/>
          <ac:spMkLst>
            <pc:docMk/>
            <pc:sldMk cId="392464472" sldId="449"/>
            <ac:spMk id="2" creationId="{974F75B3-7CB3-CEA6-B77A-ECE33B2AE08B}"/>
          </ac:spMkLst>
        </pc:spChg>
        <pc:spChg chg="del">
          <ac:chgData name="Zheng Fei" userId="d19317889db4c986" providerId="LiveId" clId="{CD6DD313-8977-494E-BA8C-7218F812E0B8}" dt="2023-03-08T03:16:50.916" v="520" actId="478"/>
          <ac:spMkLst>
            <pc:docMk/>
            <pc:sldMk cId="392464472" sldId="449"/>
            <ac:spMk id="3" creationId="{8A3354EC-6D72-81A6-5FBC-532C651A69D4}"/>
          </ac:spMkLst>
        </pc:spChg>
        <pc:spChg chg="add del mod">
          <ac:chgData name="Zheng Fei" userId="d19317889db4c986" providerId="LiveId" clId="{CD6DD313-8977-494E-BA8C-7218F812E0B8}" dt="2023-03-08T05:09:58.880" v="2225" actId="21"/>
          <ac:spMkLst>
            <pc:docMk/>
            <pc:sldMk cId="392464472" sldId="449"/>
            <ac:spMk id="5" creationId="{977DE103-BF2D-3574-38EE-70FCE67BEF5A}"/>
          </ac:spMkLst>
        </pc:spChg>
        <pc:spChg chg="add del mod">
          <ac:chgData name="Zheng Fei" userId="d19317889db4c986" providerId="LiveId" clId="{CD6DD313-8977-494E-BA8C-7218F812E0B8}" dt="2023-03-08T05:09:58.880" v="2225" actId="21"/>
          <ac:spMkLst>
            <pc:docMk/>
            <pc:sldMk cId="392464472" sldId="449"/>
            <ac:spMk id="7" creationId="{F053C658-AA9C-C60F-98AD-3E81418F9EAB}"/>
          </ac:spMkLst>
        </pc:spChg>
        <pc:picChg chg="add del mod">
          <ac:chgData name="Zheng Fei" userId="d19317889db4c986" providerId="LiveId" clId="{CD6DD313-8977-494E-BA8C-7218F812E0B8}" dt="2023-03-08T05:09:58.880" v="2225" actId="21"/>
          <ac:picMkLst>
            <pc:docMk/>
            <pc:sldMk cId="392464472" sldId="449"/>
            <ac:picMk id="4" creationId="{128FC5CE-C5F7-B0FD-65B6-3913D2214B75}"/>
          </ac:picMkLst>
        </pc:picChg>
      </pc:sldChg>
      <pc:sldChg chg="addSp modSp add del mod ord">
        <pc:chgData name="Zheng Fei" userId="d19317889db4c986" providerId="LiveId" clId="{CD6DD313-8977-494E-BA8C-7218F812E0B8}" dt="2023-03-08T06:22:25.539" v="2274" actId="2696"/>
        <pc:sldMkLst>
          <pc:docMk/>
          <pc:sldMk cId="2632670443" sldId="450"/>
        </pc:sldMkLst>
        <pc:spChg chg="add mod">
          <ac:chgData name="Zheng Fei" userId="d19317889db4c986" providerId="LiveId" clId="{CD6DD313-8977-494E-BA8C-7218F812E0B8}" dt="2023-03-08T03:20:04.125" v="586" actId="20577"/>
          <ac:spMkLst>
            <pc:docMk/>
            <pc:sldMk cId="2632670443" sldId="450"/>
            <ac:spMk id="2" creationId="{BE397AC4-A884-D1A9-6D5A-5EF1753EC3BC}"/>
          </ac:spMkLst>
        </pc:spChg>
        <pc:spChg chg="mod">
          <ac:chgData name="Zheng Fei" userId="d19317889db4c986" providerId="LiveId" clId="{CD6DD313-8977-494E-BA8C-7218F812E0B8}" dt="2023-03-08T03:20:10.826" v="588" actId="20577"/>
          <ac:spMkLst>
            <pc:docMk/>
            <pc:sldMk cId="2632670443" sldId="450"/>
            <ac:spMk id="5" creationId="{977DE103-BF2D-3574-38EE-70FCE67BEF5A}"/>
          </ac:spMkLst>
        </pc:spChg>
      </pc:sldChg>
      <pc:sldChg chg="addSp delSp modSp add mod ord modAnim">
        <pc:chgData name="Zheng Fei" userId="d19317889db4c986" providerId="LiveId" clId="{CD6DD313-8977-494E-BA8C-7218F812E0B8}" dt="2023-03-08T07:01:23.517" v="3543"/>
        <pc:sldMkLst>
          <pc:docMk/>
          <pc:sldMk cId="4055555711" sldId="450"/>
        </pc:sldMkLst>
        <pc:spChg chg="mod">
          <ac:chgData name="Zheng Fei" userId="d19317889db4c986" providerId="LiveId" clId="{CD6DD313-8977-494E-BA8C-7218F812E0B8}" dt="2023-03-08T07:01:20.911" v="3542" actId="1076"/>
          <ac:spMkLst>
            <pc:docMk/>
            <pc:sldMk cId="4055555711" sldId="450"/>
            <ac:spMk id="2" creationId="{BE397AC4-A884-D1A9-6D5A-5EF1753EC3BC}"/>
          </ac:spMkLst>
        </pc:spChg>
        <pc:spChg chg="add mod">
          <ac:chgData name="Zheng Fei" userId="d19317889db4c986" providerId="LiveId" clId="{CD6DD313-8977-494E-BA8C-7218F812E0B8}" dt="2023-03-08T06:38:11.300" v="3377"/>
          <ac:spMkLst>
            <pc:docMk/>
            <pc:sldMk cId="4055555711" sldId="450"/>
            <ac:spMk id="3" creationId="{0F342F32-2EB8-5816-60D1-B48AF658B0E3}"/>
          </ac:spMkLst>
        </pc:spChg>
        <pc:spChg chg="del">
          <ac:chgData name="Zheng Fei" userId="d19317889db4c986" providerId="LiveId" clId="{CD6DD313-8977-494E-BA8C-7218F812E0B8}" dt="2023-03-08T07:01:00.100" v="3536" actId="478"/>
          <ac:spMkLst>
            <pc:docMk/>
            <pc:sldMk cId="4055555711" sldId="450"/>
            <ac:spMk id="5" creationId="{977DE103-BF2D-3574-38EE-70FCE67BEF5A}"/>
          </ac:spMkLst>
        </pc:spChg>
        <pc:spChg chg="del">
          <ac:chgData name="Zheng Fei" userId="d19317889db4c986" providerId="LiveId" clId="{CD6DD313-8977-494E-BA8C-7218F812E0B8}" dt="2023-03-08T07:00:58.523" v="3535" actId="478"/>
          <ac:spMkLst>
            <pc:docMk/>
            <pc:sldMk cId="4055555711" sldId="450"/>
            <ac:spMk id="7" creationId="{F053C658-AA9C-C60F-98AD-3E81418F9EAB}"/>
          </ac:spMkLst>
        </pc:spChg>
        <pc:spChg chg="add mod">
          <ac:chgData name="Zheng Fei" userId="d19317889db4c986" providerId="LiveId" clId="{CD6DD313-8977-494E-BA8C-7218F812E0B8}" dt="2023-03-08T07:01:00.579" v="3537"/>
          <ac:spMkLst>
            <pc:docMk/>
            <pc:sldMk cId="4055555711" sldId="450"/>
            <ac:spMk id="8" creationId="{B2D87429-54FB-1D81-EED1-87008FAAABED}"/>
          </ac:spMkLst>
        </pc:spChg>
        <pc:spChg chg="add mod">
          <ac:chgData name="Zheng Fei" userId="d19317889db4c986" providerId="LiveId" clId="{CD6DD313-8977-494E-BA8C-7218F812E0B8}" dt="2023-03-08T07:01:00.579" v="3537"/>
          <ac:spMkLst>
            <pc:docMk/>
            <pc:sldMk cId="4055555711" sldId="450"/>
            <ac:spMk id="9" creationId="{288D1D7A-5D19-E485-E413-8C7FA2B383E5}"/>
          </ac:spMkLst>
        </pc:spChg>
        <pc:picChg chg="mod">
          <ac:chgData name="Zheng Fei" userId="d19317889db4c986" providerId="LiveId" clId="{CD6DD313-8977-494E-BA8C-7218F812E0B8}" dt="2023-03-08T06:22:50.616" v="2277" actId="1076"/>
          <ac:picMkLst>
            <pc:docMk/>
            <pc:sldMk cId="4055555711" sldId="450"/>
            <ac:picMk id="4" creationId="{128FC5CE-C5F7-B0FD-65B6-3913D2214B75}"/>
          </ac:picMkLst>
        </pc:picChg>
        <pc:cxnChg chg="add mod">
          <ac:chgData name="Zheng Fei" userId="d19317889db4c986" providerId="LiveId" clId="{CD6DD313-8977-494E-BA8C-7218F812E0B8}" dt="2023-03-08T06:22:45.117" v="2276"/>
          <ac:cxnSpMkLst>
            <pc:docMk/>
            <pc:sldMk cId="4055555711" sldId="450"/>
            <ac:cxnSpMk id="6" creationId="{62025C81-9289-7E8C-669E-E27D78339710}"/>
          </ac:cxnSpMkLst>
        </pc:cxnChg>
      </pc:sldChg>
      <pc:sldChg chg="addSp delSp modSp add mod replTag">
        <pc:chgData name="Zheng Fei" userId="d19317889db4c986" providerId="LiveId" clId="{CD6DD313-8977-494E-BA8C-7218F812E0B8}" dt="2023-03-08T03:46:05.611" v="1067"/>
        <pc:sldMkLst>
          <pc:docMk/>
          <pc:sldMk cId="1579738183" sldId="451"/>
        </pc:sldMkLst>
        <pc:spChg chg="del mod">
          <ac:chgData name="Zheng Fei" userId="d19317889db4c986" providerId="LiveId" clId="{CD6DD313-8977-494E-BA8C-7218F812E0B8}" dt="2023-03-08T03:44:25.907" v="590"/>
          <ac:spMkLst>
            <pc:docMk/>
            <pc:sldMk cId="1579738183" sldId="451"/>
            <ac:spMk id="2" creationId="{72BAA06D-2873-222C-3674-69366B7B2E77}"/>
          </ac:spMkLst>
        </pc:spChg>
        <pc:spChg chg="del mod">
          <ac:chgData name="Zheng Fei" userId="d19317889db4c986" providerId="LiveId" clId="{CD6DD313-8977-494E-BA8C-7218F812E0B8}" dt="2023-03-08T03:44:25.907" v="590"/>
          <ac:spMkLst>
            <pc:docMk/>
            <pc:sldMk cId="1579738183" sldId="451"/>
            <ac:spMk id="3" creationId="{F2B7CA39-6574-E531-39E6-E04A6608B9A6}"/>
          </ac:spMkLst>
        </pc:spChg>
        <pc:spChg chg="add mod replST">
          <ac:chgData name="Zheng Fei" userId="d19317889db4c986" providerId="LiveId" clId="{CD6DD313-8977-494E-BA8C-7218F812E0B8}" dt="2023-03-08T03:46:05.611" v="1066"/>
          <ac:spMkLst>
            <pc:docMk/>
            <pc:sldMk cId="1579738183" sldId="451"/>
            <ac:spMk id="6" creationId="{0BF9581C-54B9-47AF-D85A-A93125115CFD}"/>
          </ac:spMkLst>
        </pc:spChg>
        <pc:spChg chg="add mod replST">
          <ac:chgData name="Zheng Fei" userId="d19317889db4c986" providerId="LiveId" clId="{CD6DD313-8977-494E-BA8C-7218F812E0B8}" dt="2023-03-08T03:44:26.083" v="648"/>
          <ac:spMkLst>
            <pc:docMk/>
            <pc:sldMk cId="1579738183" sldId="451"/>
            <ac:spMk id="7" creationId="{920BDF63-0409-53C8-FF2F-561B6E0482AF}"/>
          </ac:spMkLst>
        </pc:spChg>
        <pc:spChg chg="add mod replST">
          <ac:chgData name="Zheng Fei" userId="d19317889db4c986" providerId="LiveId" clId="{CD6DD313-8977-494E-BA8C-7218F812E0B8}" dt="2023-03-08T03:44:26.083" v="648"/>
          <ac:spMkLst>
            <pc:docMk/>
            <pc:sldMk cId="1579738183" sldId="451"/>
            <ac:spMk id="8" creationId="{D035E861-8B1F-67AB-96A5-B0A3A5F78325}"/>
          </ac:spMkLst>
        </pc:spChg>
        <pc:spChg chg="add mod replST">
          <ac:chgData name="Zheng Fei" userId="d19317889db4c986" providerId="LiveId" clId="{CD6DD313-8977-494E-BA8C-7218F812E0B8}" dt="2023-03-08T03:44:26.083" v="648"/>
          <ac:spMkLst>
            <pc:docMk/>
            <pc:sldMk cId="1579738183" sldId="451"/>
            <ac:spMk id="9" creationId="{AAF295AA-5CCB-7020-C049-C6C73D8B8BD3}"/>
          </ac:spMkLst>
        </pc:spChg>
        <pc:spChg chg="add mod replST">
          <ac:chgData name="Zheng Fei" userId="d19317889db4c986" providerId="LiveId" clId="{CD6DD313-8977-494E-BA8C-7218F812E0B8}" dt="2023-03-08T03:45:55.453" v="1051" actId="113"/>
          <ac:spMkLst>
            <pc:docMk/>
            <pc:sldMk cId="1579738183" sldId="451"/>
            <ac:spMk id="11" creationId="{3702DE41-28FB-6A53-D1E7-E24F8BB1A2F3}"/>
          </ac:spMkLst>
        </pc:spChg>
        <pc:spChg chg="add mod replST">
          <ac:chgData name="Zheng Fei" userId="d19317889db4c986" providerId="LiveId" clId="{CD6DD313-8977-494E-BA8C-7218F812E0B8}" dt="2023-03-08T03:45:51.218" v="1045" actId="207"/>
          <ac:spMkLst>
            <pc:docMk/>
            <pc:sldMk cId="1579738183" sldId="451"/>
            <ac:spMk id="12" creationId="{2507DC10-2379-84D0-1A5D-E9D90428063D}"/>
          </ac:spMkLst>
        </pc:spChg>
        <pc:spChg chg="add mod replST">
          <ac:chgData name="Zheng Fei" userId="d19317889db4c986" providerId="LiveId" clId="{CD6DD313-8977-494E-BA8C-7218F812E0B8}" dt="2023-03-08T03:45:51.218" v="1045" actId="207"/>
          <ac:spMkLst>
            <pc:docMk/>
            <pc:sldMk cId="1579738183" sldId="451"/>
            <ac:spMk id="13" creationId="{63EBAD04-DF08-E3C9-3DC2-A35BA1B29E33}"/>
          </ac:spMkLst>
        </pc:spChg>
        <pc:spChg chg="add mod replST">
          <ac:chgData name="Zheng Fei" userId="d19317889db4c986" providerId="LiveId" clId="{CD6DD313-8977-494E-BA8C-7218F812E0B8}" dt="2023-03-08T03:45:51.218" v="1045" actId="207"/>
          <ac:spMkLst>
            <pc:docMk/>
            <pc:sldMk cId="1579738183" sldId="451"/>
            <ac:spMk id="14" creationId="{81552E26-D5D9-895D-FDCE-50CB92FB8957}"/>
          </ac:spMkLst>
        </pc:spChg>
        <pc:spChg chg="add del mod replST">
          <ac:chgData name="Zheng Fei" userId="d19317889db4c986" providerId="LiveId" clId="{CD6DD313-8977-494E-BA8C-7218F812E0B8}" dt="2023-03-08T03:45:35.707" v="995" actId="478"/>
          <ac:spMkLst>
            <pc:docMk/>
            <pc:sldMk cId="1579738183" sldId="451"/>
            <ac:spMk id="15" creationId="{956FCC79-0644-FA0C-DF94-16667B6B55E4}"/>
          </ac:spMkLst>
        </pc:spChg>
        <pc:spChg chg="add mod replST">
          <ac:chgData name="Zheng Fei" userId="d19317889db4c986" providerId="LiveId" clId="{CD6DD313-8977-494E-BA8C-7218F812E0B8}" dt="2023-03-08T03:46:05.609" v="1063" actId="20577"/>
          <ac:spMkLst>
            <pc:docMk/>
            <pc:sldMk cId="1579738183" sldId="451"/>
            <ac:spMk id="16" creationId="{8DF31844-F9D0-C22D-E64D-B6BE00EA4D4C}"/>
          </ac:spMkLst>
        </pc:spChg>
        <pc:spChg chg="add mod replST">
          <ac:chgData name="Zheng Fei" userId="d19317889db4c986" providerId="LiveId" clId="{CD6DD313-8977-494E-BA8C-7218F812E0B8}" dt="2023-03-08T03:46:05.610" v="1064" actId="20577"/>
          <ac:spMkLst>
            <pc:docMk/>
            <pc:sldMk cId="1579738183" sldId="451"/>
            <ac:spMk id="17" creationId="{BD26929F-2E41-92AB-1715-CE07CF24C148}"/>
          </ac:spMkLst>
        </pc:spChg>
        <pc:spChg chg="add mod replST">
          <ac:chgData name="Zheng Fei" userId="d19317889db4c986" providerId="LiveId" clId="{CD6DD313-8977-494E-BA8C-7218F812E0B8}" dt="2023-03-08T03:46:05.610" v="1065" actId="20577"/>
          <ac:spMkLst>
            <pc:docMk/>
            <pc:sldMk cId="1579738183" sldId="451"/>
            <ac:spMk id="18" creationId="{928D4BEA-B773-4AA2-A048-2012F1915113}"/>
          </ac:spMkLst>
        </pc:spChg>
        <pc:spChg chg="add del mod replST">
          <ac:chgData name="Zheng Fei" userId="d19317889db4c986" providerId="LiveId" clId="{CD6DD313-8977-494E-BA8C-7218F812E0B8}" dt="2023-03-08T03:45:39.757" v="1008" actId="478"/>
          <ac:spMkLst>
            <pc:docMk/>
            <pc:sldMk cId="1579738183" sldId="451"/>
            <ac:spMk id="19" creationId="{7D8B5C06-CE38-4B68-C4F3-25CFACC05502}"/>
          </ac:spMkLst>
        </pc:spChg>
        <pc:spChg chg="add mod replST">
          <ac:chgData name="Zheng Fei" userId="d19317889db4c986" providerId="LiveId" clId="{CD6DD313-8977-494E-BA8C-7218F812E0B8}" dt="2023-03-08T03:44:26.153" v="840"/>
          <ac:spMkLst>
            <pc:docMk/>
            <pc:sldMk cId="1579738183" sldId="451"/>
            <ac:spMk id="20" creationId="{87DF0E22-B399-4A91-1EEC-B03BFBA3942B}"/>
          </ac:spMkLst>
        </pc:spChg>
        <pc:spChg chg="add del mod replST">
          <ac:chgData name="Zheng Fei" userId="d19317889db4c986" providerId="LiveId" clId="{CD6DD313-8977-494E-BA8C-7218F812E0B8}" dt="2023-03-08T03:45:42.285" v="1028"/>
          <ac:spMkLst>
            <pc:docMk/>
            <pc:sldMk cId="1579738183" sldId="451"/>
            <ac:spMk id="21" creationId="{72226C51-8975-5827-2654-5E84CBA5B6D2}"/>
          </ac:spMkLst>
        </pc:spChg>
        <pc:grpChg chg="add mod replST">
          <ac:chgData name="Zheng Fei" userId="d19317889db4c986" providerId="LiveId" clId="{CD6DD313-8977-494E-BA8C-7218F812E0B8}" dt="2023-03-08T03:44:26.083" v="649"/>
          <ac:grpSpMkLst>
            <pc:docMk/>
            <pc:sldMk cId="1579738183" sldId="451"/>
            <ac:grpSpMk id="10" creationId="{ED6C703C-475A-65D1-FF01-CC2975477CBC}"/>
          </ac:grpSpMkLst>
        </pc:grpChg>
        <pc:picChg chg="add mod replST">
          <ac:chgData name="Zheng Fei" userId="d19317889db4c986" providerId="LiveId" clId="{CD6DD313-8977-494E-BA8C-7218F812E0B8}" dt="2023-03-08T03:46:05.611" v="1067"/>
          <ac:picMkLst>
            <pc:docMk/>
            <pc:sldMk cId="1579738183" sldId="451"/>
            <ac:picMk id="5" creationId="{82DBB991-6A42-F267-FA68-92C98381EECB}"/>
          </ac:picMkLst>
        </pc:picChg>
      </pc:sldChg>
      <pc:sldChg chg="addSp delSp modSp add mod replTag">
        <pc:chgData name="Zheng Fei" userId="d19317889db4c986" providerId="LiveId" clId="{CD6DD313-8977-494E-BA8C-7218F812E0B8}" dt="2023-03-08T04:59:49.552" v="2126"/>
        <pc:sldMkLst>
          <pc:docMk/>
          <pc:sldMk cId="3081584186" sldId="452"/>
        </pc:sldMkLst>
        <pc:spChg chg="del mod">
          <ac:chgData name="Zheng Fei" userId="d19317889db4c986" providerId="LiveId" clId="{CD6DD313-8977-494E-BA8C-7218F812E0B8}" dt="2023-03-08T03:46:18.859" v="1069"/>
          <ac:spMkLst>
            <pc:docMk/>
            <pc:sldMk cId="3081584186" sldId="452"/>
            <ac:spMk id="2" creationId="{B0AEFEE2-4678-554E-63B1-A56E8FA52BF6}"/>
          </ac:spMkLst>
        </pc:spChg>
        <pc:spChg chg="del mod">
          <ac:chgData name="Zheng Fei" userId="d19317889db4c986" providerId="LiveId" clId="{CD6DD313-8977-494E-BA8C-7218F812E0B8}" dt="2023-03-08T03:46:18.859" v="1069"/>
          <ac:spMkLst>
            <pc:docMk/>
            <pc:sldMk cId="3081584186" sldId="452"/>
            <ac:spMk id="3" creationId="{FFED3F60-4431-E899-29F4-D779BF6A5FE1}"/>
          </ac:spMkLst>
        </pc:spChg>
        <pc:spChg chg="add mod replST">
          <ac:chgData name="Zheng Fei" userId="d19317889db4c986" providerId="LiveId" clId="{CD6DD313-8977-494E-BA8C-7218F812E0B8}" dt="2023-03-08T04:59:49.552" v="2125"/>
          <ac:spMkLst>
            <pc:docMk/>
            <pc:sldMk cId="3081584186" sldId="452"/>
            <ac:spMk id="6" creationId="{F6A21E2A-F072-C0A0-9DBF-5EB1A898D789}"/>
          </ac:spMkLst>
        </pc:spChg>
        <pc:spChg chg="add mod replST">
          <ac:chgData name="Zheng Fei" userId="d19317889db4c986" providerId="LiveId" clId="{CD6DD313-8977-494E-BA8C-7218F812E0B8}" dt="2023-03-08T03:46:18.881" v="1127"/>
          <ac:spMkLst>
            <pc:docMk/>
            <pc:sldMk cId="3081584186" sldId="452"/>
            <ac:spMk id="7" creationId="{38C092C8-CC22-E86B-0231-0CF1EE03B42A}"/>
          </ac:spMkLst>
        </pc:spChg>
        <pc:spChg chg="add mod replST">
          <ac:chgData name="Zheng Fei" userId="d19317889db4c986" providerId="LiveId" clId="{CD6DD313-8977-494E-BA8C-7218F812E0B8}" dt="2023-03-08T03:46:18.881" v="1127"/>
          <ac:spMkLst>
            <pc:docMk/>
            <pc:sldMk cId="3081584186" sldId="452"/>
            <ac:spMk id="8" creationId="{504F124F-A998-3B6F-A1B1-5628C9C0116A}"/>
          </ac:spMkLst>
        </pc:spChg>
        <pc:spChg chg="add mod replST">
          <ac:chgData name="Zheng Fei" userId="d19317889db4c986" providerId="LiveId" clId="{CD6DD313-8977-494E-BA8C-7218F812E0B8}" dt="2023-03-08T03:46:18.881" v="1127"/>
          <ac:spMkLst>
            <pc:docMk/>
            <pc:sldMk cId="3081584186" sldId="452"/>
            <ac:spMk id="9" creationId="{CFB637D9-D1D2-BBB5-FA04-856593937297}"/>
          </ac:spMkLst>
        </pc:spChg>
        <pc:spChg chg="add mod replST">
          <ac:chgData name="Zheng Fei" userId="d19317889db4c986" providerId="LiveId" clId="{CD6DD313-8977-494E-BA8C-7218F812E0B8}" dt="2023-03-08T03:47:53.087" v="1399"/>
          <ac:spMkLst>
            <pc:docMk/>
            <pc:sldMk cId="3081584186" sldId="452"/>
            <ac:spMk id="11" creationId="{D01C9655-8A99-617A-0ED1-3B22723AFBCF}"/>
          </ac:spMkLst>
        </pc:spChg>
        <pc:spChg chg="add mod replST">
          <ac:chgData name="Zheng Fei" userId="d19317889db4c986" providerId="LiveId" clId="{CD6DD313-8977-494E-BA8C-7218F812E0B8}" dt="2023-03-08T04:56:26.397" v="1576" actId="20577"/>
          <ac:spMkLst>
            <pc:docMk/>
            <pc:sldMk cId="3081584186" sldId="452"/>
            <ac:spMk id="12" creationId="{8CC6DD86-9231-7366-ED5F-A28591C4F4E4}"/>
          </ac:spMkLst>
        </pc:spChg>
        <pc:spChg chg="add mod replST">
          <ac:chgData name="Zheng Fei" userId="d19317889db4c986" providerId="LiveId" clId="{CD6DD313-8977-494E-BA8C-7218F812E0B8}" dt="2023-03-08T04:56:22.247" v="1554" actId="20577"/>
          <ac:spMkLst>
            <pc:docMk/>
            <pc:sldMk cId="3081584186" sldId="452"/>
            <ac:spMk id="13" creationId="{ABF01A23-8DA2-F899-D718-4A7F821BD7D1}"/>
          </ac:spMkLst>
        </pc:spChg>
        <pc:spChg chg="add mod replST">
          <ac:chgData name="Zheng Fei" userId="d19317889db4c986" providerId="LiveId" clId="{CD6DD313-8977-494E-BA8C-7218F812E0B8}" dt="2023-03-08T04:56:23.112" v="1561" actId="20577"/>
          <ac:spMkLst>
            <pc:docMk/>
            <pc:sldMk cId="3081584186" sldId="452"/>
            <ac:spMk id="14" creationId="{A3E7891E-B9A2-69CA-0A73-CA4430227D97}"/>
          </ac:spMkLst>
        </pc:spChg>
        <pc:spChg chg="add mod replST">
          <ac:chgData name="Zheng Fei" userId="d19317889db4c986" providerId="LiveId" clId="{CD6DD313-8977-494E-BA8C-7218F812E0B8}" dt="2023-03-08T04:56:23.987" v="1568" actId="20577"/>
          <ac:spMkLst>
            <pc:docMk/>
            <pc:sldMk cId="3081584186" sldId="452"/>
            <ac:spMk id="15" creationId="{FBB617A6-C106-F88E-A907-356604AB4941}"/>
          </ac:spMkLst>
        </pc:spChg>
        <pc:spChg chg="add mod replST">
          <ac:chgData name="Zheng Fei" userId="d19317889db4c986" providerId="LiveId" clId="{CD6DD313-8977-494E-BA8C-7218F812E0B8}" dt="2023-03-08T04:59:49.549" v="2121" actId="20577"/>
          <ac:spMkLst>
            <pc:docMk/>
            <pc:sldMk cId="3081584186" sldId="452"/>
            <ac:spMk id="16" creationId="{354A0C93-A07B-F449-5584-398710704315}"/>
          </ac:spMkLst>
        </pc:spChg>
        <pc:spChg chg="add mod replST">
          <ac:chgData name="Zheng Fei" userId="d19317889db4c986" providerId="LiveId" clId="{CD6DD313-8977-494E-BA8C-7218F812E0B8}" dt="2023-03-08T04:59:49.550" v="2122" actId="20577"/>
          <ac:spMkLst>
            <pc:docMk/>
            <pc:sldMk cId="3081584186" sldId="452"/>
            <ac:spMk id="17" creationId="{394E5F17-1B46-C137-2B84-99E0967339CC}"/>
          </ac:spMkLst>
        </pc:spChg>
        <pc:spChg chg="add mod replST">
          <ac:chgData name="Zheng Fei" userId="d19317889db4c986" providerId="LiveId" clId="{CD6DD313-8977-494E-BA8C-7218F812E0B8}" dt="2023-03-08T04:59:49.550" v="2123" actId="20577"/>
          <ac:spMkLst>
            <pc:docMk/>
            <pc:sldMk cId="3081584186" sldId="452"/>
            <ac:spMk id="18" creationId="{8D879923-D96C-2772-71A4-8DFD91CC0218}"/>
          </ac:spMkLst>
        </pc:spChg>
        <pc:spChg chg="add mod replST">
          <ac:chgData name="Zheng Fei" userId="d19317889db4c986" providerId="LiveId" clId="{CD6DD313-8977-494E-BA8C-7218F812E0B8}" dt="2023-03-08T04:59:49.551" v="2124" actId="20577"/>
          <ac:spMkLst>
            <pc:docMk/>
            <pc:sldMk cId="3081584186" sldId="452"/>
            <ac:spMk id="19" creationId="{0FFC02E0-1301-11B5-23FE-4508ABD2FBA8}"/>
          </ac:spMkLst>
        </pc:spChg>
        <pc:spChg chg="add mod replST">
          <ac:chgData name="Zheng Fei" userId="d19317889db4c986" providerId="LiveId" clId="{CD6DD313-8977-494E-BA8C-7218F812E0B8}" dt="2023-03-08T03:46:18.944" v="1319"/>
          <ac:spMkLst>
            <pc:docMk/>
            <pc:sldMk cId="3081584186" sldId="452"/>
            <ac:spMk id="20" creationId="{EFF8D894-2AC6-A2C0-5EAA-0D2ECA5AD2A3}"/>
          </ac:spMkLst>
        </pc:spChg>
        <pc:spChg chg="add del mod replST">
          <ac:chgData name="Zheng Fei" userId="d19317889db4c986" providerId="LiveId" clId="{CD6DD313-8977-494E-BA8C-7218F812E0B8}" dt="2023-03-08T04:56:37.893" v="1607"/>
          <ac:spMkLst>
            <pc:docMk/>
            <pc:sldMk cId="3081584186" sldId="452"/>
            <ac:spMk id="21" creationId="{A5C370E8-6D5D-D2AF-0637-8FAFB90B48B5}"/>
          </ac:spMkLst>
        </pc:spChg>
        <pc:grpChg chg="add mod replST">
          <ac:chgData name="Zheng Fei" userId="d19317889db4c986" providerId="LiveId" clId="{CD6DD313-8977-494E-BA8C-7218F812E0B8}" dt="2023-03-08T03:46:18.881" v="1128"/>
          <ac:grpSpMkLst>
            <pc:docMk/>
            <pc:sldMk cId="3081584186" sldId="452"/>
            <ac:grpSpMk id="10" creationId="{EBCEA752-F6AA-C1E2-0BA2-FAEDB03DD3EF}"/>
          </ac:grpSpMkLst>
        </pc:grpChg>
        <pc:picChg chg="add mod replST">
          <ac:chgData name="Zheng Fei" userId="d19317889db4c986" providerId="LiveId" clId="{CD6DD313-8977-494E-BA8C-7218F812E0B8}" dt="2023-03-08T04:59:49.552" v="2126"/>
          <ac:picMkLst>
            <pc:docMk/>
            <pc:sldMk cId="3081584186" sldId="452"/>
            <ac:picMk id="5" creationId="{250BB127-6A4A-ACFE-0631-E531F64DD85E}"/>
          </ac:picMkLst>
        </pc:picChg>
      </pc:sldChg>
      <pc:sldChg chg="addSp delSp modSp add mod replTag">
        <pc:chgData name="Zheng Fei" userId="d19317889db4c986" providerId="LiveId" clId="{CD6DD313-8977-494E-BA8C-7218F812E0B8}" dt="2023-03-08T07:46:39.996" v="3555"/>
        <pc:sldMkLst>
          <pc:docMk/>
          <pc:sldMk cId="2531077690" sldId="453"/>
        </pc:sldMkLst>
        <pc:spChg chg="del mod">
          <ac:chgData name="Zheng Fei" userId="d19317889db4c986" providerId="LiveId" clId="{CD6DD313-8977-494E-BA8C-7218F812E0B8}" dt="2023-03-08T04:57:05.938" v="1617"/>
          <ac:spMkLst>
            <pc:docMk/>
            <pc:sldMk cId="2531077690" sldId="453"/>
            <ac:spMk id="2" creationId="{4AE2FEA6-E5FA-4D28-8865-707811874541}"/>
          </ac:spMkLst>
        </pc:spChg>
        <pc:spChg chg="del mod">
          <ac:chgData name="Zheng Fei" userId="d19317889db4c986" providerId="LiveId" clId="{CD6DD313-8977-494E-BA8C-7218F812E0B8}" dt="2023-03-08T04:57:05.938" v="1617"/>
          <ac:spMkLst>
            <pc:docMk/>
            <pc:sldMk cId="2531077690" sldId="453"/>
            <ac:spMk id="3" creationId="{FCE2625E-713D-D8B3-7C1E-5C82D4CDE7D3}"/>
          </ac:spMkLst>
        </pc:spChg>
        <pc:spChg chg="add mod replST">
          <ac:chgData name="Zheng Fei" userId="d19317889db4c986" providerId="LiveId" clId="{CD6DD313-8977-494E-BA8C-7218F812E0B8}" dt="2023-03-08T07:46:39.995" v="3554"/>
          <ac:spMkLst>
            <pc:docMk/>
            <pc:sldMk cId="2531077690" sldId="453"/>
            <ac:spMk id="6" creationId="{5DF98F86-9351-1BAD-DDDB-1D8A78938741}"/>
          </ac:spMkLst>
        </pc:spChg>
        <pc:spChg chg="add mod replST">
          <ac:chgData name="Zheng Fei" userId="d19317889db4c986" providerId="LiveId" clId="{CD6DD313-8977-494E-BA8C-7218F812E0B8}" dt="2023-03-08T04:57:05.963" v="1675"/>
          <ac:spMkLst>
            <pc:docMk/>
            <pc:sldMk cId="2531077690" sldId="453"/>
            <ac:spMk id="7" creationId="{271328D2-F568-7D0C-6762-153B96A17D6E}"/>
          </ac:spMkLst>
        </pc:spChg>
        <pc:spChg chg="add mod replST">
          <ac:chgData name="Zheng Fei" userId="d19317889db4c986" providerId="LiveId" clId="{CD6DD313-8977-494E-BA8C-7218F812E0B8}" dt="2023-03-08T04:57:05.963" v="1675"/>
          <ac:spMkLst>
            <pc:docMk/>
            <pc:sldMk cId="2531077690" sldId="453"/>
            <ac:spMk id="8" creationId="{BEE8E1C3-35CE-17BC-77DB-4139758303E3}"/>
          </ac:spMkLst>
        </pc:spChg>
        <pc:spChg chg="add mod replST">
          <ac:chgData name="Zheng Fei" userId="d19317889db4c986" providerId="LiveId" clId="{CD6DD313-8977-494E-BA8C-7218F812E0B8}" dt="2023-03-08T04:57:05.963" v="1675"/>
          <ac:spMkLst>
            <pc:docMk/>
            <pc:sldMk cId="2531077690" sldId="453"/>
            <ac:spMk id="9" creationId="{8A78C9F7-358A-E570-E016-075E2E1E7AA3}"/>
          </ac:spMkLst>
        </pc:spChg>
        <pc:spChg chg="add mod replST">
          <ac:chgData name="Zheng Fei" userId="d19317889db4c986" providerId="LiveId" clId="{CD6DD313-8977-494E-BA8C-7218F812E0B8}" dt="2023-03-08T04:58:48.865" v="2022" actId="207"/>
          <ac:spMkLst>
            <pc:docMk/>
            <pc:sldMk cId="2531077690" sldId="453"/>
            <ac:spMk id="11" creationId="{38EE99DF-7DD1-1735-EECC-A0723586AA72}"/>
          </ac:spMkLst>
        </pc:spChg>
        <pc:spChg chg="add mod replST">
          <ac:chgData name="Zheng Fei" userId="d19317889db4c986" providerId="LiveId" clId="{CD6DD313-8977-494E-BA8C-7218F812E0B8}" dt="2023-03-08T04:59:18.681" v="2061" actId="120"/>
          <ac:spMkLst>
            <pc:docMk/>
            <pc:sldMk cId="2531077690" sldId="453"/>
            <ac:spMk id="12" creationId="{D395AE3B-A595-9986-BD54-2AF21955A9B3}"/>
          </ac:spMkLst>
        </pc:spChg>
        <pc:spChg chg="add mod replST">
          <ac:chgData name="Zheng Fei" userId="d19317889db4c986" providerId="LiveId" clId="{CD6DD313-8977-494E-BA8C-7218F812E0B8}" dt="2023-03-08T04:59:26.550" v="2070" actId="20577"/>
          <ac:spMkLst>
            <pc:docMk/>
            <pc:sldMk cId="2531077690" sldId="453"/>
            <ac:spMk id="13" creationId="{DD09CCCC-1077-1A3A-0EC2-EC7177A6D2CE}"/>
          </ac:spMkLst>
        </pc:spChg>
        <pc:spChg chg="add mod replST">
          <ac:chgData name="Zheng Fei" userId="d19317889db4c986" providerId="LiveId" clId="{CD6DD313-8977-494E-BA8C-7218F812E0B8}" dt="2023-03-08T04:59:33.780" v="2079" actId="120"/>
          <ac:spMkLst>
            <pc:docMk/>
            <pc:sldMk cId="2531077690" sldId="453"/>
            <ac:spMk id="14" creationId="{F34CC5A7-0833-203D-2DDE-D500DDABEFA8}"/>
          </ac:spMkLst>
        </pc:spChg>
        <pc:spChg chg="add mod replST">
          <ac:chgData name="Zheng Fei" userId="d19317889db4c986" providerId="LiveId" clId="{CD6DD313-8977-494E-BA8C-7218F812E0B8}" dt="2023-03-08T04:59:39.097" v="2088" actId="120"/>
          <ac:spMkLst>
            <pc:docMk/>
            <pc:sldMk cId="2531077690" sldId="453"/>
            <ac:spMk id="15" creationId="{F962710D-AF98-EE4B-CC83-AAE8CBA6E700}"/>
          </ac:spMkLst>
        </pc:spChg>
        <pc:spChg chg="add mod replST">
          <ac:chgData name="Zheng Fei" userId="d19317889db4c986" providerId="LiveId" clId="{CD6DD313-8977-494E-BA8C-7218F812E0B8}" dt="2023-03-08T07:46:39.992" v="3550" actId="20577"/>
          <ac:spMkLst>
            <pc:docMk/>
            <pc:sldMk cId="2531077690" sldId="453"/>
            <ac:spMk id="16" creationId="{5644ECEF-36EC-2E5B-7ABA-AB4D1A7C5572}"/>
          </ac:spMkLst>
        </pc:spChg>
        <pc:spChg chg="add mod replST">
          <ac:chgData name="Zheng Fei" userId="d19317889db4c986" providerId="LiveId" clId="{CD6DD313-8977-494E-BA8C-7218F812E0B8}" dt="2023-03-08T07:46:39.993" v="3551" actId="20577"/>
          <ac:spMkLst>
            <pc:docMk/>
            <pc:sldMk cId="2531077690" sldId="453"/>
            <ac:spMk id="17" creationId="{BCE4B23A-AEBC-AF49-47CC-0423AB309D86}"/>
          </ac:spMkLst>
        </pc:spChg>
        <pc:spChg chg="add mod replST">
          <ac:chgData name="Zheng Fei" userId="d19317889db4c986" providerId="LiveId" clId="{CD6DD313-8977-494E-BA8C-7218F812E0B8}" dt="2023-03-08T07:46:39.993" v="3552" actId="20577"/>
          <ac:spMkLst>
            <pc:docMk/>
            <pc:sldMk cId="2531077690" sldId="453"/>
            <ac:spMk id="18" creationId="{7F993BAD-CF73-8E6C-8B66-DB0379B38EB2}"/>
          </ac:spMkLst>
        </pc:spChg>
        <pc:spChg chg="add mod replST">
          <ac:chgData name="Zheng Fei" userId="d19317889db4c986" providerId="LiveId" clId="{CD6DD313-8977-494E-BA8C-7218F812E0B8}" dt="2023-03-08T07:46:39.994" v="3553" actId="20577"/>
          <ac:spMkLst>
            <pc:docMk/>
            <pc:sldMk cId="2531077690" sldId="453"/>
            <ac:spMk id="19" creationId="{9401070A-0C46-8255-FDE6-A67BB039D40A}"/>
          </ac:spMkLst>
        </pc:spChg>
        <pc:spChg chg="add mod replST">
          <ac:chgData name="Zheng Fei" userId="d19317889db4c986" providerId="LiveId" clId="{CD6DD313-8977-494E-BA8C-7218F812E0B8}" dt="2023-03-08T04:57:06.026" v="1867"/>
          <ac:spMkLst>
            <pc:docMk/>
            <pc:sldMk cId="2531077690" sldId="453"/>
            <ac:spMk id="20" creationId="{968D9122-8EB3-899E-94C5-2F0AE1C93FA7}"/>
          </ac:spMkLst>
        </pc:spChg>
        <pc:spChg chg="add del mod replST">
          <ac:chgData name="Zheng Fei" userId="d19317889db4c986" providerId="LiveId" clId="{CD6DD313-8977-494E-BA8C-7218F812E0B8}" dt="2023-03-08T04:59:45.211" v="2113"/>
          <ac:spMkLst>
            <pc:docMk/>
            <pc:sldMk cId="2531077690" sldId="453"/>
            <ac:spMk id="21" creationId="{3A7A6A8C-AADC-D100-D335-30B2CE12AA25}"/>
          </ac:spMkLst>
        </pc:spChg>
        <pc:grpChg chg="add mod replST">
          <ac:chgData name="Zheng Fei" userId="d19317889db4c986" providerId="LiveId" clId="{CD6DD313-8977-494E-BA8C-7218F812E0B8}" dt="2023-03-08T04:57:05.963" v="1676"/>
          <ac:grpSpMkLst>
            <pc:docMk/>
            <pc:sldMk cId="2531077690" sldId="453"/>
            <ac:grpSpMk id="10" creationId="{7E18498C-E7A7-629B-678B-5986938A5676}"/>
          </ac:grpSpMkLst>
        </pc:grpChg>
        <pc:picChg chg="add mod replST">
          <ac:chgData name="Zheng Fei" userId="d19317889db4c986" providerId="LiveId" clId="{CD6DD313-8977-494E-BA8C-7218F812E0B8}" dt="2023-03-08T07:46:39.996" v="3555"/>
          <ac:picMkLst>
            <pc:docMk/>
            <pc:sldMk cId="2531077690" sldId="453"/>
            <ac:picMk id="5" creationId="{B6260FEC-8073-84F9-CE55-1E939DA82A50}"/>
          </ac:picMkLst>
        </pc:picChg>
      </pc:sldChg>
      <pc:sldChg chg="addSp delSp modSp add del mod delAnim modAnim">
        <pc:chgData name="Zheng Fei" userId="d19317889db4c986" providerId="LiveId" clId="{CD6DD313-8977-494E-BA8C-7218F812E0B8}" dt="2023-03-08T05:12:52.679" v="2249" actId="2696"/>
        <pc:sldMkLst>
          <pc:docMk/>
          <pc:sldMk cId="2782115343" sldId="454"/>
        </pc:sldMkLst>
        <pc:spChg chg="add del mod">
          <ac:chgData name="Zheng Fei" userId="d19317889db4c986" providerId="LiveId" clId="{CD6DD313-8977-494E-BA8C-7218F812E0B8}" dt="2023-03-08T05:10:05.515" v="2227" actId="478"/>
          <ac:spMkLst>
            <pc:docMk/>
            <pc:sldMk cId="2782115343" sldId="454"/>
            <ac:spMk id="2" creationId="{38F2B808-C524-2AA1-79EA-CF40318A13AC}"/>
          </ac:spMkLst>
        </pc:spChg>
        <pc:spChg chg="del">
          <ac:chgData name="Zheng Fei" userId="d19317889db4c986" providerId="LiveId" clId="{CD6DD313-8977-494E-BA8C-7218F812E0B8}" dt="2023-03-08T05:10:02.969" v="2226" actId="478"/>
          <ac:spMkLst>
            <pc:docMk/>
            <pc:sldMk cId="2782115343" sldId="454"/>
            <ac:spMk id="4" creationId="{8925BDF3-805F-0E2C-3C02-4C2520497E4C}"/>
          </ac:spMkLst>
        </pc:spChg>
        <pc:spChg chg="add del mod">
          <ac:chgData name="Zheng Fei" userId="d19317889db4c986" providerId="LiveId" clId="{CD6DD313-8977-494E-BA8C-7218F812E0B8}" dt="2023-03-08T05:12:46.647" v="2246" actId="21"/>
          <ac:spMkLst>
            <pc:docMk/>
            <pc:sldMk cId="2782115343" sldId="454"/>
            <ac:spMk id="6" creationId="{BD953208-30C7-1BCE-91EB-F9459C20C2EC}"/>
          </ac:spMkLst>
        </pc:spChg>
        <pc:spChg chg="add del mod">
          <ac:chgData name="Zheng Fei" userId="d19317889db4c986" providerId="LiveId" clId="{CD6DD313-8977-494E-BA8C-7218F812E0B8}" dt="2023-03-08T05:12:46.647" v="2246" actId="21"/>
          <ac:spMkLst>
            <pc:docMk/>
            <pc:sldMk cId="2782115343" sldId="454"/>
            <ac:spMk id="7" creationId="{54A96034-09D6-FFB9-4ECC-D3E1F2E12FC7}"/>
          </ac:spMkLst>
        </pc:spChg>
        <pc:picChg chg="add del mod">
          <ac:chgData name="Zheng Fei" userId="d19317889db4c986" providerId="LiveId" clId="{CD6DD313-8977-494E-BA8C-7218F812E0B8}" dt="2023-03-08T05:12:46.647" v="2246" actId="21"/>
          <ac:picMkLst>
            <pc:docMk/>
            <pc:sldMk cId="2782115343" sldId="454"/>
            <ac:picMk id="5" creationId="{9FA54533-506E-2EEB-CF05-732A4EA77654}"/>
          </ac:picMkLst>
        </pc:picChg>
      </pc:sldChg>
      <pc:sldChg chg="addSp delSp modSp add mod modAnim">
        <pc:chgData name="Zheng Fei" userId="d19317889db4c986" providerId="LiveId" clId="{CD6DD313-8977-494E-BA8C-7218F812E0B8}" dt="2023-03-08T06:59:52.689" v="3534" actId="20577"/>
        <pc:sldMkLst>
          <pc:docMk/>
          <pc:sldMk cId="1200712742" sldId="455"/>
        </pc:sldMkLst>
        <pc:spChg chg="add del mod">
          <ac:chgData name="Zheng Fei" userId="d19317889db4c986" providerId="LiveId" clId="{CD6DD313-8977-494E-BA8C-7218F812E0B8}" dt="2023-03-08T05:12:41.581" v="2245" actId="478"/>
          <ac:spMkLst>
            <pc:docMk/>
            <pc:sldMk cId="1200712742" sldId="455"/>
            <ac:spMk id="2" creationId="{5ABEAFA1-61FB-B603-0159-ACEB0A0BDE83}"/>
          </ac:spMkLst>
        </pc:spChg>
        <pc:spChg chg="del">
          <ac:chgData name="Zheng Fei" userId="d19317889db4c986" providerId="LiveId" clId="{CD6DD313-8977-494E-BA8C-7218F812E0B8}" dt="2023-03-08T05:12:37.779" v="2244" actId="478"/>
          <ac:spMkLst>
            <pc:docMk/>
            <pc:sldMk cId="1200712742" sldId="455"/>
            <ac:spMk id="4" creationId="{8925BDF3-805F-0E2C-3C02-4C2520497E4C}"/>
          </ac:spMkLst>
        </pc:spChg>
        <pc:spChg chg="add mod">
          <ac:chgData name="Zheng Fei" userId="d19317889db4c986" providerId="LiveId" clId="{CD6DD313-8977-494E-BA8C-7218F812E0B8}" dt="2023-03-08T06:59:44.749" v="3530" actId="16959"/>
          <ac:spMkLst>
            <pc:docMk/>
            <pc:sldMk cId="1200712742" sldId="455"/>
            <ac:spMk id="6" creationId="{2CF391FC-6EAC-EE92-5CF6-9646F721AF8C}"/>
          </ac:spMkLst>
        </pc:spChg>
        <pc:spChg chg="add mod">
          <ac:chgData name="Zheng Fei" userId="d19317889db4c986" providerId="LiveId" clId="{CD6DD313-8977-494E-BA8C-7218F812E0B8}" dt="2023-03-08T06:59:52.689" v="3534" actId="20577"/>
          <ac:spMkLst>
            <pc:docMk/>
            <pc:sldMk cId="1200712742" sldId="455"/>
            <ac:spMk id="7" creationId="{8AE1B59D-EC94-1EC7-6D54-065CC29E0739}"/>
          </ac:spMkLst>
        </pc:spChg>
        <pc:picChg chg="mod">
          <ac:chgData name="Zheng Fei" userId="d19317889db4c986" providerId="LiveId" clId="{CD6DD313-8977-494E-BA8C-7218F812E0B8}" dt="2023-03-08T05:13:34.711" v="2257" actId="1076"/>
          <ac:picMkLst>
            <pc:docMk/>
            <pc:sldMk cId="1200712742" sldId="455"/>
            <ac:picMk id="3" creationId="{79830768-3365-C925-29C4-D44211AEA983}"/>
          </ac:picMkLst>
        </pc:picChg>
        <pc:picChg chg="add mod">
          <ac:chgData name="Zheng Fei" userId="d19317889db4c986" providerId="LiveId" clId="{CD6DD313-8977-494E-BA8C-7218F812E0B8}" dt="2023-03-08T05:13:25.461" v="2255" actId="1076"/>
          <ac:picMkLst>
            <pc:docMk/>
            <pc:sldMk cId="1200712742" sldId="455"/>
            <ac:picMk id="5" creationId="{710651DC-7137-12F7-26ED-05944556C922}"/>
          </ac:picMkLst>
        </pc:picChg>
      </pc:sldChg>
      <pc:sldChg chg="addSp delSp modSp add mod replTag">
        <pc:chgData name="Zheng Fei" userId="d19317889db4c986" providerId="LiveId" clId="{CD6DD313-8977-494E-BA8C-7218F812E0B8}" dt="2023-03-08T08:21:54.880" v="4078"/>
        <pc:sldMkLst>
          <pc:docMk/>
          <pc:sldMk cId="1080366133" sldId="456"/>
        </pc:sldMkLst>
        <pc:spChg chg="add mod replST">
          <ac:chgData name="Zheng Fei" userId="d19317889db4c986" providerId="LiveId" clId="{CD6DD313-8977-494E-BA8C-7218F812E0B8}" dt="2023-03-08T08:21:54.880" v="4077"/>
          <ac:spMkLst>
            <pc:docMk/>
            <pc:sldMk cId="1080366133" sldId="456"/>
            <ac:spMk id="4" creationId="{04DBBFDD-386D-4789-3D23-593BDC774BAA}"/>
          </ac:spMkLst>
        </pc:spChg>
        <pc:spChg chg="add mod replST">
          <ac:chgData name="Zheng Fei" userId="d19317889db4c986" providerId="LiveId" clId="{CD6DD313-8977-494E-BA8C-7218F812E0B8}" dt="2023-03-08T06:25:02.257" v="2336"/>
          <ac:spMkLst>
            <pc:docMk/>
            <pc:sldMk cId="1080366133" sldId="456"/>
            <ac:spMk id="5" creationId="{1D03A6B2-E8A6-322B-C993-F7D4A12B7027}"/>
          </ac:spMkLst>
        </pc:spChg>
        <pc:spChg chg="add mod replST">
          <ac:chgData name="Zheng Fei" userId="d19317889db4c986" providerId="LiveId" clId="{CD6DD313-8977-494E-BA8C-7218F812E0B8}" dt="2023-03-08T06:25:02.257" v="2336"/>
          <ac:spMkLst>
            <pc:docMk/>
            <pc:sldMk cId="1080366133" sldId="456"/>
            <ac:spMk id="6" creationId="{77EC8E75-0E93-AE9B-7D5C-AF7C7AEE7EE0}"/>
          </ac:spMkLst>
        </pc:spChg>
        <pc:spChg chg="add mod replST">
          <ac:chgData name="Zheng Fei" userId="d19317889db4c986" providerId="LiveId" clId="{CD6DD313-8977-494E-BA8C-7218F812E0B8}" dt="2023-03-08T06:25:02.257" v="2336"/>
          <ac:spMkLst>
            <pc:docMk/>
            <pc:sldMk cId="1080366133" sldId="456"/>
            <ac:spMk id="7" creationId="{5D376E14-526F-9CD0-58BD-6DEC5E823915}"/>
          </ac:spMkLst>
        </pc:spChg>
        <pc:spChg chg="add mod replST">
          <ac:chgData name="Zheng Fei" userId="d19317889db4c986" providerId="LiveId" clId="{CD6DD313-8977-494E-BA8C-7218F812E0B8}" dt="2023-03-08T06:27:13.623" v="2640" actId="20577"/>
          <ac:spMkLst>
            <pc:docMk/>
            <pc:sldMk cId="1080366133" sldId="456"/>
            <ac:spMk id="9" creationId="{77910BAF-193D-C571-D64D-29B853F1FD10}"/>
          </ac:spMkLst>
        </pc:spChg>
        <pc:spChg chg="add mod replST">
          <ac:chgData name="Zheng Fei" userId="d19317889db4c986" providerId="LiveId" clId="{CD6DD313-8977-494E-BA8C-7218F812E0B8}" dt="2023-03-08T06:29:04.906" v="2767" actId="120"/>
          <ac:spMkLst>
            <pc:docMk/>
            <pc:sldMk cId="1080366133" sldId="456"/>
            <ac:spMk id="10" creationId="{6A43BC53-BBDE-3368-5C8A-BCF165E780BE}"/>
          </ac:spMkLst>
        </pc:spChg>
        <pc:spChg chg="add mod replST">
          <ac:chgData name="Zheng Fei" userId="d19317889db4c986" providerId="LiveId" clId="{CD6DD313-8977-494E-BA8C-7218F812E0B8}" dt="2023-03-08T06:29:06.752" v="2774" actId="120"/>
          <ac:spMkLst>
            <pc:docMk/>
            <pc:sldMk cId="1080366133" sldId="456"/>
            <ac:spMk id="11" creationId="{FCB236C0-801E-9BD9-9DBE-154559AB991E}"/>
          </ac:spMkLst>
        </pc:spChg>
        <pc:spChg chg="add mod replST">
          <ac:chgData name="Zheng Fei" userId="d19317889db4c986" providerId="LiveId" clId="{CD6DD313-8977-494E-BA8C-7218F812E0B8}" dt="2023-03-08T06:29:08.486" v="2781" actId="120"/>
          <ac:spMkLst>
            <pc:docMk/>
            <pc:sldMk cId="1080366133" sldId="456"/>
            <ac:spMk id="12" creationId="{5608B816-1478-0852-A264-D6935F81BA57}"/>
          </ac:spMkLst>
        </pc:spChg>
        <pc:spChg chg="add mod replST">
          <ac:chgData name="Zheng Fei" userId="d19317889db4c986" providerId="LiveId" clId="{CD6DD313-8977-494E-BA8C-7218F812E0B8}" dt="2023-03-08T06:29:10.251" v="2788" actId="120"/>
          <ac:spMkLst>
            <pc:docMk/>
            <pc:sldMk cId="1080366133" sldId="456"/>
            <ac:spMk id="13" creationId="{AB457B2A-E88B-0370-48BE-26A1FF9330C6}"/>
          </ac:spMkLst>
        </pc:spChg>
        <pc:spChg chg="add mod replST">
          <ac:chgData name="Zheng Fei" userId="d19317889db4c986" providerId="LiveId" clId="{CD6DD313-8977-494E-BA8C-7218F812E0B8}" dt="2023-03-08T08:21:54.877" v="4073" actId="20577"/>
          <ac:spMkLst>
            <pc:docMk/>
            <pc:sldMk cId="1080366133" sldId="456"/>
            <ac:spMk id="14" creationId="{BE66315D-8EA2-D7BD-CC7A-F4C78DA265EE}"/>
          </ac:spMkLst>
        </pc:spChg>
        <pc:spChg chg="add mod replST">
          <ac:chgData name="Zheng Fei" userId="d19317889db4c986" providerId="LiveId" clId="{CD6DD313-8977-494E-BA8C-7218F812E0B8}" dt="2023-03-08T08:21:54.878" v="4074" actId="20577"/>
          <ac:spMkLst>
            <pc:docMk/>
            <pc:sldMk cId="1080366133" sldId="456"/>
            <ac:spMk id="15" creationId="{5B793E83-5ACB-2022-826F-7EB33463827A}"/>
          </ac:spMkLst>
        </pc:spChg>
        <pc:spChg chg="add mod replST">
          <ac:chgData name="Zheng Fei" userId="d19317889db4c986" providerId="LiveId" clId="{CD6DD313-8977-494E-BA8C-7218F812E0B8}" dt="2023-03-08T08:21:54.878" v="4075" actId="20577"/>
          <ac:spMkLst>
            <pc:docMk/>
            <pc:sldMk cId="1080366133" sldId="456"/>
            <ac:spMk id="16" creationId="{968F83BA-9296-01FF-668B-047240A8D2F9}"/>
          </ac:spMkLst>
        </pc:spChg>
        <pc:spChg chg="add mod replST">
          <ac:chgData name="Zheng Fei" userId="d19317889db4c986" providerId="LiveId" clId="{CD6DD313-8977-494E-BA8C-7218F812E0B8}" dt="2023-03-08T08:21:54.879" v="4076" actId="20577"/>
          <ac:spMkLst>
            <pc:docMk/>
            <pc:sldMk cId="1080366133" sldId="456"/>
            <ac:spMk id="17" creationId="{566208DA-DF07-A285-8B5E-6583F5246714}"/>
          </ac:spMkLst>
        </pc:spChg>
        <pc:spChg chg="add mod replST">
          <ac:chgData name="Zheng Fei" userId="d19317889db4c986" providerId="LiveId" clId="{CD6DD313-8977-494E-BA8C-7218F812E0B8}" dt="2023-03-08T06:25:02.323" v="2528"/>
          <ac:spMkLst>
            <pc:docMk/>
            <pc:sldMk cId="1080366133" sldId="456"/>
            <ac:spMk id="18" creationId="{A28018DC-030F-2174-CA2E-504C2BC73E76}"/>
          </ac:spMkLst>
        </pc:spChg>
        <pc:spChg chg="add del mod replST">
          <ac:chgData name="Zheng Fei" userId="d19317889db4c986" providerId="LiveId" clId="{CD6DD313-8977-494E-BA8C-7218F812E0B8}" dt="2023-03-08T06:29:02.479" v="2760"/>
          <ac:spMkLst>
            <pc:docMk/>
            <pc:sldMk cId="1080366133" sldId="456"/>
            <ac:spMk id="19" creationId="{DEE4236E-41DB-47BC-E914-25D7F208772F}"/>
          </ac:spMkLst>
        </pc:spChg>
        <pc:spChg chg="add del">
          <ac:chgData name="Zheng Fei" userId="d19317889db4c986" providerId="LiveId" clId="{CD6DD313-8977-494E-BA8C-7218F812E0B8}" dt="2023-03-08T06:25:19.721" v="2583"/>
          <ac:spMkLst>
            <pc:docMk/>
            <pc:sldMk cId="1080366133" sldId="456"/>
            <ac:spMk id="20" creationId="{3F1FED62-1EA9-BA3B-27D1-D81B9572240B}"/>
          </ac:spMkLst>
        </pc:spChg>
        <pc:spChg chg="add del mod">
          <ac:chgData name="Zheng Fei" userId="d19317889db4c986" providerId="LiveId" clId="{CD6DD313-8977-494E-BA8C-7218F812E0B8}" dt="2023-03-08T06:28:40.414" v="2735"/>
          <ac:spMkLst>
            <pc:docMk/>
            <pc:sldMk cId="1080366133" sldId="456"/>
            <ac:spMk id="21" creationId="{8778ABAE-2858-F573-4435-2B13E48865EE}"/>
          </ac:spMkLst>
        </pc:spChg>
        <pc:grpChg chg="add mod replST">
          <ac:chgData name="Zheng Fei" userId="d19317889db4c986" providerId="LiveId" clId="{CD6DD313-8977-494E-BA8C-7218F812E0B8}" dt="2023-03-08T06:25:02.258" v="2337"/>
          <ac:grpSpMkLst>
            <pc:docMk/>
            <pc:sldMk cId="1080366133" sldId="456"/>
            <ac:grpSpMk id="8" creationId="{77AF270E-CED6-A13A-2384-E7F06D8BFBC1}"/>
          </ac:grpSpMkLst>
        </pc:grpChg>
        <pc:picChg chg="add mod replST">
          <ac:chgData name="Zheng Fei" userId="d19317889db4c986" providerId="LiveId" clId="{CD6DD313-8977-494E-BA8C-7218F812E0B8}" dt="2023-03-08T08:21:54.880" v="4078"/>
          <ac:picMkLst>
            <pc:docMk/>
            <pc:sldMk cId="1080366133" sldId="456"/>
            <ac:picMk id="3" creationId="{85272886-5056-19F4-035A-15EC753E9E0C}"/>
          </ac:picMkLst>
        </pc:picChg>
        <pc:picChg chg="add del">
          <ac:chgData name="Zheng Fei" userId="d19317889db4c986" providerId="LiveId" clId="{CD6DD313-8977-494E-BA8C-7218F812E0B8}" dt="2023-03-08T06:25:19.721" v="2583"/>
          <ac:picMkLst>
            <pc:docMk/>
            <pc:sldMk cId="1080366133" sldId="456"/>
            <ac:picMk id="1026" creationId="{8059EB9C-06B6-953E-D14E-7B90941D67C4}"/>
          </ac:picMkLst>
        </pc:picChg>
        <pc:picChg chg="add del mod">
          <ac:chgData name="Zheng Fei" userId="d19317889db4c986" providerId="LiveId" clId="{CD6DD313-8977-494E-BA8C-7218F812E0B8}" dt="2023-03-08T06:28:38.982" v="2727" actId="478"/>
          <ac:picMkLst>
            <pc:docMk/>
            <pc:sldMk cId="1080366133" sldId="456"/>
            <ac:picMk id="1028" creationId="{29C57445-2861-390E-5E6C-5B9F8FC89E43}"/>
          </ac:picMkLst>
        </pc:picChg>
      </pc:sldChg>
      <pc:sldChg chg="addSp delSp modSp add del mod replTag">
        <pc:chgData name="Zheng Fei" userId="d19317889db4c986" providerId="LiveId" clId="{CD6DD313-8977-494E-BA8C-7218F812E0B8}" dt="2023-03-08T06:33:28.869" v="3331" actId="2696"/>
        <pc:sldMkLst>
          <pc:docMk/>
          <pc:sldMk cId="2357688728" sldId="457"/>
        </pc:sldMkLst>
        <pc:spChg chg="add mod replST">
          <ac:chgData name="Zheng Fei" userId="d19317889db4c986" providerId="LiveId" clId="{CD6DD313-8977-494E-BA8C-7218F812E0B8}" dt="2023-03-08T06:33:23.751" v="3329"/>
          <ac:spMkLst>
            <pc:docMk/>
            <pc:sldMk cId="2357688728" sldId="457"/>
            <ac:spMk id="4" creationId="{90536CD6-BBE2-EBED-18C1-381497B80F4D}"/>
          </ac:spMkLst>
        </pc:spChg>
        <pc:spChg chg="add mod replST">
          <ac:chgData name="Zheng Fei" userId="d19317889db4c986" providerId="LiveId" clId="{CD6DD313-8977-494E-BA8C-7218F812E0B8}" dt="2023-03-08T06:29:56.475" v="2859"/>
          <ac:spMkLst>
            <pc:docMk/>
            <pc:sldMk cId="2357688728" sldId="457"/>
            <ac:spMk id="5" creationId="{6F4E0686-CA91-6E5F-A50E-78B6BD556C43}"/>
          </ac:spMkLst>
        </pc:spChg>
        <pc:spChg chg="add mod replST">
          <ac:chgData name="Zheng Fei" userId="d19317889db4c986" providerId="LiveId" clId="{CD6DD313-8977-494E-BA8C-7218F812E0B8}" dt="2023-03-08T06:29:56.475" v="2859"/>
          <ac:spMkLst>
            <pc:docMk/>
            <pc:sldMk cId="2357688728" sldId="457"/>
            <ac:spMk id="6" creationId="{AE0B53F1-4DFC-DD8D-B5F0-F25CD033E5F3}"/>
          </ac:spMkLst>
        </pc:spChg>
        <pc:spChg chg="add mod replST">
          <ac:chgData name="Zheng Fei" userId="d19317889db4c986" providerId="LiveId" clId="{CD6DD313-8977-494E-BA8C-7218F812E0B8}" dt="2023-03-08T06:29:56.475" v="2859"/>
          <ac:spMkLst>
            <pc:docMk/>
            <pc:sldMk cId="2357688728" sldId="457"/>
            <ac:spMk id="7" creationId="{31FABF68-2966-B01E-3CBA-26BEA228AA98}"/>
          </ac:spMkLst>
        </pc:spChg>
        <pc:spChg chg="add mod replST">
          <ac:chgData name="Zheng Fei" userId="d19317889db4c986" providerId="LiveId" clId="{CD6DD313-8977-494E-BA8C-7218F812E0B8}" dt="2023-03-08T06:32:11.735" v="3290" actId="20577"/>
          <ac:spMkLst>
            <pc:docMk/>
            <pc:sldMk cId="2357688728" sldId="457"/>
            <ac:spMk id="9" creationId="{53D61733-B7F8-5DBD-BE70-1A88D180145E}"/>
          </ac:spMkLst>
        </pc:spChg>
        <pc:spChg chg="add mod replST">
          <ac:chgData name="Zheng Fei" userId="d19317889db4c986" providerId="LiveId" clId="{CD6DD313-8977-494E-BA8C-7218F812E0B8}" dt="2023-03-08T06:32:22.581" v="3304" actId="207"/>
          <ac:spMkLst>
            <pc:docMk/>
            <pc:sldMk cId="2357688728" sldId="457"/>
            <ac:spMk id="10" creationId="{863CA41B-970A-B912-240A-663491F19574}"/>
          </ac:spMkLst>
        </pc:spChg>
        <pc:spChg chg="add mod replST">
          <ac:chgData name="Zheng Fei" userId="d19317889db4c986" providerId="LiveId" clId="{CD6DD313-8977-494E-BA8C-7218F812E0B8}" dt="2023-03-08T06:32:22.581" v="3304" actId="207"/>
          <ac:spMkLst>
            <pc:docMk/>
            <pc:sldMk cId="2357688728" sldId="457"/>
            <ac:spMk id="11" creationId="{2609239E-69C2-A4B6-DB61-6AD25AE49498}"/>
          </ac:spMkLst>
        </pc:spChg>
        <pc:spChg chg="add del mod replST">
          <ac:chgData name="Zheng Fei" userId="d19317889db4c986" providerId="LiveId" clId="{CD6DD313-8977-494E-BA8C-7218F812E0B8}" dt="2023-03-08T06:30:52.765" v="3231" actId="478"/>
          <ac:spMkLst>
            <pc:docMk/>
            <pc:sldMk cId="2357688728" sldId="457"/>
            <ac:spMk id="12" creationId="{EE031DF8-04AA-DE94-5A34-58D216C7882F}"/>
          </ac:spMkLst>
        </pc:spChg>
        <pc:spChg chg="add del mod replST">
          <ac:chgData name="Zheng Fei" userId="d19317889db4c986" providerId="LiveId" clId="{CD6DD313-8977-494E-BA8C-7218F812E0B8}" dt="2023-03-08T06:30:54.183" v="3242" actId="478"/>
          <ac:spMkLst>
            <pc:docMk/>
            <pc:sldMk cId="2357688728" sldId="457"/>
            <ac:spMk id="13" creationId="{359CE333-0D52-63FB-8FB2-C3A366B1A6AE}"/>
          </ac:spMkLst>
        </pc:spChg>
        <pc:spChg chg="add mod replST">
          <ac:chgData name="Zheng Fei" userId="d19317889db4c986" providerId="LiveId" clId="{CD6DD313-8977-494E-BA8C-7218F812E0B8}" dt="2023-03-08T06:33:23.748" v="3327" actId="20577"/>
          <ac:spMkLst>
            <pc:docMk/>
            <pc:sldMk cId="2357688728" sldId="457"/>
            <ac:spMk id="14" creationId="{47B5128B-4A74-0FFB-5BED-4AF3A5ACA9B3}"/>
          </ac:spMkLst>
        </pc:spChg>
        <pc:spChg chg="add mod replST">
          <ac:chgData name="Zheng Fei" userId="d19317889db4c986" providerId="LiveId" clId="{CD6DD313-8977-494E-BA8C-7218F812E0B8}" dt="2023-03-08T06:33:23.750" v="3328" actId="20577"/>
          <ac:spMkLst>
            <pc:docMk/>
            <pc:sldMk cId="2357688728" sldId="457"/>
            <ac:spMk id="15" creationId="{17F4EBAA-214E-3102-8406-68FFCF01019D}"/>
          </ac:spMkLst>
        </pc:spChg>
        <pc:spChg chg="add del mod replST">
          <ac:chgData name="Zheng Fei" userId="d19317889db4c986" providerId="LiveId" clId="{CD6DD313-8977-494E-BA8C-7218F812E0B8}" dt="2023-03-08T06:30:50.839" v="3226" actId="478"/>
          <ac:spMkLst>
            <pc:docMk/>
            <pc:sldMk cId="2357688728" sldId="457"/>
            <ac:spMk id="16" creationId="{29B7DA88-255B-1880-A4BB-2D0CA39EA072}"/>
          </ac:spMkLst>
        </pc:spChg>
        <pc:spChg chg="add del mod replST">
          <ac:chgData name="Zheng Fei" userId="d19317889db4c986" providerId="LiveId" clId="{CD6DD313-8977-494E-BA8C-7218F812E0B8}" dt="2023-03-08T06:30:59.174" v="3253" actId="478"/>
          <ac:spMkLst>
            <pc:docMk/>
            <pc:sldMk cId="2357688728" sldId="457"/>
            <ac:spMk id="17" creationId="{29CFC901-5B09-5ADA-C713-F1B3A6A8D35A}"/>
          </ac:spMkLst>
        </pc:spChg>
        <pc:spChg chg="add mod replST">
          <ac:chgData name="Zheng Fei" userId="d19317889db4c986" providerId="LiveId" clId="{CD6DD313-8977-494E-BA8C-7218F812E0B8}" dt="2023-03-08T06:29:56.543" v="3051"/>
          <ac:spMkLst>
            <pc:docMk/>
            <pc:sldMk cId="2357688728" sldId="457"/>
            <ac:spMk id="18" creationId="{2864CD1C-B117-9C78-65E9-2BB819671419}"/>
          </ac:spMkLst>
        </pc:spChg>
        <pc:spChg chg="add del mod replST">
          <ac:chgData name="Zheng Fei" userId="d19317889db4c986" providerId="LiveId" clId="{CD6DD313-8977-494E-BA8C-7218F812E0B8}" dt="2023-03-08T06:32:27.024" v="3315"/>
          <ac:spMkLst>
            <pc:docMk/>
            <pc:sldMk cId="2357688728" sldId="457"/>
            <ac:spMk id="19" creationId="{800712B6-42C5-5E09-3693-197E1448F05C}"/>
          </ac:spMkLst>
        </pc:spChg>
        <pc:grpChg chg="add mod replST">
          <ac:chgData name="Zheng Fei" userId="d19317889db4c986" providerId="LiveId" clId="{CD6DD313-8977-494E-BA8C-7218F812E0B8}" dt="2023-03-08T06:29:56.475" v="2860"/>
          <ac:grpSpMkLst>
            <pc:docMk/>
            <pc:sldMk cId="2357688728" sldId="457"/>
            <ac:grpSpMk id="8" creationId="{175A4F1C-00C9-F4CA-7F85-CCAA03568561}"/>
          </ac:grpSpMkLst>
        </pc:grpChg>
        <pc:picChg chg="add mod replST">
          <ac:chgData name="Zheng Fei" userId="d19317889db4c986" providerId="LiveId" clId="{CD6DD313-8977-494E-BA8C-7218F812E0B8}" dt="2023-03-08T06:33:23.752" v="3330"/>
          <ac:picMkLst>
            <pc:docMk/>
            <pc:sldMk cId="2357688728" sldId="457"/>
            <ac:picMk id="3" creationId="{CD57B091-07AC-6AE0-3A65-60A5BDDA2E58}"/>
          </ac:picMkLst>
        </pc:picChg>
        <pc:picChg chg="add mod">
          <ac:chgData name="Zheng Fei" userId="d19317889db4c986" providerId="LiveId" clId="{CD6DD313-8977-494E-BA8C-7218F812E0B8}" dt="2023-03-08T06:32:35.010" v="3322" actId="1076"/>
          <ac:picMkLst>
            <pc:docMk/>
            <pc:sldMk cId="2357688728" sldId="457"/>
            <ac:picMk id="2050" creationId="{B0E1D355-BBAC-B27B-B079-A145B7840A57}"/>
          </ac:picMkLst>
        </pc:picChg>
      </pc:sldChg>
      <pc:sldChg chg="modSp add">
        <pc:chgData name="Zheng Fei" userId="d19317889db4c986" providerId="LiveId" clId="{CD6DD313-8977-494E-BA8C-7218F812E0B8}" dt="2023-03-08T06:40:33.132" v="3500" actId="207"/>
        <pc:sldMkLst>
          <pc:docMk/>
          <pc:sldMk cId="3863267699" sldId="457"/>
        </pc:sldMkLst>
        <pc:spChg chg="mod">
          <ac:chgData name="Zheng Fei" userId="d19317889db4c986" providerId="LiveId" clId="{CD6DD313-8977-494E-BA8C-7218F812E0B8}" dt="2023-03-08T06:40:33.132" v="3500" actId="207"/>
          <ac:spMkLst>
            <pc:docMk/>
            <pc:sldMk cId="3863267699" sldId="457"/>
            <ac:spMk id="9" creationId="{A2A32693-FA85-46ED-9F52-424F364119E5}"/>
          </ac:spMkLst>
        </pc:spChg>
        <pc:spChg chg="mod">
          <ac:chgData name="Zheng Fei" userId="d19317889db4c986" providerId="LiveId" clId="{CD6DD313-8977-494E-BA8C-7218F812E0B8}" dt="2023-03-08T06:40:33.132" v="3500" actId="207"/>
          <ac:spMkLst>
            <pc:docMk/>
            <pc:sldMk cId="3863267699" sldId="457"/>
            <ac:spMk id="61444" creationId="{601F1377-4EC1-A648-9D08-93B0CEF44388}"/>
          </ac:spMkLst>
        </pc:spChg>
        <pc:spChg chg="mod">
          <ac:chgData name="Zheng Fei" userId="d19317889db4c986" providerId="LiveId" clId="{CD6DD313-8977-494E-BA8C-7218F812E0B8}" dt="2023-03-08T06:40:29.575" v="3499" actId="207"/>
          <ac:spMkLst>
            <pc:docMk/>
            <pc:sldMk cId="3863267699" sldId="457"/>
            <ac:spMk id="61446" creationId="{3CA5D0EF-1412-D449-86E5-3BEFAEB9289A}"/>
          </ac:spMkLst>
        </pc:spChg>
      </pc:sldChg>
      <pc:sldChg chg="add del">
        <pc:chgData name="Zheng Fei" userId="d19317889db4c986" providerId="LiveId" clId="{CD6DD313-8977-494E-BA8C-7218F812E0B8}" dt="2023-03-08T08:21:52.021" v="4066" actId="2696"/>
        <pc:sldMkLst>
          <pc:docMk/>
          <pc:sldMk cId="173470570" sldId="458"/>
        </pc:sldMkLst>
      </pc:sldChg>
      <pc:sldChg chg="addSp delSp modSp add mod delAnim modAnim">
        <pc:chgData name="Zheng Fei" userId="d19317889db4c986" providerId="LiveId" clId="{CD6DD313-8977-494E-BA8C-7218F812E0B8}" dt="2023-03-08T08:16:21.962" v="4008"/>
        <pc:sldMkLst>
          <pc:docMk/>
          <pc:sldMk cId="951794510" sldId="459"/>
        </pc:sldMkLst>
        <pc:spChg chg="del">
          <ac:chgData name="Zheng Fei" userId="d19317889db4c986" providerId="LiveId" clId="{CD6DD313-8977-494E-BA8C-7218F812E0B8}" dt="2023-03-08T08:05:40.513" v="3706" actId="478"/>
          <ac:spMkLst>
            <pc:docMk/>
            <pc:sldMk cId="951794510" sldId="459"/>
            <ac:spMk id="2" creationId="{520210F9-37A5-D525-7AF5-B1EF57B8E367}"/>
          </ac:spMkLst>
        </pc:spChg>
        <pc:spChg chg="add mod">
          <ac:chgData name="Zheng Fei" userId="d19317889db4c986" providerId="LiveId" clId="{CD6DD313-8977-494E-BA8C-7218F812E0B8}" dt="2023-03-08T08:06:44.823" v="3727" actId="164"/>
          <ac:spMkLst>
            <pc:docMk/>
            <pc:sldMk cId="951794510" sldId="459"/>
            <ac:spMk id="5" creationId="{4E85A982-6C0A-086C-8273-4DDF518FE0B4}"/>
          </ac:spMkLst>
        </pc:spChg>
        <pc:spChg chg="mod">
          <ac:chgData name="Zheng Fei" userId="d19317889db4c986" providerId="LiveId" clId="{CD6DD313-8977-494E-BA8C-7218F812E0B8}" dt="2023-03-08T08:07:05.765" v="3731"/>
          <ac:spMkLst>
            <pc:docMk/>
            <pc:sldMk cId="951794510" sldId="459"/>
            <ac:spMk id="8" creationId="{47DCE1E3-A60D-7414-0DE4-F6033692FEE9}"/>
          </ac:spMkLst>
        </pc:spChg>
        <pc:spChg chg="add mod">
          <ac:chgData name="Zheng Fei" userId="d19317889db4c986" providerId="LiveId" clId="{CD6DD313-8977-494E-BA8C-7218F812E0B8}" dt="2023-03-08T08:13:31.461" v="3949" actId="1076"/>
          <ac:spMkLst>
            <pc:docMk/>
            <pc:sldMk cId="951794510" sldId="459"/>
            <ac:spMk id="9" creationId="{D850EBFE-A361-10B6-679C-FD65A6E4FAC1}"/>
          </ac:spMkLst>
        </pc:spChg>
        <pc:spChg chg="del">
          <ac:chgData name="Zheng Fei" userId="d19317889db4c986" providerId="LiveId" clId="{CD6DD313-8977-494E-BA8C-7218F812E0B8}" dt="2023-03-08T08:05:45.934" v="3707" actId="478"/>
          <ac:spMkLst>
            <pc:docMk/>
            <pc:sldMk cId="951794510" sldId="459"/>
            <ac:spMk id="10" creationId="{E26F41B9-C025-5379-1394-5834C2457300}"/>
          </ac:spMkLst>
        </pc:spChg>
        <pc:spChg chg="del">
          <ac:chgData name="Zheng Fei" userId="d19317889db4c986" providerId="LiveId" clId="{CD6DD313-8977-494E-BA8C-7218F812E0B8}" dt="2023-03-08T08:05:47.714" v="3708" actId="478"/>
          <ac:spMkLst>
            <pc:docMk/>
            <pc:sldMk cId="951794510" sldId="459"/>
            <ac:spMk id="14" creationId="{6D8960EB-E889-09DC-CA09-3F1A86413EE2}"/>
          </ac:spMkLst>
        </pc:spChg>
        <pc:grpChg chg="add mod">
          <ac:chgData name="Zheng Fei" userId="d19317889db4c986" providerId="LiveId" clId="{CD6DD313-8977-494E-BA8C-7218F812E0B8}" dt="2023-03-08T08:09:21.863" v="3773" actId="1076"/>
          <ac:grpSpMkLst>
            <pc:docMk/>
            <pc:sldMk cId="951794510" sldId="459"/>
            <ac:grpSpMk id="7" creationId="{7FC72E83-A727-D7E5-5B87-7A130055F185}"/>
          </ac:grpSpMkLst>
        </pc:grpChg>
        <pc:picChg chg="mod">
          <ac:chgData name="Zheng Fei" userId="d19317889db4c986" providerId="LiveId" clId="{CD6DD313-8977-494E-BA8C-7218F812E0B8}" dt="2023-03-08T08:06:44.823" v="3727" actId="164"/>
          <ac:picMkLst>
            <pc:docMk/>
            <pc:sldMk cId="951794510" sldId="459"/>
            <ac:picMk id="3" creationId="{B8E2A2D8-2C85-4D10-B057-767F71F3C1D0}"/>
          </ac:picMkLst>
        </pc:picChg>
      </pc:sldChg>
      <pc:sldChg chg="delSp modSp add mod delAnim">
        <pc:chgData name="Zheng Fei" userId="d19317889db4c986" providerId="LiveId" clId="{CD6DD313-8977-494E-BA8C-7218F812E0B8}" dt="2023-03-08T08:18:46.959" v="4035" actId="20577"/>
        <pc:sldMkLst>
          <pc:docMk/>
          <pc:sldMk cId="1569520404" sldId="460"/>
        </pc:sldMkLst>
        <pc:spChg chg="mod">
          <ac:chgData name="Zheng Fei" userId="d19317889db4c986" providerId="LiveId" clId="{CD6DD313-8977-494E-BA8C-7218F812E0B8}" dt="2023-03-08T08:13:54.674" v="3954" actId="120"/>
          <ac:spMkLst>
            <pc:docMk/>
            <pc:sldMk cId="1569520404" sldId="460"/>
            <ac:spMk id="8" creationId="{47DCE1E3-A60D-7414-0DE4-F6033692FEE9}"/>
          </ac:spMkLst>
        </pc:spChg>
        <pc:spChg chg="mod">
          <ac:chgData name="Zheng Fei" userId="d19317889db4c986" providerId="LiveId" clId="{CD6DD313-8977-494E-BA8C-7218F812E0B8}" dt="2023-03-08T08:18:46.959" v="4035" actId="20577"/>
          <ac:spMkLst>
            <pc:docMk/>
            <pc:sldMk cId="1569520404" sldId="460"/>
            <ac:spMk id="9" creationId="{D850EBFE-A361-10B6-679C-FD65A6E4FAC1}"/>
          </ac:spMkLst>
        </pc:spChg>
        <pc:grpChg chg="del">
          <ac:chgData name="Zheng Fei" userId="d19317889db4c986" providerId="LiveId" clId="{CD6DD313-8977-494E-BA8C-7218F812E0B8}" dt="2023-03-08T08:13:56.594" v="3955" actId="478"/>
          <ac:grpSpMkLst>
            <pc:docMk/>
            <pc:sldMk cId="1569520404" sldId="460"/>
            <ac:grpSpMk id="7" creationId="{7FC72E83-A727-D7E5-5B87-7A130055F185}"/>
          </ac:grpSpMkLst>
        </pc:grpChg>
      </pc:sldChg>
      <pc:sldChg chg="modSp add">
        <pc:chgData name="Zheng Fei" userId="d19317889db4c986" providerId="LiveId" clId="{CD6DD313-8977-494E-BA8C-7218F812E0B8}" dt="2023-03-08T08:20:13.989" v="4065" actId="20577"/>
        <pc:sldMkLst>
          <pc:docMk/>
          <pc:sldMk cId="402047402" sldId="461"/>
        </pc:sldMkLst>
        <pc:spChg chg="mod">
          <ac:chgData name="Zheng Fei" userId="d19317889db4c986" providerId="LiveId" clId="{CD6DD313-8977-494E-BA8C-7218F812E0B8}" dt="2023-03-08T08:17:46.741" v="4011"/>
          <ac:spMkLst>
            <pc:docMk/>
            <pc:sldMk cId="402047402" sldId="461"/>
            <ac:spMk id="8" creationId="{47DCE1E3-A60D-7414-0DE4-F6033692FEE9}"/>
          </ac:spMkLst>
        </pc:spChg>
        <pc:spChg chg="mod">
          <ac:chgData name="Zheng Fei" userId="d19317889db4c986" providerId="LiveId" clId="{CD6DD313-8977-494E-BA8C-7218F812E0B8}" dt="2023-03-08T08:20:13.989" v="4065" actId="20577"/>
          <ac:spMkLst>
            <pc:docMk/>
            <pc:sldMk cId="402047402" sldId="461"/>
            <ac:spMk id="9" creationId="{D850EBFE-A361-10B6-679C-FD65A6E4FAC1}"/>
          </ac:spMkLst>
        </pc:spChg>
      </pc:sldChg>
      <pc:sldChg chg="modSp add mod ord">
        <pc:chgData name="Zheng Fei" userId="d19317889db4c986" providerId="LiveId" clId="{CD6DD313-8977-494E-BA8C-7218F812E0B8}" dt="2023-03-08T08:24:37.199" v="4147" actId="20577"/>
        <pc:sldMkLst>
          <pc:docMk/>
          <pc:sldMk cId="4125534508" sldId="462"/>
        </pc:sldMkLst>
        <pc:spChg chg="mod">
          <ac:chgData name="Zheng Fei" userId="d19317889db4c986" providerId="LiveId" clId="{CD6DD313-8977-494E-BA8C-7218F812E0B8}" dt="2023-03-08T08:24:12.818" v="4145" actId="1076"/>
          <ac:spMkLst>
            <pc:docMk/>
            <pc:sldMk cId="4125534508" sldId="462"/>
            <ac:spMk id="8" creationId="{47DCE1E3-A60D-7414-0DE4-F6033692FEE9}"/>
          </ac:spMkLst>
        </pc:spChg>
        <pc:spChg chg="mod">
          <ac:chgData name="Zheng Fei" userId="d19317889db4c986" providerId="LiveId" clId="{CD6DD313-8977-494E-BA8C-7218F812E0B8}" dt="2023-03-08T08:24:37.199" v="4147" actId="20577"/>
          <ac:spMkLst>
            <pc:docMk/>
            <pc:sldMk cId="4125534508" sldId="462"/>
            <ac:spMk id="9" creationId="{D850EBFE-A361-10B6-679C-FD65A6E4FAC1}"/>
          </ac:spMkLst>
        </pc:spChg>
      </pc:sldChg>
    </pc:docChg>
  </pc:docChgLst>
  <pc:docChgLst>
    <pc:chgData name="Zheng Fei" userId="d19317889db4c986" providerId="LiveId" clId="{7C2AD6F1-D0BA-4689-8139-07F15EC587B2}"/>
    <pc:docChg chg="undo custSel addSld delSld modSld sldOrd">
      <pc:chgData name="Zheng Fei" userId="d19317889db4c986" providerId="LiveId" clId="{7C2AD6F1-D0BA-4689-8139-07F15EC587B2}" dt="2022-03-21T09:53:35.668" v="2199"/>
      <pc:docMkLst>
        <pc:docMk/>
      </pc:docMkLst>
      <pc:sldChg chg="addSp delSp modSp mod">
        <pc:chgData name="Zheng Fei" userId="d19317889db4c986" providerId="LiveId" clId="{7C2AD6F1-D0BA-4689-8139-07F15EC587B2}" dt="2022-03-21T07:16:39.701" v="460" actId="1035"/>
        <pc:sldMkLst>
          <pc:docMk/>
          <pc:sldMk cId="0" sldId="257"/>
        </pc:sldMkLst>
        <pc:spChg chg="del mod">
          <ac:chgData name="Zheng Fei" userId="d19317889db4c986" providerId="LiveId" clId="{7C2AD6F1-D0BA-4689-8139-07F15EC587B2}" dt="2022-03-21T07:14:53.998" v="430" actId="478"/>
          <ac:spMkLst>
            <pc:docMk/>
            <pc:sldMk cId="0" sldId="257"/>
            <ac:spMk id="8" creationId="{D9527F36-A578-8B41-985F-E714E99EC2A1}"/>
          </ac:spMkLst>
        </pc:spChg>
        <pc:spChg chg="add mod">
          <ac:chgData name="Zheng Fei" userId="d19317889db4c986" providerId="LiveId" clId="{7C2AD6F1-D0BA-4689-8139-07F15EC587B2}" dt="2022-03-21T07:15:16.874" v="442" actId="1036"/>
          <ac:spMkLst>
            <pc:docMk/>
            <pc:sldMk cId="0" sldId="257"/>
            <ac:spMk id="9" creationId="{A2A32693-FA85-46ED-9F52-424F364119E5}"/>
          </ac:spMkLst>
        </pc:spChg>
        <pc:spChg chg="mod">
          <ac:chgData name="Zheng Fei" userId="d19317889db4c986" providerId="LiveId" clId="{7C2AD6F1-D0BA-4689-8139-07F15EC587B2}" dt="2022-03-21T07:16:33.296" v="458" actId="12789"/>
          <ac:spMkLst>
            <pc:docMk/>
            <pc:sldMk cId="0" sldId="257"/>
            <ac:spMk id="61442" creationId="{9979D594-9100-0446-A19F-7140E5533581}"/>
          </ac:spMkLst>
        </pc:spChg>
        <pc:spChg chg="mod">
          <ac:chgData name="Zheng Fei" userId="d19317889db4c986" providerId="LiveId" clId="{7C2AD6F1-D0BA-4689-8139-07F15EC587B2}" dt="2022-03-21T07:16:39.701" v="460" actId="1035"/>
          <ac:spMkLst>
            <pc:docMk/>
            <pc:sldMk cId="0" sldId="257"/>
            <ac:spMk id="61443" creationId="{C42CC485-E02A-824E-917A-36793DCF3AF3}"/>
          </ac:spMkLst>
        </pc:spChg>
        <pc:spChg chg="mod">
          <ac:chgData name="Zheng Fei" userId="d19317889db4c986" providerId="LiveId" clId="{7C2AD6F1-D0BA-4689-8139-07F15EC587B2}" dt="2022-03-21T07:15:16.874" v="442" actId="1036"/>
          <ac:spMkLst>
            <pc:docMk/>
            <pc:sldMk cId="0" sldId="257"/>
            <ac:spMk id="61444" creationId="{601F1377-4EC1-A648-9D08-93B0CEF44388}"/>
          </ac:spMkLst>
        </pc:spChg>
        <pc:spChg chg="mod">
          <ac:chgData name="Zheng Fei" userId="d19317889db4c986" providerId="LiveId" clId="{7C2AD6F1-D0BA-4689-8139-07F15EC587B2}" dt="2022-03-21T07:15:16.874" v="442" actId="1036"/>
          <ac:spMkLst>
            <pc:docMk/>
            <pc:sldMk cId="0" sldId="257"/>
            <ac:spMk id="61445" creationId="{D75E15BB-A7A5-2C46-90D2-B9B92ACCDED9}"/>
          </ac:spMkLst>
        </pc:spChg>
        <pc:spChg chg="mod">
          <ac:chgData name="Zheng Fei" userId="d19317889db4c986" providerId="LiveId" clId="{7C2AD6F1-D0BA-4689-8139-07F15EC587B2}" dt="2022-03-21T07:15:16.874" v="442" actId="1036"/>
          <ac:spMkLst>
            <pc:docMk/>
            <pc:sldMk cId="0" sldId="257"/>
            <ac:spMk id="61446" creationId="{3CA5D0EF-1412-D449-86E5-3BEFAEB9289A}"/>
          </ac:spMkLst>
        </pc:spChg>
        <pc:spChg chg="mod">
          <ac:chgData name="Zheng Fei" userId="d19317889db4c986" providerId="LiveId" clId="{7C2AD6F1-D0BA-4689-8139-07F15EC587B2}" dt="2022-03-21T07:15:16.874" v="442" actId="1036"/>
          <ac:spMkLst>
            <pc:docMk/>
            <pc:sldMk cId="0" sldId="257"/>
            <ac:spMk id="61447" creationId="{DD80242F-AA85-8545-A347-8717F40C342A}"/>
          </ac:spMkLst>
        </pc:spChg>
      </pc:sldChg>
      <pc:sldChg chg="del">
        <pc:chgData name="Zheng Fei" userId="d19317889db4c986" providerId="LiveId" clId="{7C2AD6F1-D0BA-4689-8139-07F15EC587B2}" dt="2022-03-20T14:50:06.299" v="0" actId="47"/>
        <pc:sldMkLst>
          <pc:docMk/>
          <pc:sldMk cId="0" sldId="258"/>
        </pc:sldMkLst>
      </pc:sldChg>
      <pc:sldChg chg="delSp modSp mod modAnim">
        <pc:chgData name="Zheng Fei" userId="d19317889db4c986" providerId="LiveId" clId="{7C2AD6F1-D0BA-4689-8139-07F15EC587B2}" dt="2022-03-21T07:21:40.861" v="542" actId="20577"/>
        <pc:sldMkLst>
          <pc:docMk/>
          <pc:sldMk cId="0" sldId="259"/>
        </pc:sldMkLst>
        <pc:spChg chg="mod">
          <ac:chgData name="Zheng Fei" userId="d19317889db4c986" providerId="LiveId" clId="{7C2AD6F1-D0BA-4689-8139-07F15EC587B2}" dt="2022-03-21T07:21:40.861" v="542" actId="20577"/>
          <ac:spMkLst>
            <pc:docMk/>
            <pc:sldMk cId="0" sldId="259"/>
            <ac:spMk id="63491" creationId="{6CBE2239-1360-1648-9720-50145D887247}"/>
          </ac:spMkLst>
        </pc:spChg>
        <pc:spChg chg="mod">
          <ac:chgData name="Zheng Fei" userId="d19317889db4c986" providerId="LiveId" clId="{7C2AD6F1-D0BA-4689-8139-07F15EC587B2}" dt="2022-03-21T07:21:24.920" v="541" actId="1076"/>
          <ac:spMkLst>
            <pc:docMk/>
            <pc:sldMk cId="0" sldId="259"/>
            <ac:spMk id="63492" creationId="{7069B1DC-52CB-AD4A-9394-959ADD92EFE5}"/>
          </ac:spMkLst>
        </pc:spChg>
        <pc:spChg chg="mod">
          <ac:chgData name="Zheng Fei" userId="d19317889db4c986" providerId="LiveId" clId="{7C2AD6F1-D0BA-4689-8139-07F15EC587B2}" dt="2022-03-21T07:17:39.916" v="469" actId="1035"/>
          <ac:spMkLst>
            <pc:docMk/>
            <pc:sldMk cId="0" sldId="259"/>
            <ac:spMk id="63493" creationId="{14BCA5D7-1658-AC41-BA02-21C046D062AE}"/>
          </ac:spMkLst>
        </pc:spChg>
        <pc:spChg chg="mod">
          <ac:chgData name="Zheng Fei" userId="d19317889db4c986" providerId="LiveId" clId="{7C2AD6F1-D0BA-4689-8139-07F15EC587B2}" dt="2022-03-21T07:18:19.225" v="478" actId="20577"/>
          <ac:spMkLst>
            <pc:docMk/>
            <pc:sldMk cId="0" sldId="259"/>
            <ac:spMk id="63494" creationId="{F8077D6E-8C04-9343-99FE-B65B4C544DBB}"/>
          </ac:spMkLst>
        </pc:spChg>
        <pc:spChg chg="mod">
          <ac:chgData name="Zheng Fei" userId="d19317889db4c986" providerId="LiveId" clId="{7C2AD6F1-D0BA-4689-8139-07F15EC587B2}" dt="2022-03-21T07:21:07.326" v="537" actId="2711"/>
          <ac:spMkLst>
            <pc:docMk/>
            <pc:sldMk cId="0" sldId="259"/>
            <ac:spMk id="63495" creationId="{5DFA4211-42D2-4941-854D-2412FC5DB237}"/>
          </ac:spMkLst>
        </pc:spChg>
        <pc:spChg chg="del mod">
          <ac:chgData name="Zheng Fei" userId="d19317889db4c986" providerId="LiveId" clId="{7C2AD6F1-D0BA-4689-8139-07F15EC587B2}" dt="2022-03-21T07:19:05.508" v="506"/>
          <ac:spMkLst>
            <pc:docMk/>
            <pc:sldMk cId="0" sldId="259"/>
            <ac:spMk id="63496" creationId="{E27041B4-2225-A64B-9CE8-3248F4F6B022}"/>
          </ac:spMkLst>
        </pc:spChg>
        <pc:spChg chg="mod">
          <ac:chgData name="Zheng Fei" userId="d19317889db4c986" providerId="LiveId" clId="{7C2AD6F1-D0BA-4689-8139-07F15EC587B2}" dt="2022-03-21T07:20:22.108" v="529" actId="21"/>
          <ac:spMkLst>
            <pc:docMk/>
            <pc:sldMk cId="0" sldId="259"/>
            <ac:spMk id="63498" creationId="{99549D0D-4C30-3448-B832-52EBEAF5D8BE}"/>
          </ac:spMkLst>
        </pc:spChg>
      </pc:sldChg>
      <pc:sldChg chg="modSp modAnim">
        <pc:chgData name="Zheng Fei" userId="d19317889db4c986" providerId="LiveId" clId="{7C2AD6F1-D0BA-4689-8139-07F15EC587B2}" dt="2022-03-21T08:01:19.600" v="1168" actId="114"/>
        <pc:sldMkLst>
          <pc:docMk/>
          <pc:sldMk cId="0" sldId="260"/>
        </pc:sldMkLst>
        <pc:spChg chg="mod">
          <ac:chgData name="Zheng Fei" userId="d19317889db4c986" providerId="LiveId" clId="{7C2AD6F1-D0BA-4689-8139-07F15EC587B2}" dt="2022-03-21T07:23:37.639" v="567" actId="1035"/>
          <ac:spMkLst>
            <pc:docMk/>
            <pc:sldMk cId="0" sldId="260"/>
            <ac:spMk id="64514" creationId="{8039605C-9F4D-ED4F-8405-BCD3B1D30849}"/>
          </ac:spMkLst>
        </pc:spChg>
        <pc:spChg chg="mod">
          <ac:chgData name="Zheng Fei" userId="d19317889db4c986" providerId="LiveId" clId="{7C2AD6F1-D0BA-4689-8139-07F15EC587B2}" dt="2022-03-21T07:23:37.639" v="567" actId="1035"/>
          <ac:spMkLst>
            <pc:docMk/>
            <pc:sldMk cId="0" sldId="260"/>
            <ac:spMk id="64515" creationId="{D246DF8A-42A4-E542-B2AE-884BFC9AC288}"/>
          </ac:spMkLst>
        </pc:spChg>
        <pc:spChg chg="mod">
          <ac:chgData name="Zheng Fei" userId="d19317889db4c986" providerId="LiveId" clId="{7C2AD6F1-D0BA-4689-8139-07F15EC587B2}" dt="2022-03-21T07:23:37.639" v="567" actId="1035"/>
          <ac:spMkLst>
            <pc:docMk/>
            <pc:sldMk cId="0" sldId="260"/>
            <ac:spMk id="64516" creationId="{67747F90-A8C8-9A46-BA33-CAC2A1997045}"/>
          </ac:spMkLst>
        </pc:spChg>
        <pc:spChg chg="mod">
          <ac:chgData name="Zheng Fei" userId="d19317889db4c986" providerId="LiveId" clId="{7C2AD6F1-D0BA-4689-8139-07F15EC587B2}" dt="2022-03-21T08:01:19.600" v="1168" actId="114"/>
          <ac:spMkLst>
            <pc:docMk/>
            <pc:sldMk cId="0" sldId="260"/>
            <ac:spMk id="64517" creationId="{17F3E8B7-D9EF-B447-B773-DE5DDEAE1430}"/>
          </ac:spMkLst>
        </pc:spChg>
      </pc:sldChg>
      <pc:sldChg chg="addSp delSp modSp mod delAnim modAnim">
        <pc:chgData name="Zheng Fei" userId="d19317889db4c986" providerId="LiveId" clId="{7C2AD6F1-D0BA-4689-8139-07F15EC587B2}" dt="2022-03-21T09:25:39.735" v="1685"/>
        <pc:sldMkLst>
          <pc:docMk/>
          <pc:sldMk cId="0" sldId="261"/>
        </pc:sldMkLst>
        <pc:spChg chg="mod">
          <ac:chgData name="Zheng Fei" userId="d19317889db4c986" providerId="LiveId" clId="{7C2AD6F1-D0BA-4689-8139-07F15EC587B2}" dt="2022-03-21T08:55:32.443" v="1199" actId="14100"/>
          <ac:spMkLst>
            <pc:docMk/>
            <pc:sldMk cId="0" sldId="261"/>
            <ac:spMk id="65539" creationId="{48460FEB-F4CE-D04E-A143-F9F791A96B39}"/>
          </ac:spMkLst>
        </pc:spChg>
        <pc:spChg chg="mod">
          <ac:chgData name="Zheng Fei" userId="d19317889db4c986" providerId="LiveId" clId="{7C2AD6F1-D0BA-4689-8139-07F15EC587B2}" dt="2022-03-21T08:55:08.943" v="1195" actId="1036"/>
          <ac:spMkLst>
            <pc:docMk/>
            <pc:sldMk cId="0" sldId="261"/>
            <ac:spMk id="65540" creationId="{B70F7123-819B-9446-94FA-80183FCCD467}"/>
          </ac:spMkLst>
        </pc:spChg>
        <pc:spChg chg="mod">
          <ac:chgData name="Zheng Fei" userId="d19317889db4c986" providerId="LiveId" clId="{7C2AD6F1-D0BA-4689-8139-07F15EC587B2}" dt="2022-03-21T08:44:41.469" v="1191" actId="1035"/>
          <ac:spMkLst>
            <pc:docMk/>
            <pc:sldMk cId="0" sldId="261"/>
            <ac:spMk id="65541" creationId="{92709FDD-3D1F-0D47-95BB-280C4A4C6694}"/>
          </ac:spMkLst>
        </pc:spChg>
        <pc:spChg chg="mod topLvl">
          <ac:chgData name="Zheng Fei" userId="d19317889db4c986" providerId="LiveId" clId="{7C2AD6F1-D0BA-4689-8139-07F15EC587B2}" dt="2022-03-21T08:55:08.943" v="1195" actId="1036"/>
          <ac:spMkLst>
            <pc:docMk/>
            <pc:sldMk cId="0" sldId="261"/>
            <ac:spMk id="65542" creationId="{36CCCA20-8364-AD4A-A284-A901296A22B1}"/>
          </ac:spMkLst>
        </pc:spChg>
        <pc:grpChg chg="del">
          <ac:chgData name="Zheng Fei" userId="d19317889db4c986" providerId="LiveId" clId="{7C2AD6F1-D0BA-4689-8139-07F15EC587B2}" dt="2022-03-20T14:58:52.881" v="29" actId="478"/>
          <ac:grpSpMkLst>
            <pc:docMk/>
            <pc:sldMk cId="0" sldId="261"/>
            <ac:grpSpMk id="65546" creationId="{3F71356D-3DCF-4246-908C-198A5BE6CC3A}"/>
          </ac:grpSpMkLst>
        </pc:grpChg>
        <pc:graphicFrameChg chg="del">
          <ac:chgData name="Zheng Fei" userId="d19317889db4c986" providerId="LiveId" clId="{7C2AD6F1-D0BA-4689-8139-07F15EC587B2}" dt="2022-03-20T14:58:52.881" v="29" actId="478"/>
          <ac:graphicFrameMkLst>
            <pc:docMk/>
            <pc:sldMk cId="0" sldId="261"/>
            <ac:graphicFrameMk id="65543" creationId="{31CE1075-200C-1347-A646-DC557BBF0230}"/>
          </ac:graphicFrameMkLst>
        </pc:graphicFrameChg>
        <pc:graphicFrameChg chg="del topLvl">
          <ac:chgData name="Zheng Fei" userId="d19317889db4c986" providerId="LiveId" clId="{7C2AD6F1-D0BA-4689-8139-07F15EC587B2}" dt="2022-03-20T14:58:52.881" v="29" actId="478"/>
          <ac:graphicFrameMkLst>
            <pc:docMk/>
            <pc:sldMk cId="0" sldId="261"/>
            <ac:graphicFrameMk id="65544" creationId="{ABF5C69D-A68F-2846-9E79-C1E8D05901E5}"/>
          </ac:graphicFrameMkLst>
        </pc:graphicFrameChg>
        <pc:graphicFrameChg chg="del">
          <ac:chgData name="Zheng Fei" userId="d19317889db4c986" providerId="LiveId" clId="{7C2AD6F1-D0BA-4689-8139-07F15EC587B2}" dt="2022-03-20T14:58:52.881" v="29" actId="478"/>
          <ac:graphicFrameMkLst>
            <pc:docMk/>
            <pc:sldMk cId="0" sldId="261"/>
            <ac:graphicFrameMk id="65545" creationId="{35A890A0-48E3-EB41-9A19-215CF7DD7EC2}"/>
          </ac:graphicFrameMkLst>
        </pc:graphicFrameChg>
        <pc:inkChg chg="add del">
          <ac:chgData name="Zheng Fei" userId="d19317889db4c986" providerId="LiveId" clId="{7C2AD6F1-D0BA-4689-8139-07F15EC587B2}" dt="2022-03-20T14:59:50.088" v="31" actId="9405"/>
          <ac:inkMkLst>
            <pc:docMk/>
            <pc:sldMk cId="0" sldId="261"/>
            <ac:inkMk id="2" creationId="{19EDCED5-F45A-4313-89D9-F6AC5A424555}"/>
          </ac:inkMkLst>
        </pc:inkChg>
      </pc:sldChg>
      <pc:sldChg chg="addSp delSp modSp ord modAnim">
        <pc:chgData name="Zheng Fei" userId="d19317889db4c986" providerId="LiveId" clId="{7C2AD6F1-D0BA-4689-8139-07F15EC587B2}" dt="2022-03-21T08:02:11.226" v="1176"/>
        <pc:sldMkLst>
          <pc:docMk/>
          <pc:sldMk cId="0" sldId="262"/>
        </pc:sldMkLst>
        <pc:spChg chg="add del mod">
          <ac:chgData name="Zheng Fei" userId="d19317889db4c986" providerId="LiveId" clId="{7C2AD6F1-D0BA-4689-8139-07F15EC587B2}" dt="2022-03-21T07:56:53.437" v="1086" actId="478"/>
          <ac:spMkLst>
            <pc:docMk/>
            <pc:sldMk cId="0" sldId="262"/>
            <ac:spMk id="2" creationId="{A997E9A7-E3FB-452B-87CD-BFD01D6F2578}"/>
          </ac:spMkLst>
        </pc:spChg>
        <pc:spChg chg="add mod">
          <ac:chgData name="Zheng Fei" userId="d19317889db4c986" providerId="LiveId" clId="{7C2AD6F1-D0BA-4689-8139-07F15EC587B2}" dt="2022-03-21T07:56:51.169" v="1085"/>
          <ac:spMkLst>
            <pc:docMk/>
            <pc:sldMk cId="0" sldId="262"/>
            <ac:spMk id="9" creationId="{49D656BA-479D-4571-82E4-93E028DB7622}"/>
          </ac:spMkLst>
        </pc:spChg>
        <pc:spChg chg="mod">
          <ac:chgData name="Zheng Fei" userId="d19317889db4c986" providerId="LiveId" clId="{7C2AD6F1-D0BA-4689-8139-07F15EC587B2}" dt="2022-03-21T08:01:53.129" v="1174" actId="114"/>
          <ac:spMkLst>
            <pc:docMk/>
            <pc:sldMk cId="0" sldId="262"/>
            <ac:spMk id="66562" creationId="{E4B9ED88-0A67-C84C-9C6C-C06F257AA800}"/>
          </ac:spMkLst>
        </pc:spChg>
        <pc:spChg chg="mod">
          <ac:chgData name="Zheng Fei" userId="d19317889db4c986" providerId="LiveId" clId="{7C2AD6F1-D0BA-4689-8139-07F15EC587B2}" dt="2022-03-21T08:01:41.132" v="1170" actId="114"/>
          <ac:spMkLst>
            <pc:docMk/>
            <pc:sldMk cId="0" sldId="262"/>
            <ac:spMk id="66563" creationId="{478A9266-B17C-DE4B-A276-6EF34E0CB566}"/>
          </ac:spMkLst>
        </pc:spChg>
        <pc:spChg chg="mod">
          <ac:chgData name="Zheng Fei" userId="d19317889db4c986" providerId="LiveId" clId="{7C2AD6F1-D0BA-4689-8139-07F15EC587B2}" dt="2022-03-21T08:01:43.820" v="1171" actId="114"/>
          <ac:spMkLst>
            <pc:docMk/>
            <pc:sldMk cId="0" sldId="262"/>
            <ac:spMk id="66564" creationId="{CE5AC33F-4168-4D47-BF7F-2343A551F1B1}"/>
          </ac:spMkLst>
        </pc:spChg>
        <pc:spChg chg="mod">
          <ac:chgData name="Zheng Fei" userId="d19317889db4c986" providerId="LiveId" clId="{7C2AD6F1-D0BA-4689-8139-07F15EC587B2}" dt="2022-03-21T08:01:49.764" v="1173" actId="114"/>
          <ac:spMkLst>
            <pc:docMk/>
            <pc:sldMk cId="0" sldId="262"/>
            <ac:spMk id="66565" creationId="{ADF406E0-C981-6848-82B2-67BD6282C531}"/>
          </ac:spMkLst>
        </pc:spChg>
        <pc:spChg chg="mod">
          <ac:chgData name="Zheng Fei" userId="d19317889db4c986" providerId="LiveId" clId="{7C2AD6F1-D0BA-4689-8139-07F15EC587B2}" dt="2022-03-21T07:56:18.267" v="1083" actId="1076"/>
          <ac:spMkLst>
            <pc:docMk/>
            <pc:sldMk cId="0" sldId="262"/>
            <ac:spMk id="66566" creationId="{08D5ACB3-CCE9-F240-A5B1-D4985722C7F5}"/>
          </ac:spMkLst>
        </pc:spChg>
        <pc:spChg chg="del">
          <ac:chgData name="Zheng Fei" userId="d19317889db4c986" providerId="LiveId" clId="{7C2AD6F1-D0BA-4689-8139-07F15EC587B2}" dt="2022-03-21T07:56:50.731" v="1084" actId="478"/>
          <ac:spMkLst>
            <pc:docMk/>
            <pc:sldMk cId="0" sldId="262"/>
            <ac:spMk id="66567" creationId="{E41F63C1-C9E0-1C4C-AA64-8A62771345C4}"/>
          </ac:spMkLst>
        </pc:spChg>
      </pc:sldChg>
      <pc:sldChg chg="addSp delSp modSp del ord modAnim">
        <pc:chgData name="Zheng Fei" userId="d19317889db4c986" providerId="LiveId" clId="{7C2AD6F1-D0BA-4689-8139-07F15EC587B2}" dt="2022-03-21T09:14:49.711" v="1568" actId="47"/>
        <pc:sldMkLst>
          <pc:docMk/>
          <pc:sldMk cId="0" sldId="263"/>
        </pc:sldMkLst>
        <pc:spChg chg="add del mod">
          <ac:chgData name="Zheng Fei" userId="d19317889db4c986" providerId="LiveId" clId="{7C2AD6F1-D0BA-4689-8139-07F15EC587B2}" dt="2022-03-21T09:14:27.330" v="1564" actId="478"/>
          <ac:spMkLst>
            <pc:docMk/>
            <pc:sldMk cId="0" sldId="263"/>
            <ac:spMk id="2" creationId="{34C3AFBC-841C-4B0E-94C5-849D230CC60E}"/>
          </ac:spMkLst>
        </pc:spChg>
        <pc:spChg chg="del">
          <ac:chgData name="Zheng Fei" userId="d19317889db4c986" providerId="LiveId" clId="{7C2AD6F1-D0BA-4689-8139-07F15EC587B2}" dt="2022-03-21T09:14:25.551" v="1563" actId="478"/>
          <ac:spMkLst>
            <pc:docMk/>
            <pc:sldMk cId="0" sldId="263"/>
            <ac:spMk id="67587" creationId="{EFC4D2A5-80F7-3649-B94B-F570F61D8B5B}"/>
          </ac:spMkLst>
        </pc:spChg>
      </pc:sldChg>
      <pc:sldChg chg="modSp modAnim">
        <pc:chgData name="Zheng Fei" userId="d19317889db4c986" providerId="LiveId" clId="{7C2AD6F1-D0BA-4689-8139-07F15EC587B2}" dt="2022-03-21T09:25:33.776" v="1684"/>
        <pc:sldMkLst>
          <pc:docMk/>
          <pc:sldMk cId="2236831178" sldId="264"/>
        </pc:sldMkLst>
        <pc:spChg chg="mod">
          <ac:chgData name="Zheng Fei" userId="d19317889db4c986" providerId="LiveId" clId="{7C2AD6F1-D0BA-4689-8139-07F15EC587B2}" dt="2022-03-21T09:14:58.391" v="1570" actId="12788"/>
          <ac:spMkLst>
            <pc:docMk/>
            <pc:sldMk cId="2236831178" sldId="264"/>
            <ac:spMk id="68610" creationId="{FCBC43F4-6D2C-884B-A3F6-65689C219389}"/>
          </ac:spMkLst>
        </pc:spChg>
        <pc:spChg chg="mod">
          <ac:chgData name="Zheng Fei" userId="d19317889db4c986" providerId="LiveId" clId="{7C2AD6F1-D0BA-4689-8139-07F15EC587B2}" dt="2022-03-21T09:16:37.995" v="1592" actId="1036"/>
          <ac:spMkLst>
            <pc:docMk/>
            <pc:sldMk cId="2236831178" sldId="264"/>
            <ac:spMk id="68611" creationId="{02625C09-D470-054F-88A9-BE5DE8AF442B}"/>
          </ac:spMkLst>
        </pc:spChg>
        <pc:spChg chg="mod">
          <ac:chgData name="Zheng Fei" userId="d19317889db4c986" providerId="LiveId" clId="{7C2AD6F1-D0BA-4689-8139-07F15EC587B2}" dt="2022-03-21T09:16:33.712" v="1589" actId="1036"/>
          <ac:spMkLst>
            <pc:docMk/>
            <pc:sldMk cId="2236831178" sldId="264"/>
            <ac:spMk id="68612" creationId="{3C524127-EE79-9648-A69D-98917A61127A}"/>
          </ac:spMkLst>
        </pc:spChg>
        <pc:spChg chg="mod">
          <ac:chgData name="Zheng Fei" userId="d19317889db4c986" providerId="LiveId" clId="{7C2AD6F1-D0BA-4689-8139-07F15EC587B2}" dt="2022-03-21T09:15:31.702" v="1579" actId="1037"/>
          <ac:spMkLst>
            <pc:docMk/>
            <pc:sldMk cId="2236831178" sldId="264"/>
            <ac:spMk id="68613" creationId="{3A68CE6C-5B14-1D4D-A321-EFFCF6931790}"/>
          </ac:spMkLst>
        </pc:spChg>
        <pc:spChg chg="mod">
          <ac:chgData name="Zheng Fei" userId="d19317889db4c986" providerId="LiveId" clId="{7C2AD6F1-D0BA-4689-8139-07F15EC587B2}" dt="2022-03-21T09:15:29.671" v="1576" actId="1037"/>
          <ac:spMkLst>
            <pc:docMk/>
            <pc:sldMk cId="2236831178" sldId="264"/>
            <ac:spMk id="68614" creationId="{81EB7BC4-F1CD-1C4F-A5BE-6E571FD1C07E}"/>
          </ac:spMkLst>
        </pc:spChg>
        <pc:spChg chg="mod">
          <ac:chgData name="Zheng Fei" userId="d19317889db4c986" providerId="LiveId" clId="{7C2AD6F1-D0BA-4689-8139-07F15EC587B2}" dt="2022-03-21T09:16:18.572" v="1584" actId="1076"/>
          <ac:spMkLst>
            <pc:docMk/>
            <pc:sldMk cId="2236831178" sldId="264"/>
            <ac:spMk id="68615" creationId="{3843CF23-8BA7-6D49-B29E-EA6098D1B147}"/>
          </ac:spMkLst>
        </pc:spChg>
      </pc:sldChg>
      <pc:sldChg chg="addSp delSp modSp mod delAnim modAnim">
        <pc:chgData name="Zheng Fei" userId="d19317889db4c986" providerId="LiveId" clId="{7C2AD6F1-D0BA-4689-8139-07F15EC587B2}" dt="2022-03-21T09:25:25.396" v="1682"/>
        <pc:sldMkLst>
          <pc:docMk/>
          <pc:sldMk cId="0" sldId="265"/>
        </pc:sldMkLst>
        <pc:spChg chg="add mod">
          <ac:chgData name="Zheng Fei" userId="d19317889db4c986" providerId="LiveId" clId="{7C2AD6F1-D0BA-4689-8139-07F15EC587B2}" dt="2022-03-21T09:25:12.186" v="1681" actId="14100"/>
          <ac:spMkLst>
            <pc:docMk/>
            <pc:sldMk cId="0" sldId="265"/>
            <ac:spMk id="2" creationId="{312D4565-0205-45ED-9021-6116B98A8C90}"/>
          </ac:spMkLst>
        </pc:spChg>
        <pc:spChg chg="mod">
          <ac:chgData name="Zheng Fei" userId="d19317889db4c986" providerId="LiveId" clId="{7C2AD6F1-D0BA-4689-8139-07F15EC587B2}" dt="2022-03-21T09:24:57.415" v="1675" actId="12788"/>
          <ac:spMkLst>
            <pc:docMk/>
            <pc:sldMk cId="0" sldId="265"/>
            <ac:spMk id="69634" creationId="{B6D52BBC-3D87-D646-8147-73F0C164DE3E}"/>
          </ac:spMkLst>
        </pc:spChg>
        <pc:spChg chg="mod topLvl">
          <ac:chgData name="Zheng Fei" userId="d19317889db4c986" providerId="LiveId" clId="{7C2AD6F1-D0BA-4689-8139-07F15EC587B2}" dt="2022-03-21T09:25:02.755" v="1679" actId="20577"/>
          <ac:spMkLst>
            <pc:docMk/>
            <pc:sldMk cId="0" sldId="265"/>
            <ac:spMk id="69635" creationId="{3FE89C70-1BC5-1A47-B958-4E24CACAA64F}"/>
          </ac:spMkLst>
        </pc:spChg>
        <pc:spChg chg="mod">
          <ac:chgData name="Zheng Fei" userId="d19317889db4c986" providerId="LiveId" clId="{7C2AD6F1-D0BA-4689-8139-07F15EC587B2}" dt="2022-03-21T09:21:17.052" v="1655" actId="207"/>
          <ac:spMkLst>
            <pc:docMk/>
            <pc:sldMk cId="0" sldId="265"/>
            <ac:spMk id="69636" creationId="{A444F019-76AB-5F4C-A814-54C3F7B272F2}"/>
          </ac:spMkLst>
        </pc:spChg>
        <pc:spChg chg="del">
          <ac:chgData name="Zheng Fei" userId="d19317889db4c986" providerId="LiveId" clId="{7C2AD6F1-D0BA-4689-8139-07F15EC587B2}" dt="2022-03-20T15:11:05.890" v="250" actId="478"/>
          <ac:spMkLst>
            <pc:docMk/>
            <pc:sldMk cId="0" sldId="265"/>
            <ac:spMk id="69643" creationId="{EB7ADE7D-0ABE-E541-A00D-E6892C2B1894}"/>
          </ac:spMkLst>
        </pc:spChg>
        <pc:grpChg chg="del mod">
          <ac:chgData name="Zheng Fei" userId="d19317889db4c986" providerId="LiveId" clId="{7C2AD6F1-D0BA-4689-8139-07F15EC587B2}" dt="2022-03-21T09:19:07.053" v="1625" actId="478"/>
          <ac:grpSpMkLst>
            <pc:docMk/>
            <pc:sldMk cId="0" sldId="265"/>
            <ac:grpSpMk id="69644" creationId="{8588FC7B-A96E-5F47-AFD2-9CAFE024FBCF}"/>
          </ac:grpSpMkLst>
        </pc:grpChg>
        <pc:graphicFrameChg chg="mod">
          <ac:chgData name="Zheng Fei" userId="d19317889db4c986" providerId="LiveId" clId="{7C2AD6F1-D0BA-4689-8139-07F15EC587B2}" dt="2022-03-21T09:20:54.394" v="1653" actId="1076"/>
          <ac:graphicFrameMkLst>
            <pc:docMk/>
            <pc:sldMk cId="0" sldId="265"/>
            <ac:graphicFrameMk id="69638" creationId="{467039DB-CCB2-6E4F-8818-B69B216E5393}"/>
          </ac:graphicFrameMkLst>
        </pc:graphicFrameChg>
        <pc:graphicFrameChg chg="del mod topLvl">
          <ac:chgData name="Zheng Fei" userId="d19317889db4c986" providerId="LiveId" clId="{7C2AD6F1-D0BA-4689-8139-07F15EC587B2}" dt="2022-03-21T09:19:07.053" v="1625" actId="478"/>
          <ac:graphicFrameMkLst>
            <pc:docMk/>
            <pc:sldMk cId="0" sldId="265"/>
            <ac:graphicFrameMk id="69639" creationId="{6F5EA801-5425-144E-82DE-C06CD7B8394B}"/>
          </ac:graphicFrameMkLst>
        </pc:graphicFrameChg>
        <pc:graphicFrameChg chg="del">
          <ac:chgData name="Zheng Fei" userId="d19317889db4c986" providerId="LiveId" clId="{7C2AD6F1-D0BA-4689-8139-07F15EC587B2}" dt="2022-03-20T15:07:59.033" v="188" actId="478"/>
          <ac:graphicFrameMkLst>
            <pc:docMk/>
            <pc:sldMk cId="0" sldId="265"/>
            <ac:graphicFrameMk id="69640" creationId="{B511B5DE-25EB-674B-95D8-308992B76C90}"/>
          </ac:graphicFrameMkLst>
        </pc:graphicFrameChg>
        <pc:graphicFrameChg chg="del mod">
          <ac:chgData name="Zheng Fei" userId="d19317889db4c986" providerId="LiveId" clId="{7C2AD6F1-D0BA-4689-8139-07F15EC587B2}" dt="2022-03-20T15:09:14.040" v="209" actId="478"/>
          <ac:graphicFrameMkLst>
            <pc:docMk/>
            <pc:sldMk cId="0" sldId="265"/>
            <ac:graphicFrameMk id="69641" creationId="{6938E264-87FD-7A41-925B-A74321B64086}"/>
          </ac:graphicFrameMkLst>
        </pc:graphicFrameChg>
        <pc:graphicFrameChg chg="del mod">
          <ac:chgData name="Zheng Fei" userId="d19317889db4c986" providerId="LiveId" clId="{7C2AD6F1-D0BA-4689-8139-07F15EC587B2}" dt="2022-03-20T15:09:12.480" v="208" actId="478"/>
          <ac:graphicFrameMkLst>
            <pc:docMk/>
            <pc:sldMk cId="0" sldId="265"/>
            <ac:graphicFrameMk id="69642" creationId="{4D2F1954-E584-5B40-9A1B-7067E11C5854}"/>
          </ac:graphicFrameMkLst>
        </pc:graphicFrameChg>
        <pc:picChg chg="add mod modCrop">
          <ac:chgData name="Zheng Fei" userId="d19317889db4c986" providerId="LiveId" clId="{7C2AD6F1-D0BA-4689-8139-07F15EC587B2}" dt="2022-03-21T09:24:31.815" v="1664" actId="1076"/>
          <ac:picMkLst>
            <pc:docMk/>
            <pc:sldMk cId="0" sldId="265"/>
            <ac:picMk id="4" creationId="{E6759FD8-F812-43AC-AE9F-A604D9CD6076}"/>
          </ac:picMkLst>
        </pc:picChg>
      </pc:sldChg>
      <pc:sldChg chg="modSp mod modAnim">
        <pc:chgData name="Zheng Fei" userId="d19317889db4c986" providerId="LiveId" clId="{7C2AD6F1-D0BA-4689-8139-07F15EC587B2}" dt="2022-03-21T09:34:48.960" v="1866" actId="20577"/>
        <pc:sldMkLst>
          <pc:docMk/>
          <pc:sldMk cId="0" sldId="267"/>
        </pc:sldMkLst>
        <pc:spChg chg="mod">
          <ac:chgData name="Zheng Fei" userId="d19317889db4c986" providerId="LiveId" clId="{7C2AD6F1-D0BA-4689-8139-07F15EC587B2}" dt="2022-03-21T09:34:18.389" v="1855" actId="552"/>
          <ac:spMkLst>
            <pc:docMk/>
            <pc:sldMk cId="0" sldId="267"/>
            <ac:spMk id="72707" creationId="{AB605B63-927F-C44B-8C6B-5820B085B10A}"/>
          </ac:spMkLst>
        </pc:spChg>
        <pc:spChg chg="mod">
          <ac:chgData name="Zheng Fei" userId="d19317889db4c986" providerId="LiveId" clId="{7C2AD6F1-D0BA-4689-8139-07F15EC587B2}" dt="2022-03-21T09:33:19.049" v="1827" actId="20577"/>
          <ac:spMkLst>
            <pc:docMk/>
            <pc:sldMk cId="0" sldId="267"/>
            <ac:spMk id="72708" creationId="{1885C26A-6A55-3241-8F6E-2C7592F7FACE}"/>
          </ac:spMkLst>
        </pc:spChg>
        <pc:spChg chg="mod">
          <ac:chgData name="Zheng Fei" userId="d19317889db4c986" providerId="LiveId" clId="{7C2AD6F1-D0BA-4689-8139-07F15EC587B2}" dt="2022-03-21T09:34:48.960" v="1866" actId="20577"/>
          <ac:spMkLst>
            <pc:docMk/>
            <pc:sldMk cId="0" sldId="267"/>
            <ac:spMk id="72709" creationId="{7F551A94-40C9-5341-9398-4CD9F740510E}"/>
          </ac:spMkLst>
        </pc:spChg>
        <pc:spChg chg="mod">
          <ac:chgData name="Zheng Fei" userId="d19317889db4c986" providerId="LiveId" clId="{7C2AD6F1-D0BA-4689-8139-07F15EC587B2}" dt="2022-03-21T09:32:45.769" v="1815" actId="12788"/>
          <ac:spMkLst>
            <pc:docMk/>
            <pc:sldMk cId="0" sldId="267"/>
            <ac:spMk id="72710" creationId="{9FD8F82C-1BB0-3A4C-A22E-ECE7B2B4AF8B}"/>
          </ac:spMkLst>
        </pc:spChg>
        <pc:spChg chg="mod">
          <ac:chgData name="Zheng Fei" userId="d19317889db4c986" providerId="LiveId" clId="{7C2AD6F1-D0BA-4689-8139-07F15EC587B2}" dt="2022-03-21T09:34:18.389" v="1855" actId="552"/>
          <ac:spMkLst>
            <pc:docMk/>
            <pc:sldMk cId="0" sldId="267"/>
            <ac:spMk id="72711" creationId="{43340CAC-CAD9-514E-9AEF-AEC9DAFDDF2A}"/>
          </ac:spMkLst>
        </pc:spChg>
        <pc:graphicFrameChg chg="mod">
          <ac:chgData name="Zheng Fei" userId="d19317889db4c986" providerId="LiveId" clId="{7C2AD6F1-D0BA-4689-8139-07F15EC587B2}" dt="2022-03-21T09:34:22.519" v="1856"/>
          <ac:graphicFrameMkLst>
            <pc:docMk/>
            <pc:sldMk cId="0" sldId="267"/>
            <ac:graphicFrameMk id="72706" creationId="{9D013166-F305-7549-AEE1-EC6A50ECC6EF}"/>
          </ac:graphicFrameMkLst>
        </pc:graphicFrameChg>
      </pc:sldChg>
      <pc:sldChg chg="addSp delSp modSp mod modAnim">
        <pc:chgData name="Zheng Fei" userId="d19317889db4c986" providerId="LiveId" clId="{7C2AD6F1-D0BA-4689-8139-07F15EC587B2}" dt="2022-03-21T09:38:46.092" v="1934" actId="12788"/>
        <pc:sldMkLst>
          <pc:docMk/>
          <pc:sldMk cId="0" sldId="268"/>
        </pc:sldMkLst>
        <pc:spChg chg="mod">
          <ac:chgData name="Zheng Fei" userId="d19317889db4c986" providerId="LiveId" clId="{7C2AD6F1-D0BA-4689-8139-07F15EC587B2}" dt="2022-03-21T09:38:46.092" v="1934" actId="12788"/>
          <ac:spMkLst>
            <pc:docMk/>
            <pc:sldMk cId="0" sldId="268"/>
            <ac:spMk id="73730" creationId="{184A9AAD-CBE8-3C4A-9C25-79AA1366B852}"/>
          </ac:spMkLst>
        </pc:spChg>
        <pc:spChg chg="mod">
          <ac:chgData name="Zheng Fei" userId="d19317889db4c986" providerId="LiveId" clId="{7C2AD6F1-D0BA-4689-8139-07F15EC587B2}" dt="2022-03-21T09:36:38.640" v="1891" actId="207"/>
          <ac:spMkLst>
            <pc:docMk/>
            <pc:sldMk cId="0" sldId="268"/>
            <ac:spMk id="73731" creationId="{8904FC05-4F6C-AF41-9DF5-3D2B97375DC1}"/>
          </ac:spMkLst>
        </pc:spChg>
        <pc:spChg chg="mod">
          <ac:chgData name="Zheng Fei" userId="d19317889db4c986" providerId="LiveId" clId="{7C2AD6F1-D0BA-4689-8139-07F15EC587B2}" dt="2022-03-21T09:36:49.235" v="1893" actId="207"/>
          <ac:spMkLst>
            <pc:docMk/>
            <pc:sldMk cId="0" sldId="268"/>
            <ac:spMk id="73732" creationId="{69FE6477-61F5-3542-91EF-0C82FC69274A}"/>
          </ac:spMkLst>
        </pc:spChg>
        <pc:spChg chg="mod">
          <ac:chgData name="Zheng Fei" userId="d19317889db4c986" providerId="LiveId" clId="{7C2AD6F1-D0BA-4689-8139-07F15EC587B2}" dt="2022-03-21T09:36:19.780" v="1888" actId="20577"/>
          <ac:spMkLst>
            <pc:docMk/>
            <pc:sldMk cId="0" sldId="268"/>
            <ac:spMk id="73733" creationId="{8D97D223-E2C3-BE45-87BE-A3F5FDD42C35}"/>
          </ac:spMkLst>
        </pc:spChg>
        <pc:spChg chg="add mod">
          <ac:chgData name="Zheng Fei" userId="d19317889db4c986" providerId="LiveId" clId="{7C2AD6F1-D0BA-4689-8139-07F15EC587B2}" dt="2022-03-21T09:37:38.520" v="1908" actId="2711"/>
          <ac:spMkLst>
            <pc:docMk/>
            <pc:sldMk cId="0" sldId="268"/>
            <ac:spMk id="73734" creationId="{E8BDE86E-BC76-B047-8C5F-D7206250B041}"/>
          </ac:spMkLst>
        </pc:spChg>
        <pc:spChg chg="mod">
          <ac:chgData name="Zheng Fei" userId="d19317889db4c986" providerId="LiveId" clId="{7C2AD6F1-D0BA-4689-8139-07F15EC587B2}" dt="2022-03-21T09:38:09.601" v="1917" actId="1036"/>
          <ac:spMkLst>
            <pc:docMk/>
            <pc:sldMk cId="0" sldId="268"/>
            <ac:spMk id="73735" creationId="{16077833-C7B6-C14A-BA5F-D32EE4E1D2CD}"/>
          </ac:spMkLst>
        </pc:spChg>
        <pc:spChg chg="mod">
          <ac:chgData name="Zheng Fei" userId="d19317889db4c986" providerId="LiveId" clId="{7C2AD6F1-D0BA-4689-8139-07F15EC587B2}" dt="2022-03-21T09:38:31.055" v="1923" actId="1036"/>
          <ac:spMkLst>
            <pc:docMk/>
            <pc:sldMk cId="0" sldId="268"/>
            <ac:spMk id="73736" creationId="{B5F94087-BE36-5C4D-A862-9B8D85B30D85}"/>
          </ac:spMkLst>
        </pc:spChg>
        <pc:spChg chg="add mod">
          <ac:chgData name="Zheng Fei" userId="d19317889db4c986" providerId="LiveId" clId="{7C2AD6F1-D0BA-4689-8139-07F15EC587B2}" dt="2022-03-21T09:38:09.601" v="1917" actId="1036"/>
          <ac:spMkLst>
            <pc:docMk/>
            <pc:sldMk cId="0" sldId="268"/>
            <ac:spMk id="73737" creationId="{A51C3A4F-1241-5240-9B93-FCEEFF8C9D23}"/>
          </ac:spMkLst>
        </pc:spChg>
        <pc:spChg chg="add mod">
          <ac:chgData name="Zheng Fei" userId="d19317889db4c986" providerId="LiveId" clId="{7C2AD6F1-D0BA-4689-8139-07F15EC587B2}" dt="2022-03-21T09:38:31.055" v="1923" actId="1036"/>
          <ac:spMkLst>
            <pc:docMk/>
            <pc:sldMk cId="0" sldId="268"/>
            <ac:spMk id="73738" creationId="{630CBC73-0F98-4F47-98D4-C54A438257FE}"/>
          </ac:spMkLst>
        </pc:spChg>
        <pc:spChg chg="mod">
          <ac:chgData name="Zheng Fei" userId="d19317889db4c986" providerId="LiveId" clId="{7C2AD6F1-D0BA-4689-8139-07F15EC587B2}" dt="2022-03-21T09:38:36.891" v="1930" actId="1036"/>
          <ac:spMkLst>
            <pc:docMk/>
            <pc:sldMk cId="0" sldId="268"/>
            <ac:spMk id="73739" creationId="{ABBCCFD2-DBB0-6A46-A2CB-0671202A9F54}"/>
          </ac:spMkLst>
        </pc:spChg>
        <pc:spChg chg="mod">
          <ac:chgData name="Zheng Fei" userId="d19317889db4c986" providerId="LiveId" clId="{7C2AD6F1-D0BA-4689-8139-07F15EC587B2}" dt="2022-03-21T09:38:39.175" v="1932" actId="1035"/>
          <ac:spMkLst>
            <pc:docMk/>
            <pc:sldMk cId="0" sldId="268"/>
            <ac:spMk id="73740" creationId="{01FA7347-ED18-0D4E-94A5-7DEC9A086912}"/>
          </ac:spMkLst>
        </pc:spChg>
        <pc:spChg chg="mod">
          <ac:chgData name="Zheng Fei" userId="d19317889db4c986" providerId="LiveId" clId="{7C2AD6F1-D0BA-4689-8139-07F15EC587B2}" dt="2022-03-21T09:37:01.901" v="1896" actId="1076"/>
          <ac:spMkLst>
            <pc:docMk/>
            <pc:sldMk cId="0" sldId="268"/>
            <ac:spMk id="73741" creationId="{063EB188-C42E-5C47-99EE-FDA4600A2FCC}"/>
          </ac:spMkLst>
        </pc:spChg>
        <pc:graphicFrameChg chg="del mod replId">
          <ac:chgData name="Zheng Fei" userId="d19317889db4c986" providerId="LiveId" clId="{7C2AD6F1-D0BA-4689-8139-07F15EC587B2}" dt="2022-03-21T09:37:17.223" v="1900"/>
          <ac:graphicFrameMkLst>
            <pc:docMk/>
            <pc:sldMk cId="0" sldId="268"/>
            <ac:graphicFrameMk id="2" creationId="{E8BDE86E-BC76-B047-8C5F-D7206250B041}"/>
          </ac:graphicFrameMkLst>
        </pc:graphicFrameChg>
        <pc:graphicFrameChg chg="del mod replId">
          <ac:chgData name="Zheng Fei" userId="d19317889db4c986" providerId="LiveId" clId="{7C2AD6F1-D0BA-4689-8139-07F15EC587B2}" dt="2022-03-21T09:37:20.571" v="1902"/>
          <ac:graphicFrameMkLst>
            <pc:docMk/>
            <pc:sldMk cId="0" sldId="268"/>
            <ac:graphicFrameMk id="4" creationId="{A51C3A4F-1241-5240-9B93-FCEEFF8C9D23}"/>
          </ac:graphicFrameMkLst>
        </pc:graphicFrameChg>
        <pc:graphicFrameChg chg="del mod replId">
          <ac:chgData name="Zheng Fei" userId="d19317889db4c986" providerId="LiveId" clId="{7C2AD6F1-D0BA-4689-8139-07F15EC587B2}" dt="2022-03-21T09:37:22.597" v="1905"/>
          <ac:graphicFrameMkLst>
            <pc:docMk/>
            <pc:sldMk cId="0" sldId="268"/>
            <ac:graphicFrameMk id="6" creationId="{630CBC73-0F98-4F47-98D4-C54A438257FE}"/>
          </ac:graphicFrameMkLst>
        </pc:graphicFrameChg>
      </pc:sldChg>
      <pc:sldChg chg="modSp mod modAnim">
        <pc:chgData name="Zheng Fei" userId="d19317889db4c986" providerId="LiveId" clId="{7C2AD6F1-D0BA-4689-8139-07F15EC587B2}" dt="2022-03-21T09:40:07.902" v="1961" actId="207"/>
        <pc:sldMkLst>
          <pc:docMk/>
          <pc:sldMk cId="0" sldId="269"/>
        </pc:sldMkLst>
        <pc:spChg chg="mod">
          <ac:chgData name="Zheng Fei" userId="d19317889db4c986" providerId="LiveId" clId="{7C2AD6F1-D0BA-4689-8139-07F15EC587B2}" dt="2022-03-21T09:39:39.681" v="1947" actId="1076"/>
          <ac:spMkLst>
            <pc:docMk/>
            <pc:sldMk cId="0" sldId="269"/>
            <ac:spMk id="74754" creationId="{61E34251-D126-7248-A973-4AA65F29FB2F}"/>
          </ac:spMkLst>
        </pc:spChg>
        <pc:spChg chg="mod">
          <ac:chgData name="Zheng Fei" userId="d19317889db4c986" providerId="LiveId" clId="{7C2AD6F1-D0BA-4689-8139-07F15EC587B2}" dt="2022-03-21T09:39:45.442" v="1948" actId="1076"/>
          <ac:spMkLst>
            <pc:docMk/>
            <pc:sldMk cId="0" sldId="269"/>
            <ac:spMk id="74761" creationId="{EB460BC6-8ABA-2245-9F29-E264499F20D0}"/>
          </ac:spMkLst>
        </pc:spChg>
        <pc:spChg chg="mod">
          <ac:chgData name="Zheng Fei" userId="d19317889db4c986" providerId="LiveId" clId="{7C2AD6F1-D0BA-4689-8139-07F15EC587B2}" dt="2022-03-21T09:39:16.961" v="1941" actId="114"/>
          <ac:spMkLst>
            <pc:docMk/>
            <pc:sldMk cId="0" sldId="269"/>
            <ac:spMk id="74762" creationId="{A3A66B21-2ED0-AF42-98B0-8A8DA24E66A7}"/>
          </ac:spMkLst>
        </pc:spChg>
        <pc:spChg chg="mod">
          <ac:chgData name="Zheng Fei" userId="d19317889db4c986" providerId="LiveId" clId="{7C2AD6F1-D0BA-4689-8139-07F15EC587B2}" dt="2022-03-21T09:39:55.172" v="1950" actId="1076"/>
          <ac:spMkLst>
            <pc:docMk/>
            <pc:sldMk cId="0" sldId="269"/>
            <ac:spMk id="74763" creationId="{C52AA575-89AF-6F4A-9C28-FF106BC8FB7F}"/>
          </ac:spMkLst>
        </pc:spChg>
        <pc:spChg chg="mod">
          <ac:chgData name="Zheng Fei" userId="d19317889db4c986" providerId="LiveId" clId="{7C2AD6F1-D0BA-4689-8139-07F15EC587B2}" dt="2022-03-21T09:39:21.696" v="1943" actId="114"/>
          <ac:spMkLst>
            <pc:docMk/>
            <pc:sldMk cId="0" sldId="269"/>
            <ac:spMk id="74764" creationId="{3B93D601-7220-E847-BFA8-7C8D4F92E228}"/>
          </ac:spMkLst>
        </pc:spChg>
        <pc:spChg chg="mod">
          <ac:chgData name="Zheng Fei" userId="d19317889db4c986" providerId="LiveId" clId="{7C2AD6F1-D0BA-4689-8139-07F15EC587B2}" dt="2022-03-21T09:40:07.902" v="1961" actId="207"/>
          <ac:spMkLst>
            <pc:docMk/>
            <pc:sldMk cId="0" sldId="269"/>
            <ac:spMk id="74766" creationId="{8B0F161B-270B-8043-BD71-CC2F0186F733}"/>
          </ac:spMkLst>
        </pc:spChg>
        <pc:spChg chg="mod">
          <ac:chgData name="Zheng Fei" userId="d19317889db4c986" providerId="LiveId" clId="{7C2AD6F1-D0BA-4689-8139-07F15EC587B2}" dt="2022-03-21T09:39:51.562" v="1949" actId="1076"/>
          <ac:spMkLst>
            <pc:docMk/>
            <pc:sldMk cId="0" sldId="269"/>
            <ac:spMk id="74767" creationId="{FA4761A8-DEDF-3849-850C-60C0BDF81126}"/>
          </ac:spMkLst>
        </pc:spChg>
        <pc:grpChg chg="mod">
          <ac:chgData name="Zheng Fei" userId="d19317889db4c986" providerId="LiveId" clId="{7C2AD6F1-D0BA-4689-8139-07F15EC587B2}" dt="2022-03-20T15:14:41.212" v="332" actId="2711"/>
          <ac:grpSpMkLst>
            <pc:docMk/>
            <pc:sldMk cId="0" sldId="269"/>
            <ac:grpSpMk id="74755" creationId="{36EAA2A5-CC63-6D4F-ADFC-A5D3BEDD5AD2}"/>
          </ac:grpSpMkLst>
        </pc:grpChg>
        <pc:graphicFrameChg chg="mod">
          <ac:chgData name="Zheng Fei" userId="d19317889db4c986" providerId="LiveId" clId="{7C2AD6F1-D0BA-4689-8139-07F15EC587B2}" dt="2022-03-21T09:39:57.802" v="1951" actId="1076"/>
          <ac:graphicFrameMkLst>
            <pc:docMk/>
            <pc:sldMk cId="0" sldId="269"/>
            <ac:graphicFrameMk id="74765" creationId="{ACF2CE6A-CB15-E94F-9360-4B7DBA7C966D}"/>
          </ac:graphicFrameMkLst>
        </pc:graphicFrameChg>
      </pc:sldChg>
      <pc:sldChg chg="addSp delSp modSp mod modAnim">
        <pc:chgData name="Zheng Fei" userId="d19317889db4c986" providerId="LiveId" clId="{7C2AD6F1-D0BA-4689-8139-07F15EC587B2}" dt="2022-03-21T09:44:25.554" v="2057" actId="1076"/>
        <pc:sldMkLst>
          <pc:docMk/>
          <pc:sldMk cId="0" sldId="270"/>
        </pc:sldMkLst>
        <pc:spChg chg="add mod">
          <ac:chgData name="Zheng Fei" userId="d19317889db4c986" providerId="LiveId" clId="{7C2AD6F1-D0BA-4689-8139-07F15EC587B2}" dt="2022-03-21T09:40:46.862" v="1965"/>
          <ac:spMkLst>
            <pc:docMk/>
            <pc:sldMk cId="0" sldId="270"/>
            <ac:spMk id="11" creationId="{90AB737E-3DEB-41C8-BBF1-787E6B0972BE}"/>
          </ac:spMkLst>
        </pc:spChg>
        <pc:spChg chg="mod">
          <ac:chgData name="Zheng Fei" userId="d19317889db4c986" providerId="LiveId" clId="{7C2AD6F1-D0BA-4689-8139-07F15EC587B2}" dt="2022-03-21T09:41:34.194" v="1996" actId="1076"/>
          <ac:spMkLst>
            <pc:docMk/>
            <pc:sldMk cId="0" sldId="270"/>
            <ac:spMk id="75778" creationId="{38501C3E-CC83-254C-9156-E7A17793D4D4}"/>
          </ac:spMkLst>
        </pc:spChg>
        <pc:spChg chg="mod">
          <ac:chgData name="Zheng Fei" userId="d19317889db4c986" providerId="LiveId" clId="{7C2AD6F1-D0BA-4689-8139-07F15EC587B2}" dt="2022-03-21T09:43:07.043" v="2032" actId="20577"/>
          <ac:spMkLst>
            <pc:docMk/>
            <pc:sldMk cId="0" sldId="270"/>
            <ac:spMk id="75779" creationId="{FA9656A5-62C1-F645-B4E6-22621892FDD8}"/>
          </ac:spMkLst>
        </pc:spChg>
        <pc:spChg chg="mod">
          <ac:chgData name="Zheng Fei" userId="d19317889db4c986" providerId="LiveId" clId="{7C2AD6F1-D0BA-4689-8139-07F15EC587B2}" dt="2022-03-21T09:44:04.764" v="2049" actId="207"/>
          <ac:spMkLst>
            <pc:docMk/>
            <pc:sldMk cId="0" sldId="270"/>
            <ac:spMk id="75780" creationId="{DAF08943-A2EE-9B47-97DB-454D875C89D4}"/>
          </ac:spMkLst>
        </pc:spChg>
        <pc:spChg chg="mod">
          <ac:chgData name="Zheng Fei" userId="d19317889db4c986" providerId="LiveId" clId="{7C2AD6F1-D0BA-4689-8139-07F15EC587B2}" dt="2022-03-21T09:44:12.151" v="2054" actId="1035"/>
          <ac:spMkLst>
            <pc:docMk/>
            <pc:sldMk cId="0" sldId="270"/>
            <ac:spMk id="75781" creationId="{F3646521-38FD-7244-9DE3-9EDE7474B346}"/>
          </ac:spMkLst>
        </pc:spChg>
        <pc:spChg chg="mod">
          <ac:chgData name="Zheng Fei" userId="d19317889db4c986" providerId="LiveId" clId="{7C2AD6F1-D0BA-4689-8139-07F15EC587B2}" dt="2022-03-21T09:44:12.151" v="2054" actId="1035"/>
          <ac:spMkLst>
            <pc:docMk/>
            <pc:sldMk cId="0" sldId="270"/>
            <ac:spMk id="75783" creationId="{DC1C60BC-285F-B64D-AEE9-52D9AE0C56B6}"/>
          </ac:spMkLst>
        </pc:spChg>
        <pc:spChg chg="mod">
          <ac:chgData name="Zheng Fei" userId="d19317889db4c986" providerId="LiveId" clId="{7C2AD6F1-D0BA-4689-8139-07F15EC587B2}" dt="2022-03-21T09:43:03.045" v="2027" actId="1038"/>
          <ac:spMkLst>
            <pc:docMk/>
            <pc:sldMk cId="0" sldId="270"/>
            <ac:spMk id="75784" creationId="{D3A85390-BB2B-314D-B266-2E9F92822674}"/>
          </ac:spMkLst>
        </pc:spChg>
        <pc:spChg chg="del mod">
          <ac:chgData name="Zheng Fei" userId="d19317889db4c986" providerId="LiveId" clId="{7C2AD6F1-D0BA-4689-8139-07F15EC587B2}" dt="2022-03-21T09:40:49.082" v="1966" actId="478"/>
          <ac:spMkLst>
            <pc:docMk/>
            <pc:sldMk cId="0" sldId="270"/>
            <ac:spMk id="75786" creationId="{FF58808E-3E1E-9341-A44E-6B63832926AD}"/>
          </ac:spMkLst>
        </pc:spChg>
        <pc:graphicFrameChg chg="mod">
          <ac:chgData name="Zheng Fei" userId="d19317889db4c986" providerId="LiveId" clId="{7C2AD6F1-D0BA-4689-8139-07F15EC587B2}" dt="2022-03-21T09:44:12.151" v="2054" actId="1035"/>
          <ac:graphicFrameMkLst>
            <pc:docMk/>
            <pc:sldMk cId="0" sldId="270"/>
            <ac:graphicFrameMk id="75782" creationId="{B5C84B67-9232-2049-A974-C77D1B07147E}"/>
          </ac:graphicFrameMkLst>
        </pc:graphicFrameChg>
        <pc:graphicFrameChg chg="mod">
          <ac:chgData name="Zheng Fei" userId="d19317889db4c986" providerId="LiveId" clId="{7C2AD6F1-D0BA-4689-8139-07F15EC587B2}" dt="2022-03-21T09:44:25.554" v="2057" actId="1076"/>
          <ac:graphicFrameMkLst>
            <pc:docMk/>
            <pc:sldMk cId="0" sldId="270"/>
            <ac:graphicFrameMk id="75785" creationId="{1BFDCB5D-EE4B-1449-A466-FA81F0267EFA}"/>
          </ac:graphicFrameMkLst>
        </pc:graphicFrameChg>
      </pc:sldChg>
      <pc:sldChg chg="addSp modSp mod modAnim">
        <pc:chgData name="Zheng Fei" userId="d19317889db4c986" providerId="LiveId" clId="{7C2AD6F1-D0BA-4689-8139-07F15EC587B2}" dt="2022-03-21T09:45:40.684" v="2092" actId="1076"/>
        <pc:sldMkLst>
          <pc:docMk/>
          <pc:sldMk cId="0" sldId="271"/>
        </pc:sldMkLst>
        <pc:spChg chg="add mod">
          <ac:chgData name="Zheng Fei" userId="d19317889db4c986" providerId="LiveId" clId="{7C2AD6F1-D0BA-4689-8139-07F15EC587B2}" dt="2022-03-21T09:44:46.394" v="2059"/>
          <ac:spMkLst>
            <pc:docMk/>
            <pc:sldMk cId="0" sldId="271"/>
            <ac:spMk id="12" creationId="{04B2C19D-07B5-4AB6-B4B6-74D375C144FD}"/>
          </ac:spMkLst>
        </pc:spChg>
        <pc:spChg chg="mod">
          <ac:chgData name="Zheng Fei" userId="d19317889db4c986" providerId="LiveId" clId="{7C2AD6F1-D0BA-4689-8139-07F15EC587B2}" dt="2022-03-21T09:45:40.684" v="2092" actId="1076"/>
          <ac:spMkLst>
            <pc:docMk/>
            <pc:sldMk cId="0" sldId="271"/>
            <ac:spMk id="76802" creationId="{35AA839A-4903-434F-A395-440FD0BBE052}"/>
          </ac:spMkLst>
        </pc:spChg>
        <pc:spChg chg="mod">
          <ac:chgData name="Zheng Fei" userId="d19317889db4c986" providerId="LiveId" clId="{7C2AD6F1-D0BA-4689-8139-07F15EC587B2}" dt="2022-03-21T09:45:35.424" v="2090" actId="1076"/>
          <ac:spMkLst>
            <pc:docMk/>
            <pc:sldMk cId="0" sldId="271"/>
            <ac:spMk id="76804" creationId="{496C2B27-A7E8-6342-A94E-02DEEE820528}"/>
          </ac:spMkLst>
        </pc:spChg>
        <pc:spChg chg="mod">
          <ac:chgData name="Zheng Fei" userId="d19317889db4c986" providerId="LiveId" clId="{7C2AD6F1-D0BA-4689-8139-07F15EC587B2}" dt="2022-03-21T09:45:29.704" v="2088" actId="1076"/>
          <ac:spMkLst>
            <pc:docMk/>
            <pc:sldMk cId="0" sldId="271"/>
            <ac:spMk id="76805" creationId="{C72455D1-5CD0-DD4C-9B3F-434C77249EC2}"/>
          </ac:spMkLst>
        </pc:spChg>
        <pc:spChg chg="mod">
          <ac:chgData name="Zheng Fei" userId="d19317889db4c986" providerId="LiveId" clId="{7C2AD6F1-D0BA-4689-8139-07F15EC587B2}" dt="2022-03-21T09:45:26.195" v="2087" actId="1076"/>
          <ac:spMkLst>
            <pc:docMk/>
            <pc:sldMk cId="0" sldId="271"/>
            <ac:spMk id="76806" creationId="{4A9E32B8-2B8B-8D45-8A39-B9D14AB762A2}"/>
          </ac:spMkLst>
        </pc:spChg>
        <pc:spChg chg="mod">
          <ac:chgData name="Zheng Fei" userId="d19317889db4c986" providerId="LiveId" clId="{7C2AD6F1-D0BA-4689-8139-07F15EC587B2}" dt="2022-03-21T09:45:33.234" v="2089" actId="1076"/>
          <ac:spMkLst>
            <pc:docMk/>
            <pc:sldMk cId="0" sldId="271"/>
            <ac:spMk id="76808" creationId="{0ACD0AAC-9124-7845-8EEA-43D53750617B}"/>
          </ac:spMkLst>
        </pc:spChg>
        <pc:spChg chg="mod">
          <ac:chgData name="Zheng Fei" userId="d19317889db4c986" providerId="LiveId" clId="{7C2AD6F1-D0BA-4689-8139-07F15EC587B2}" dt="2022-03-21T09:45:22.824" v="2086" actId="1036"/>
          <ac:spMkLst>
            <pc:docMk/>
            <pc:sldMk cId="0" sldId="271"/>
            <ac:spMk id="76810" creationId="{072CE250-40A2-E24D-ABEB-AFB529E7C2F5}"/>
          </ac:spMkLst>
        </pc:spChg>
        <pc:graphicFrameChg chg="mod">
          <ac:chgData name="Zheng Fei" userId="d19317889db4c986" providerId="LiveId" clId="{7C2AD6F1-D0BA-4689-8139-07F15EC587B2}" dt="2022-03-21T09:45:38.044" v="2091" actId="1076"/>
          <ac:graphicFrameMkLst>
            <pc:docMk/>
            <pc:sldMk cId="0" sldId="271"/>
            <ac:graphicFrameMk id="76803" creationId="{540EA1A7-179B-0647-9E95-D9C97BBE7C2A}"/>
          </ac:graphicFrameMkLst>
        </pc:graphicFrameChg>
        <pc:graphicFrameChg chg="mod">
          <ac:chgData name="Zheng Fei" userId="d19317889db4c986" providerId="LiveId" clId="{7C2AD6F1-D0BA-4689-8139-07F15EC587B2}" dt="2022-03-21T09:45:19.234" v="2081" actId="1036"/>
          <ac:graphicFrameMkLst>
            <pc:docMk/>
            <pc:sldMk cId="0" sldId="271"/>
            <ac:graphicFrameMk id="76807" creationId="{B2267A17-2E5B-BB4D-B30B-FB3962449B0B}"/>
          </ac:graphicFrameMkLst>
        </pc:graphicFrameChg>
        <pc:graphicFrameChg chg="mod">
          <ac:chgData name="Zheng Fei" userId="d19317889db4c986" providerId="LiveId" clId="{7C2AD6F1-D0BA-4689-8139-07F15EC587B2}" dt="2022-03-21T09:45:22.824" v="2086" actId="1036"/>
          <ac:graphicFrameMkLst>
            <pc:docMk/>
            <pc:sldMk cId="0" sldId="271"/>
            <ac:graphicFrameMk id="76809" creationId="{D7D9480E-0142-A34F-9A97-1097FDFDBBF4}"/>
          </ac:graphicFrameMkLst>
        </pc:graphicFrameChg>
        <pc:graphicFrameChg chg="mod">
          <ac:chgData name="Zheng Fei" userId="d19317889db4c986" providerId="LiveId" clId="{7C2AD6F1-D0BA-4689-8139-07F15EC587B2}" dt="2022-03-21T09:45:22.824" v="2086" actId="1036"/>
          <ac:graphicFrameMkLst>
            <pc:docMk/>
            <pc:sldMk cId="0" sldId="271"/>
            <ac:graphicFrameMk id="76812" creationId="{B83FFF4C-A7AB-CB47-AA4B-7294A15E3367}"/>
          </ac:graphicFrameMkLst>
        </pc:graphicFrameChg>
      </pc:sldChg>
      <pc:sldChg chg="addSp delSp modSp mod modAnim">
        <pc:chgData name="Zheng Fei" userId="d19317889db4c986" providerId="LiveId" clId="{7C2AD6F1-D0BA-4689-8139-07F15EC587B2}" dt="2022-03-21T09:48:27.622" v="2141" actId="12788"/>
        <pc:sldMkLst>
          <pc:docMk/>
          <pc:sldMk cId="0" sldId="272"/>
        </pc:sldMkLst>
        <pc:spChg chg="add mod">
          <ac:chgData name="Zheng Fei" userId="d19317889db4c986" providerId="LiveId" clId="{7C2AD6F1-D0BA-4689-8139-07F15EC587B2}" dt="2022-03-21T09:48:04.385" v="2137" actId="207"/>
          <ac:spMkLst>
            <pc:docMk/>
            <pc:sldMk cId="0" sldId="272"/>
            <ac:spMk id="20" creationId="{D4008885-A954-4170-B51E-579A23C8E048}"/>
          </ac:spMkLst>
        </pc:spChg>
        <pc:spChg chg="mod">
          <ac:chgData name="Zheng Fei" userId="d19317889db4c986" providerId="LiveId" clId="{7C2AD6F1-D0BA-4689-8139-07F15EC587B2}" dt="2022-03-21T09:48:27.622" v="2141" actId="12788"/>
          <ac:spMkLst>
            <pc:docMk/>
            <pc:sldMk cId="0" sldId="272"/>
            <ac:spMk id="77826" creationId="{96ABA3A4-09B6-9040-8F1C-EC413F0819A4}"/>
          </ac:spMkLst>
        </pc:spChg>
        <pc:spChg chg="mod">
          <ac:chgData name="Zheng Fei" userId="d19317889db4c986" providerId="LiveId" clId="{7C2AD6F1-D0BA-4689-8139-07F15EC587B2}" dt="2022-03-21T09:46:10.454" v="2099"/>
          <ac:spMkLst>
            <pc:docMk/>
            <pc:sldMk cId="0" sldId="272"/>
            <ac:spMk id="77827" creationId="{23EF1E68-B7EB-094F-9E79-60A46F6B7F25}"/>
          </ac:spMkLst>
        </pc:spChg>
        <pc:spChg chg="mod">
          <ac:chgData name="Zheng Fei" userId="d19317889db4c986" providerId="LiveId" clId="{7C2AD6F1-D0BA-4689-8139-07F15EC587B2}" dt="2022-03-21T09:47:02.404" v="2123" actId="114"/>
          <ac:spMkLst>
            <pc:docMk/>
            <pc:sldMk cId="0" sldId="272"/>
            <ac:spMk id="77829" creationId="{BF701809-F7E7-F740-B7AB-C64C14CAABCF}"/>
          </ac:spMkLst>
        </pc:spChg>
        <pc:spChg chg="mod">
          <ac:chgData name="Zheng Fei" userId="d19317889db4c986" providerId="LiveId" clId="{7C2AD6F1-D0BA-4689-8139-07F15EC587B2}" dt="2022-03-21T09:46:55.864" v="2121" actId="114"/>
          <ac:spMkLst>
            <pc:docMk/>
            <pc:sldMk cId="0" sldId="272"/>
            <ac:spMk id="77830" creationId="{63606BBF-0365-0A44-AFD8-C85DDF6E44D1}"/>
          </ac:spMkLst>
        </pc:spChg>
        <pc:spChg chg="mod">
          <ac:chgData name="Zheng Fei" userId="d19317889db4c986" providerId="LiveId" clId="{7C2AD6F1-D0BA-4689-8139-07F15EC587B2}" dt="2022-03-21T09:46:19.624" v="2103" actId="1076"/>
          <ac:spMkLst>
            <pc:docMk/>
            <pc:sldMk cId="0" sldId="272"/>
            <ac:spMk id="77831" creationId="{A2F9729C-F894-854B-9D49-D98A9788D2A1}"/>
          </ac:spMkLst>
        </pc:spChg>
        <pc:spChg chg="mod">
          <ac:chgData name="Zheng Fei" userId="d19317889db4c986" providerId="LiveId" clId="{7C2AD6F1-D0BA-4689-8139-07F15EC587B2}" dt="2022-03-21T09:46:52.194" v="2120" actId="114"/>
          <ac:spMkLst>
            <pc:docMk/>
            <pc:sldMk cId="0" sldId="272"/>
            <ac:spMk id="77832" creationId="{8AD4171E-C2D6-8843-8615-7B73BF65E190}"/>
          </ac:spMkLst>
        </pc:spChg>
        <pc:spChg chg="mod">
          <ac:chgData name="Zheng Fei" userId="d19317889db4c986" providerId="LiveId" clId="{7C2AD6F1-D0BA-4689-8139-07F15EC587B2}" dt="2022-03-21T09:47:16.155" v="2124" actId="208"/>
          <ac:spMkLst>
            <pc:docMk/>
            <pc:sldMk cId="0" sldId="272"/>
            <ac:spMk id="77833" creationId="{DA9AC5AA-EBB1-6A44-9036-CEEE0C5D6F54}"/>
          </ac:spMkLst>
        </pc:spChg>
        <pc:spChg chg="mod">
          <ac:chgData name="Zheng Fei" userId="d19317889db4c986" providerId="LiveId" clId="{7C2AD6F1-D0BA-4689-8139-07F15EC587B2}" dt="2022-03-21T09:46:19.624" v="2103" actId="1076"/>
          <ac:spMkLst>
            <pc:docMk/>
            <pc:sldMk cId="0" sldId="272"/>
            <ac:spMk id="77834" creationId="{52FAC712-775E-104D-9DF6-FC5B79505CB2}"/>
          </ac:spMkLst>
        </pc:spChg>
        <pc:spChg chg="mod">
          <ac:chgData name="Zheng Fei" userId="d19317889db4c986" providerId="LiveId" clId="{7C2AD6F1-D0BA-4689-8139-07F15EC587B2}" dt="2022-03-21T09:47:20.074" v="2125" actId="208"/>
          <ac:spMkLst>
            <pc:docMk/>
            <pc:sldMk cId="0" sldId="272"/>
            <ac:spMk id="77835" creationId="{67B8BA2F-2D85-D145-9805-BE88668D2873}"/>
          </ac:spMkLst>
        </pc:spChg>
        <pc:spChg chg="mod">
          <ac:chgData name="Zheng Fei" userId="d19317889db4c986" providerId="LiveId" clId="{7C2AD6F1-D0BA-4689-8139-07F15EC587B2}" dt="2022-03-21T09:47:23.075" v="2126" actId="208"/>
          <ac:spMkLst>
            <pc:docMk/>
            <pc:sldMk cId="0" sldId="272"/>
            <ac:spMk id="77836" creationId="{7EAE7FC8-DF20-7A40-B00E-B831A8D36251}"/>
          </ac:spMkLst>
        </pc:spChg>
        <pc:spChg chg="mod">
          <ac:chgData name="Zheng Fei" userId="d19317889db4c986" providerId="LiveId" clId="{7C2AD6F1-D0BA-4689-8139-07F15EC587B2}" dt="2022-03-21T09:46:19.624" v="2103" actId="1076"/>
          <ac:spMkLst>
            <pc:docMk/>
            <pc:sldMk cId="0" sldId="272"/>
            <ac:spMk id="77837" creationId="{6E5CAEB0-7C6A-4941-8F19-999DFD2D07F2}"/>
          </ac:spMkLst>
        </pc:spChg>
        <pc:spChg chg="mod">
          <ac:chgData name="Zheng Fei" userId="d19317889db4c986" providerId="LiveId" clId="{7C2AD6F1-D0BA-4689-8139-07F15EC587B2}" dt="2022-03-21T09:47:26.745" v="2127" actId="208"/>
          <ac:spMkLst>
            <pc:docMk/>
            <pc:sldMk cId="0" sldId="272"/>
            <ac:spMk id="77838" creationId="{40EAE8F6-0426-2843-9B07-64A31AB1FA44}"/>
          </ac:spMkLst>
        </pc:spChg>
        <pc:spChg chg="mod">
          <ac:chgData name="Zheng Fei" userId="d19317889db4c986" providerId="LiveId" clId="{7C2AD6F1-D0BA-4689-8139-07F15EC587B2}" dt="2022-03-21T09:48:17.730" v="2139" actId="114"/>
          <ac:spMkLst>
            <pc:docMk/>
            <pc:sldMk cId="0" sldId="272"/>
            <ac:spMk id="77839" creationId="{41F9918D-198C-DE48-9615-35F2B15F6B69}"/>
          </ac:spMkLst>
        </pc:spChg>
        <pc:spChg chg="mod">
          <ac:chgData name="Zheng Fei" userId="d19317889db4c986" providerId="LiveId" clId="{7C2AD6F1-D0BA-4689-8139-07F15EC587B2}" dt="2022-03-21T09:47:49.445" v="2129" actId="1076"/>
          <ac:spMkLst>
            <pc:docMk/>
            <pc:sldMk cId="0" sldId="272"/>
            <ac:spMk id="77840" creationId="{24E473C7-58A5-524F-94AA-CF2BD14AD5FF}"/>
          </ac:spMkLst>
        </pc:spChg>
        <pc:spChg chg="del mod">
          <ac:chgData name="Zheng Fei" userId="d19317889db4c986" providerId="LiveId" clId="{7C2AD6F1-D0BA-4689-8139-07F15EC587B2}" dt="2022-03-21T09:46:44.195" v="2119" actId="478"/>
          <ac:spMkLst>
            <pc:docMk/>
            <pc:sldMk cId="0" sldId="272"/>
            <ac:spMk id="77841" creationId="{8B20E34C-6C41-5144-8231-2399CFCD4C95}"/>
          </ac:spMkLst>
        </pc:spChg>
        <pc:spChg chg="mod">
          <ac:chgData name="Zheng Fei" userId="d19317889db4c986" providerId="LiveId" clId="{7C2AD6F1-D0BA-4689-8139-07F15EC587B2}" dt="2022-03-21T09:48:14.810" v="2138" actId="114"/>
          <ac:spMkLst>
            <pc:docMk/>
            <pc:sldMk cId="0" sldId="272"/>
            <ac:spMk id="77842" creationId="{642625CC-F8A7-674F-8B11-85DB5D37BD0C}"/>
          </ac:spMkLst>
        </pc:spChg>
        <pc:grpChg chg="mod">
          <ac:chgData name="Zheng Fei" userId="d19317889db4c986" providerId="LiveId" clId="{7C2AD6F1-D0BA-4689-8139-07F15EC587B2}" dt="2022-03-21T09:46:19.624" v="2103" actId="1076"/>
          <ac:grpSpMkLst>
            <pc:docMk/>
            <pc:sldMk cId="0" sldId="272"/>
            <ac:grpSpMk id="77828" creationId="{E7114027-76C6-FF43-840A-0F08B7FAE252}"/>
          </ac:grpSpMkLst>
        </pc:grpChg>
      </pc:sldChg>
      <pc:sldChg chg="addSp delSp modSp mod modAnim">
        <pc:chgData name="Zheng Fei" userId="d19317889db4c986" providerId="LiveId" clId="{7C2AD6F1-D0BA-4689-8139-07F15EC587B2}" dt="2022-03-21T09:52:21.677" v="2189" actId="1036"/>
        <pc:sldMkLst>
          <pc:docMk/>
          <pc:sldMk cId="0" sldId="273"/>
        </pc:sldMkLst>
        <pc:spChg chg="add mod">
          <ac:chgData name="Zheng Fei" userId="d19317889db4c986" providerId="LiveId" clId="{7C2AD6F1-D0BA-4689-8139-07F15EC587B2}" dt="2022-03-21T09:52:21.677" v="2189" actId="1036"/>
          <ac:spMkLst>
            <pc:docMk/>
            <pc:sldMk cId="0" sldId="273"/>
            <ac:spMk id="9" creationId="{86E16366-AEF5-42C4-97CF-62A60D058D65}"/>
          </ac:spMkLst>
        </pc:spChg>
        <pc:spChg chg="add mod">
          <ac:chgData name="Zheng Fei" userId="d19317889db4c986" providerId="LiveId" clId="{7C2AD6F1-D0BA-4689-8139-07F15EC587B2}" dt="2022-03-21T09:49:53.516" v="2151"/>
          <ac:spMkLst>
            <pc:docMk/>
            <pc:sldMk cId="0" sldId="273"/>
            <ac:spMk id="10" creationId="{1834B004-8633-4B98-AD72-F59775848B73}"/>
          </ac:spMkLst>
        </pc:spChg>
        <pc:spChg chg="mod">
          <ac:chgData name="Zheng Fei" userId="d19317889db4c986" providerId="LiveId" clId="{7C2AD6F1-D0BA-4689-8139-07F15EC587B2}" dt="2022-03-21T09:52:13.648" v="2186" actId="1036"/>
          <ac:spMkLst>
            <pc:docMk/>
            <pc:sldMk cId="0" sldId="273"/>
            <ac:spMk id="78850" creationId="{358F940D-A7B4-7547-A6BD-C623F183904D}"/>
          </ac:spMkLst>
        </pc:spChg>
        <pc:spChg chg="mod">
          <ac:chgData name="Zheng Fei" userId="d19317889db4c986" providerId="LiveId" clId="{7C2AD6F1-D0BA-4689-8139-07F15EC587B2}" dt="2022-03-21T09:52:13.648" v="2186" actId="1036"/>
          <ac:spMkLst>
            <pc:docMk/>
            <pc:sldMk cId="0" sldId="273"/>
            <ac:spMk id="78851" creationId="{8414855A-6975-274B-9151-ED58E949B011}"/>
          </ac:spMkLst>
        </pc:spChg>
        <pc:spChg chg="mod">
          <ac:chgData name="Zheng Fei" userId="d19317889db4c986" providerId="LiveId" clId="{7C2AD6F1-D0BA-4689-8139-07F15EC587B2}" dt="2022-03-21T09:50:06.136" v="2155" actId="1076"/>
          <ac:spMkLst>
            <pc:docMk/>
            <pc:sldMk cId="0" sldId="273"/>
            <ac:spMk id="78853" creationId="{FE04D1F6-4063-074E-B3DB-ACE8EC0FFA27}"/>
          </ac:spMkLst>
        </pc:spChg>
        <pc:spChg chg="add mod">
          <ac:chgData name="Zheng Fei" userId="d19317889db4c986" providerId="LiveId" clId="{7C2AD6F1-D0BA-4689-8139-07F15EC587B2}" dt="2022-03-21T09:50:55.936" v="2181"/>
          <ac:spMkLst>
            <pc:docMk/>
            <pc:sldMk cId="0" sldId="273"/>
            <ac:spMk id="78854" creationId="{2E18163F-4827-3A44-9DA4-923079214206}"/>
          </ac:spMkLst>
        </pc:spChg>
        <pc:spChg chg="add mod">
          <ac:chgData name="Zheng Fei" userId="d19317889db4c986" providerId="LiveId" clId="{7C2AD6F1-D0BA-4689-8139-07F15EC587B2}" dt="2022-03-21T09:50:27.932" v="2175"/>
          <ac:spMkLst>
            <pc:docMk/>
            <pc:sldMk cId="0" sldId="273"/>
            <ac:spMk id="78855" creationId="{9BB7678E-934F-0D42-8E43-7013276676D8}"/>
          </ac:spMkLst>
        </pc:spChg>
        <pc:spChg chg="mod">
          <ac:chgData name="Zheng Fei" userId="d19317889db4c986" providerId="LiveId" clId="{7C2AD6F1-D0BA-4689-8139-07F15EC587B2}" dt="2022-03-21T09:50:44.461" v="2177" actId="114"/>
          <ac:spMkLst>
            <pc:docMk/>
            <pc:sldMk cId="0" sldId="273"/>
            <ac:spMk id="78856" creationId="{4870B4DB-D74A-0B43-BB63-C326E5DB8A08}"/>
          </ac:spMkLst>
        </pc:spChg>
        <pc:graphicFrameChg chg="del mod replId">
          <ac:chgData name="Zheng Fei" userId="d19317889db4c986" providerId="LiveId" clId="{7C2AD6F1-D0BA-4689-8139-07F15EC587B2}" dt="2022-03-21T09:50:16.926" v="2163"/>
          <ac:graphicFrameMkLst>
            <pc:docMk/>
            <pc:sldMk cId="0" sldId="273"/>
            <ac:graphicFrameMk id="2" creationId="{2E18163F-4827-3A44-9DA4-923079214206}"/>
          </ac:graphicFrameMkLst>
        </pc:graphicFrameChg>
        <pc:graphicFrameChg chg="del mod replId">
          <ac:chgData name="Zheng Fei" userId="d19317889db4c986" providerId="LiveId" clId="{7C2AD6F1-D0BA-4689-8139-07F15EC587B2}" dt="2022-03-21T09:50:23.966" v="2170"/>
          <ac:graphicFrameMkLst>
            <pc:docMk/>
            <pc:sldMk cId="0" sldId="273"/>
            <ac:graphicFrameMk id="4" creationId="{9BB7678E-934F-0D42-8E43-7013276676D8}"/>
          </ac:graphicFrameMkLst>
        </pc:graphicFrameChg>
        <pc:graphicFrameChg chg="mod">
          <ac:chgData name="Zheng Fei" userId="d19317889db4c986" providerId="LiveId" clId="{7C2AD6F1-D0BA-4689-8139-07F15EC587B2}" dt="2022-03-21T09:52:09.997" v="2184" actId="1076"/>
          <ac:graphicFrameMkLst>
            <pc:docMk/>
            <pc:sldMk cId="0" sldId="273"/>
            <ac:graphicFrameMk id="78852" creationId="{1E08C23B-5AAF-A544-A56B-121944B63C8A}"/>
          </ac:graphicFrameMkLst>
        </pc:graphicFrameChg>
      </pc:sldChg>
      <pc:sldChg chg="modSp modAnim">
        <pc:chgData name="Zheng Fei" userId="d19317889db4c986" providerId="LiveId" clId="{7C2AD6F1-D0BA-4689-8139-07F15EC587B2}" dt="2022-03-21T09:52:59.717" v="2192" actId="114"/>
        <pc:sldMkLst>
          <pc:docMk/>
          <pc:sldMk cId="0" sldId="274"/>
        </pc:sldMkLst>
        <pc:spChg chg="mod">
          <ac:chgData name="Zheng Fei" userId="d19317889db4c986" providerId="LiveId" clId="{7C2AD6F1-D0BA-4689-8139-07F15EC587B2}" dt="2022-03-21T09:52:55.178" v="2191" actId="114"/>
          <ac:spMkLst>
            <pc:docMk/>
            <pc:sldMk cId="0" sldId="274"/>
            <ac:spMk id="79879" creationId="{315A4930-9E54-DF4C-968C-BA0CACC2F14D}"/>
          </ac:spMkLst>
        </pc:spChg>
        <pc:spChg chg="mod">
          <ac:chgData name="Zheng Fei" userId="d19317889db4c986" providerId="LiveId" clId="{7C2AD6F1-D0BA-4689-8139-07F15EC587B2}" dt="2022-03-21T09:52:59.717" v="2192" actId="114"/>
          <ac:spMkLst>
            <pc:docMk/>
            <pc:sldMk cId="0" sldId="274"/>
            <ac:spMk id="79880" creationId="{B8FF073E-B934-404D-A7F2-D45D17F7F794}"/>
          </ac:spMkLst>
        </pc:spChg>
      </pc:sldChg>
      <pc:sldChg chg="modAnim">
        <pc:chgData name="Zheng Fei" userId="d19317889db4c986" providerId="LiveId" clId="{7C2AD6F1-D0BA-4689-8139-07F15EC587B2}" dt="2022-03-21T09:53:06.567" v="2193"/>
        <pc:sldMkLst>
          <pc:docMk/>
          <pc:sldMk cId="0" sldId="275"/>
        </pc:sldMkLst>
      </pc:sldChg>
      <pc:sldChg chg="modAnim">
        <pc:chgData name="Zheng Fei" userId="d19317889db4c986" providerId="LiveId" clId="{7C2AD6F1-D0BA-4689-8139-07F15EC587B2}" dt="2022-03-21T09:53:11.417" v="2194"/>
        <pc:sldMkLst>
          <pc:docMk/>
          <pc:sldMk cId="0" sldId="276"/>
        </pc:sldMkLst>
      </pc:sldChg>
      <pc:sldChg chg="modAnim">
        <pc:chgData name="Zheng Fei" userId="d19317889db4c986" providerId="LiveId" clId="{7C2AD6F1-D0BA-4689-8139-07F15EC587B2}" dt="2022-03-21T09:53:15.337" v="2195"/>
        <pc:sldMkLst>
          <pc:docMk/>
          <pc:sldMk cId="0" sldId="279"/>
        </pc:sldMkLst>
      </pc:sldChg>
      <pc:sldChg chg="modAnim">
        <pc:chgData name="Zheng Fei" userId="d19317889db4c986" providerId="LiveId" clId="{7C2AD6F1-D0BA-4689-8139-07F15EC587B2}" dt="2022-03-21T09:53:19.827" v="2196"/>
        <pc:sldMkLst>
          <pc:docMk/>
          <pc:sldMk cId="0" sldId="280"/>
        </pc:sldMkLst>
      </pc:sldChg>
      <pc:sldChg chg="modAnim">
        <pc:chgData name="Zheng Fei" userId="d19317889db4c986" providerId="LiveId" clId="{7C2AD6F1-D0BA-4689-8139-07F15EC587B2}" dt="2022-03-21T09:53:23.877" v="2197"/>
        <pc:sldMkLst>
          <pc:docMk/>
          <pc:sldMk cId="0" sldId="281"/>
        </pc:sldMkLst>
      </pc:sldChg>
      <pc:sldChg chg="modAnim">
        <pc:chgData name="Zheng Fei" userId="d19317889db4c986" providerId="LiveId" clId="{7C2AD6F1-D0BA-4689-8139-07F15EC587B2}" dt="2022-03-21T09:53:28.608" v="2198"/>
        <pc:sldMkLst>
          <pc:docMk/>
          <pc:sldMk cId="0" sldId="283"/>
        </pc:sldMkLst>
      </pc:sldChg>
      <pc:sldChg chg="modAnim">
        <pc:chgData name="Zheng Fei" userId="d19317889db4c986" providerId="LiveId" clId="{7C2AD6F1-D0BA-4689-8139-07F15EC587B2}" dt="2022-03-21T09:53:35.668" v="2199"/>
        <pc:sldMkLst>
          <pc:docMk/>
          <pc:sldMk cId="0" sldId="285"/>
        </pc:sldMkLst>
      </pc:sldChg>
      <pc:sldChg chg="modSp new del mod">
        <pc:chgData name="Zheng Fei" userId="d19317889db4c986" providerId="LiveId" clId="{7C2AD6F1-D0BA-4689-8139-07F15EC587B2}" dt="2022-03-21T07:46:28.222" v="950" actId="47"/>
        <pc:sldMkLst>
          <pc:docMk/>
          <pc:sldMk cId="87566819" sldId="310"/>
        </pc:sldMkLst>
        <pc:spChg chg="mod">
          <ac:chgData name="Zheng Fei" userId="d19317889db4c986" providerId="LiveId" clId="{7C2AD6F1-D0BA-4689-8139-07F15EC587B2}" dt="2022-03-20T14:57:40.439" v="15" actId="20577"/>
          <ac:spMkLst>
            <pc:docMk/>
            <pc:sldMk cId="87566819" sldId="310"/>
            <ac:spMk id="2" creationId="{9C62542F-E55C-4465-B9D7-B4995BE3D7F7}"/>
          </ac:spMkLst>
        </pc:spChg>
      </pc:sldChg>
      <pc:sldChg chg="modSp new del mod">
        <pc:chgData name="Zheng Fei" userId="d19317889db4c986" providerId="LiveId" clId="{7C2AD6F1-D0BA-4689-8139-07F15EC587B2}" dt="2022-03-21T07:55:04.338" v="1072" actId="47"/>
        <pc:sldMkLst>
          <pc:docMk/>
          <pc:sldMk cId="806932767" sldId="311"/>
        </pc:sldMkLst>
        <pc:spChg chg="mod">
          <ac:chgData name="Zheng Fei" userId="d19317889db4c986" providerId="LiveId" clId="{7C2AD6F1-D0BA-4689-8139-07F15EC587B2}" dt="2022-03-20T14:57:47.479" v="20" actId="20577"/>
          <ac:spMkLst>
            <pc:docMk/>
            <pc:sldMk cId="806932767" sldId="311"/>
            <ac:spMk id="2" creationId="{1A4002DD-A4C7-4C78-A9A8-E21B54528DC6}"/>
          </ac:spMkLst>
        </pc:spChg>
      </pc:sldChg>
      <pc:sldChg chg="delSp modSp add mod ord modAnim">
        <pc:chgData name="Zheng Fei" userId="d19317889db4c986" providerId="LiveId" clId="{7C2AD6F1-D0BA-4689-8139-07F15EC587B2}" dt="2022-03-21T09:14:41.741" v="1567" actId="20577"/>
        <pc:sldMkLst>
          <pc:docMk/>
          <pc:sldMk cId="1259915869" sldId="312"/>
        </pc:sldMkLst>
        <pc:spChg chg="mod">
          <ac:chgData name="Zheng Fei" userId="d19317889db4c986" providerId="LiveId" clId="{7C2AD6F1-D0BA-4689-8139-07F15EC587B2}" dt="2022-03-21T09:08:41.211" v="1494" actId="12788"/>
          <ac:spMkLst>
            <pc:docMk/>
            <pc:sldMk cId="1259915869" sldId="312"/>
            <ac:spMk id="67586" creationId="{24D3A3F1-EA7B-034C-8D56-42ABCC4DD26C}"/>
          </ac:spMkLst>
        </pc:spChg>
        <pc:spChg chg="mod">
          <ac:chgData name="Zheng Fei" userId="d19317889db4c986" providerId="LiveId" clId="{7C2AD6F1-D0BA-4689-8139-07F15EC587B2}" dt="2022-03-21T09:14:41.741" v="1567" actId="20577"/>
          <ac:spMkLst>
            <pc:docMk/>
            <pc:sldMk cId="1259915869" sldId="312"/>
            <ac:spMk id="67587" creationId="{EFC4D2A5-80F7-3649-B94B-F570F61D8B5B}"/>
          </ac:spMkLst>
        </pc:spChg>
        <pc:spChg chg="del">
          <ac:chgData name="Zheng Fei" userId="d19317889db4c986" providerId="LiveId" clId="{7C2AD6F1-D0BA-4689-8139-07F15EC587B2}" dt="2022-03-20T15:04:33.347" v="80" actId="478"/>
          <ac:spMkLst>
            <pc:docMk/>
            <pc:sldMk cId="1259915869" sldId="312"/>
            <ac:spMk id="67588" creationId="{3F063E24-CF01-4242-9C5B-1CD2EDF9A639}"/>
          </ac:spMkLst>
        </pc:spChg>
        <pc:spChg chg="del">
          <ac:chgData name="Zheng Fei" userId="d19317889db4c986" providerId="LiveId" clId="{7C2AD6F1-D0BA-4689-8139-07F15EC587B2}" dt="2022-03-20T15:04:31.936" v="79" actId="478"/>
          <ac:spMkLst>
            <pc:docMk/>
            <pc:sldMk cId="1259915869" sldId="312"/>
            <ac:spMk id="67589" creationId="{897BE894-D6A5-4448-9F4A-BE1B69D0994B}"/>
          </ac:spMkLst>
        </pc:spChg>
      </pc:sldChg>
      <pc:sldChg chg="new del">
        <pc:chgData name="Zheng Fei" userId="d19317889db4c986" providerId="LiveId" clId="{7C2AD6F1-D0BA-4689-8139-07F15EC587B2}" dt="2022-03-20T15:04:25.166" v="77" actId="2696"/>
        <pc:sldMkLst>
          <pc:docMk/>
          <pc:sldMk cId="1276400698" sldId="312"/>
        </pc:sldMkLst>
      </pc:sldChg>
      <pc:sldChg chg="delSp modSp add modAnim">
        <pc:chgData name="Zheng Fei" userId="d19317889db4c986" providerId="LiveId" clId="{7C2AD6F1-D0BA-4689-8139-07F15EC587B2}" dt="2022-03-21T09:25:29.936" v="1683"/>
        <pc:sldMkLst>
          <pc:docMk/>
          <pc:sldMk cId="165694961" sldId="313"/>
        </pc:sldMkLst>
        <pc:spChg chg="mod">
          <ac:chgData name="Zheng Fei" userId="d19317889db4c986" providerId="LiveId" clId="{7C2AD6F1-D0BA-4689-8139-07F15EC587B2}" dt="2022-03-21T09:17:20.722" v="1606" actId="12788"/>
          <ac:spMkLst>
            <pc:docMk/>
            <pc:sldMk cId="165694961" sldId="313"/>
            <ac:spMk id="68610" creationId="{FCBC43F4-6D2C-884B-A3F6-65689C219389}"/>
          </ac:spMkLst>
        </pc:spChg>
        <pc:spChg chg="del">
          <ac:chgData name="Zheng Fei" userId="d19317889db4c986" providerId="LiveId" clId="{7C2AD6F1-D0BA-4689-8139-07F15EC587B2}" dt="2022-03-21T09:17:27.652" v="1607" actId="478"/>
          <ac:spMkLst>
            <pc:docMk/>
            <pc:sldMk cId="165694961" sldId="313"/>
            <ac:spMk id="68611" creationId="{02625C09-D470-054F-88A9-BE5DE8AF442B}"/>
          </ac:spMkLst>
        </pc:spChg>
        <pc:spChg chg="del">
          <ac:chgData name="Zheng Fei" userId="d19317889db4c986" providerId="LiveId" clId="{7C2AD6F1-D0BA-4689-8139-07F15EC587B2}" dt="2022-03-20T15:06:34.055" v="121" actId="478"/>
          <ac:spMkLst>
            <pc:docMk/>
            <pc:sldMk cId="165694961" sldId="313"/>
            <ac:spMk id="68612" creationId="{3C524127-EE79-9648-A69D-98917A61127A}"/>
          </ac:spMkLst>
        </pc:spChg>
        <pc:spChg chg="mod">
          <ac:chgData name="Zheng Fei" userId="d19317889db4c986" providerId="LiveId" clId="{7C2AD6F1-D0BA-4689-8139-07F15EC587B2}" dt="2022-03-21T09:18:35.117" v="1621" actId="207"/>
          <ac:spMkLst>
            <pc:docMk/>
            <pc:sldMk cId="165694961" sldId="313"/>
            <ac:spMk id="68613" creationId="{3A68CE6C-5B14-1D4D-A321-EFFCF6931790}"/>
          </ac:spMkLst>
        </pc:spChg>
        <pc:spChg chg="del">
          <ac:chgData name="Zheng Fei" userId="d19317889db4c986" providerId="LiveId" clId="{7C2AD6F1-D0BA-4689-8139-07F15EC587B2}" dt="2022-03-20T15:06:34.055" v="121" actId="478"/>
          <ac:spMkLst>
            <pc:docMk/>
            <pc:sldMk cId="165694961" sldId="313"/>
            <ac:spMk id="68614" creationId="{81EB7BC4-F1CD-1C4F-A5BE-6E571FD1C07E}"/>
          </ac:spMkLst>
        </pc:spChg>
        <pc:spChg chg="del">
          <ac:chgData name="Zheng Fei" userId="d19317889db4c986" providerId="LiveId" clId="{7C2AD6F1-D0BA-4689-8139-07F15EC587B2}" dt="2022-03-20T15:06:34.055" v="121" actId="478"/>
          <ac:spMkLst>
            <pc:docMk/>
            <pc:sldMk cId="165694961" sldId="313"/>
            <ac:spMk id="68615" creationId="{3843CF23-8BA7-6D49-B29E-EA6098D1B147}"/>
          </ac:spMkLst>
        </pc:spChg>
      </pc:sldChg>
      <pc:sldChg chg="addSp modSp new del mod">
        <pc:chgData name="Zheng Fei" userId="d19317889db4c986" providerId="LiveId" clId="{7C2AD6F1-D0BA-4689-8139-07F15EC587B2}" dt="2022-03-21T09:25:56.066" v="1686" actId="2696"/>
        <pc:sldMkLst>
          <pc:docMk/>
          <pc:sldMk cId="1194298045" sldId="314"/>
        </pc:sldMkLst>
        <pc:spChg chg="add mod">
          <ac:chgData name="Zheng Fei" userId="d19317889db4c986" providerId="LiveId" clId="{7C2AD6F1-D0BA-4689-8139-07F15EC587B2}" dt="2022-03-20T15:12:33.454" v="271" actId="1076"/>
          <ac:spMkLst>
            <pc:docMk/>
            <pc:sldMk cId="1194298045" sldId="314"/>
            <ac:spMk id="2" creationId="{0B360AE6-E2A8-48DE-A9B4-E840EDA8C782}"/>
          </ac:spMkLst>
        </pc:spChg>
      </pc:sldChg>
      <pc:sldChg chg="addSp modSp new del mod">
        <pc:chgData name="Zheng Fei" userId="d19317889db4c986" providerId="LiveId" clId="{7C2AD6F1-D0BA-4689-8139-07F15EC587B2}" dt="2022-03-21T09:45:54.094" v="2093" actId="47"/>
        <pc:sldMkLst>
          <pc:docMk/>
          <pc:sldMk cId="2486012159" sldId="315"/>
        </pc:sldMkLst>
        <pc:spChg chg="add mod">
          <ac:chgData name="Zheng Fei" userId="d19317889db4c986" providerId="LiveId" clId="{7C2AD6F1-D0BA-4689-8139-07F15EC587B2}" dt="2022-03-20T15:16:01.110" v="343" actId="20577"/>
          <ac:spMkLst>
            <pc:docMk/>
            <pc:sldMk cId="2486012159" sldId="315"/>
            <ac:spMk id="2" creationId="{869A370C-349F-470A-A4D7-2FF2247A6759}"/>
          </ac:spMkLst>
        </pc:spChg>
      </pc:sldChg>
      <pc:sldChg chg="modSp new del mod">
        <pc:chgData name="Zheng Fei" userId="d19317889db4c986" providerId="LiveId" clId="{7C2AD6F1-D0BA-4689-8139-07F15EC587B2}" dt="2022-03-21T09:48:30.468" v="2142" actId="47"/>
        <pc:sldMkLst>
          <pc:docMk/>
          <pc:sldMk cId="724451132" sldId="316"/>
        </pc:sldMkLst>
        <pc:spChg chg="mod">
          <ac:chgData name="Zheng Fei" userId="d19317889db4c986" providerId="LiveId" clId="{7C2AD6F1-D0BA-4689-8139-07F15EC587B2}" dt="2022-03-21T09:47:43.235" v="2128" actId="21"/>
          <ac:spMkLst>
            <pc:docMk/>
            <pc:sldMk cId="724451132" sldId="316"/>
            <ac:spMk id="3" creationId="{06EAB4D1-04B1-436E-AD85-0229EA8CA4F2}"/>
          </ac:spMkLst>
        </pc:spChg>
      </pc:sldChg>
      <pc:sldChg chg="addSp delSp modSp add mod">
        <pc:chgData name="Zheng Fei" userId="d19317889db4c986" providerId="LiveId" clId="{7C2AD6F1-D0BA-4689-8139-07F15EC587B2}" dt="2022-03-21T08:41:56.507" v="1184" actId="114"/>
        <pc:sldMkLst>
          <pc:docMk/>
          <pc:sldMk cId="1473580486" sldId="317"/>
        </pc:sldMkLst>
        <pc:spChg chg="mod">
          <ac:chgData name="Zheng Fei" userId="d19317889db4c986" providerId="LiveId" clId="{7C2AD6F1-D0BA-4689-8139-07F15EC587B2}" dt="2022-03-21T08:40:50.847" v="1182" actId="2711"/>
          <ac:spMkLst>
            <pc:docMk/>
            <pc:sldMk cId="1473580486" sldId="317"/>
            <ac:spMk id="2" creationId="{C04253D1-615A-4349-BFA1-8C203190435C}"/>
          </ac:spMkLst>
        </pc:spChg>
        <pc:spChg chg="add del mod">
          <ac:chgData name="Zheng Fei" userId="d19317889db4c986" providerId="LiveId" clId="{7C2AD6F1-D0BA-4689-8139-07F15EC587B2}" dt="2022-03-21T07:41:14.215" v="844" actId="478"/>
          <ac:spMkLst>
            <pc:docMk/>
            <pc:sldMk cId="1473580486" sldId="317"/>
            <ac:spMk id="3" creationId="{CAC93E04-319A-4972-9FE0-D76B43BCF3AA}"/>
          </ac:spMkLst>
        </pc:spChg>
        <pc:spChg chg="add mod">
          <ac:chgData name="Zheng Fei" userId="d19317889db4c986" providerId="LiveId" clId="{7C2AD6F1-D0BA-4689-8139-07F15EC587B2}" dt="2022-03-21T07:46:21.777" v="949" actId="1036"/>
          <ac:spMkLst>
            <pc:docMk/>
            <pc:sldMk cId="1473580486" sldId="317"/>
            <ac:spMk id="4" creationId="{52462E01-E34B-4DF1-A664-8B7734F94F17}"/>
          </ac:spMkLst>
        </pc:spChg>
        <pc:spChg chg="add mod">
          <ac:chgData name="Zheng Fei" userId="d19317889db4c986" providerId="LiveId" clId="{7C2AD6F1-D0BA-4689-8139-07F15EC587B2}" dt="2022-03-21T07:46:21.777" v="949" actId="1036"/>
          <ac:spMkLst>
            <pc:docMk/>
            <pc:sldMk cId="1473580486" sldId="317"/>
            <ac:spMk id="10" creationId="{CF7B7A89-7A23-4C8B-95C1-D4FD3CA81904}"/>
          </ac:spMkLst>
        </pc:spChg>
        <pc:spChg chg="add mod">
          <ac:chgData name="Zheng Fei" userId="d19317889db4c986" providerId="LiveId" clId="{7C2AD6F1-D0BA-4689-8139-07F15EC587B2}" dt="2022-03-21T07:46:21.777" v="949" actId="1036"/>
          <ac:spMkLst>
            <pc:docMk/>
            <pc:sldMk cId="1473580486" sldId="317"/>
            <ac:spMk id="11" creationId="{637A3223-ED58-4856-8A62-1AC3B730E51F}"/>
          </ac:spMkLst>
        </pc:spChg>
        <pc:spChg chg="add mod">
          <ac:chgData name="Zheng Fei" userId="d19317889db4c986" providerId="LiveId" clId="{7C2AD6F1-D0BA-4689-8139-07F15EC587B2}" dt="2022-03-21T07:46:21.777" v="949" actId="1036"/>
          <ac:spMkLst>
            <pc:docMk/>
            <pc:sldMk cId="1473580486" sldId="317"/>
            <ac:spMk id="12" creationId="{991BDED1-CFA8-496B-884D-E56C2695B94D}"/>
          </ac:spMkLst>
        </pc:spChg>
        <pc:spChg chg="add mod">
          <ac:chgData name="Zheng Fei" userId="d19317889db4c986" providerId="LiveId" clId="{7C2AD6F1-D0BA-4689-8139-07F15EC587B2}" dt="2022-03-21T07:44:17.402" v="924" actId="571"/>
          <ac:spMkLst>
            <pc:docMk/>
            <pc:sldMk cId="1473580486" sldId="317"/>
            <ac:spMk id="13" creationId="{5C49C94D-DB6A-4C02-A4FA-A978808D4BB9}"/>
          </ac:spMkLst>
        </pc:spChg>
        <pc:spChg chg="add mod">
          <ac:chgData name="Zheng Fei" userId="d19317889db4c986" providerId="LiveId" clId="{7C2AD6F1-D0BA-4689-8139-07F15EC587B2}" dt="2022-03-21T07:44:17.402" v="924" actId="571"/>
          <ac:spMkLst>
            <pc:docMk/>
            <pc:sldMk cId="1473580486" sldId="317"/>
            <ac:spMk id="14" creationId="{C434C41D-7950-40A6-A717-A025A727902D}"/>
          </ac:spMkLst>
        </pc:spChg>
        <pc:spChg chg="add mod">
          <ac:chgData name="Zheng Fei" userId="d19317889db4c986" providerId="LiveId" clId="{7C2AD6F1-D0BA-4689-8139-07F15EC587B2}" dt="2022-03-21T07:44:17.402" v="924" actId="571"/>
          <ac:spMkLst>
            <pc:docMk/>
            <pc:sldMk cId="1473580486" sldId="317"/>
            <ac:spMk id="15" creationId="{5B605AA9-5458-4EEA-AA09-EE94AB301AC4}"/>
          </ac:spMkLst>
        </pc:spChg>
        <pc:spChg chg="mod">
          <ac:chgData name="Zheng Fei" userId="d19317889db4c986" providerId="LiveId" clId="{7C2AD6F1-D0BA-4689-8139-07F15EC587B2}" dt="2022-03-21T08:02:29.180" v="1177" actId="114"/>
          <ac:spMkLst>
            <pc:docMk/>
            <pc:sldMk cId="1473580486" sldId="317"/>
            <ac:spMk id="64514" creationId="{8039605C-9F4D-ED4F-8405-BCD3B1D30849}"/>
          </ac:spMkLst>
        </pc:spChg>
        <pc:spChg chg="mod">
          <ac:chgData name="Zheng Fei" userId="d19317889db4c986" providerId="LiveId" clId="{7C2AD6F1-D0BA-4689-8139-07F15EC587B2}" dt="2022-03-21T08:41:56.507" v="1184" actId="114"/>
          <ac:spMkLst>
            <pc:docMk/>
            <pc:sldMk cId="1473580486" sldId="317"/>
            <ac:spMk id="64515" creationId="{D246DF8A-42A4-E542-B2AE-884BFC9AC288}"/>
          </ac:spMkLst>
        </pc:spChg>
        <pc:spChg chg="del">
          <ac:chgData name="Zheng Fei" userId="d19317889db4c986" providerId="LiveId" clId="{7C2AD6F1-D0BA-4689-8139-07F15EC587B2}" dt="2022-03-21T07:36:53.033" v="832" actId="478"/>
          <ac:spMkLst>
            <pc:docMk/>
            <pc:sldMk cId="1473580486" sldId="317"/>
            <ac:spMk id="64516" creationId="{67747F90-A8C8-9A46-BA33-CAC2A1997045}"/>
          </ac:spMkLst>
        </pc:spChg>
        <pc:spChg chg="del mod">
          <ac:chgData name="Zheng Fei" userId="d19317889db4c986" providerId="LiveId" clId="{7C2AD6F1-D0BA-4689-8139-07F15EC587B2}" dt="2022-03-21T07:36:52.103" v="831" actId="478"/>
          <ac:spMkLst>
            <pc:docMk/>
            <pc:sldMk cId="1473580486" sldId="317"/>
            <ac:spMk id="64517" creationId="{17F3E8B7-D9EF-B447-B773-DE5DDEAE1430}"/>
          </ac:spMkLst>
        </pc:spChg>
      </pc:sldChg>
      <pc:sldChg chg="addSp delSp modSp add mod setBg setFolMasterObjs">
        <pc:chgData name="Zheng Fei" userId="d19317889db4c986" providerId="LiveId" clId="{7C2AD6F1-D0BA-4689-8139-07F15EC587B2}" dt="2022-03-21T08:41:46.978" v="1183" actId="114"/>
        <pc:sldMkLst>
          <pc:docMk/>
          <pc:sldMk cId="1782971290" sldId="318"/>
        </pc:sldMkLst>
        <pc:spChg chg="del">
          <ac:chgData name="Zheng Fei" userId="d19317889db4c986" providerId="LiveId" clId="{7C2AD6F1-D0BA-4689-8139-07F15EC587B2}" dt="2022-03-21T07:46:47.361" v="954" actId="478"/>
          <ac:spMkLst>
            <pc:docMk/>
            <pc:sldMk cId="1782971290" sldId="318"/>
            <ac:spMk id="2" creationId="{C04253D1-615A-4349-BFA1-8C203190435C}"/>
          </ac:spMkLst>
        </pc:spChg>
        <pc:spChg chg="add del mod">
          <ac:chgData name="Zheng Fei" userId="d19317889db4c986" providerId="LiveId" clId="{7C2AD6F1-D0BA-4689-8139-07F15EC587B2}" dt="2022-03-21T07:46:44.285" v="953" actId="478"/>
          <ac:spMkLst>
            <pc:docMk/>
            <pc:sldMk cId="1782971290" sldId="318"/>
            <ac:spMk id="3" creationId="{A3C4DD78-B1B2-473E-85E8-9068FD9A6557}"/>
          </ac:spMkLst>
        </pc:spChg>
        <pc:spChg chg="del">
          <ac:chgData name="Zheng Fei" userId="d19317889db4c986" providerId="LiveId" clId="{7C2AD6F1-D0BA-4689-8139-07F15EC587B2}" dt="2022-03-21T07:46:49.698" v="955" actId="478"/>
          <ac:spMkLst>
            <pc:docMk/>
            <pc:sldMk cId="1782971290" sldId="318"/>
            <ac:spMk id="4" creationId="{52462E01-E34B-4DF1-A664-8B7734F94F17}"/>
          </ac:spMkLst>
        </pc:spChg>
        <pc:spChg chg="del">
          <ac:chgData name="Zheng Fei" userId="d19317889db4c986" providerId="LiveId" clId="{7C2AD6F1-D0BA-4689-8139-07F15EC587B2}" dt="2022-03-21T07:46:49.698" v="955" actId="478"/>
          <ac:spMkLst>
            <pc:docMk/>
            <pc:sldMk cId="1782971290" sldId="318"/>
            <ac:spMk id="10" creationId="{CF7B7A89-7A23-4C8B-95C1-D4FD3CA81904}"/>
          </ac:spMkLst>
        </pc:spChg>
        <pc:spChg chg="del">
          <ac:chgData name="Zheng Fei" userId="d19317889db4c986" providerId="LiveId" clId="{7C2AD6F1-D0BA-4689-8139-07F15EC587B2}" dt="2022-03-21T07:46:49.698" v="955" actId="478"/>
          <ac:spMkLst>
            <pc:docMk/>
            <pc:sldMk cId="1782971290" sldId="318"/>
            <ac:spMk id="11" creationId="{637A3223-ED58-4856-8A62-1AC3B730E51F}"/>
          </ac:spMkLst>
        </pc:spChg>
        <pc:spChg chg="del">
          <ac:chgData name="Zheng Fei" userId="d19317889db4c986" providerId="LiveId" clId="{7C2AD6F1-D0BA-4689-8139-07F15EC587B2}" dt="2022-03-21T07:46:49.698" v="955" actId="478"/>
          <ac:spMkLst>
            <pc:docMk/>
            <pc:sldMk cId="1782971290" sldId="318"/>
            <ac:spMk id="12" creationId="{991BDED1-CFA8-496B-884D-E56C2695B94D}"/>
          </ac:spMkLst>
        </pc:spChg>
        <pc:spChg chg="add del">
          <ac:chgData name="Zheng Fei" userId="d19317889db4c986" providerId="LiveId" clId="{7C2AD6F1-D0BA-4689-8139-07F15EC587B2}" dt="2022-03-21T07:54:57.186" v="1071" actId="26606"/>
          <ac:spMkLst>
            <pc:docMk/>
            <pc:sldMk cId="1782971290" sldId="318"/>
            <ac:spMk id="75" creationId="{73DE2CFE-42F2-48F0-8706-5264E012B10C}"/>
          </ac:spMkLst>
        </pc:spChg>
        <pc:spChg chg="mod">
          <ac:chgData name="Zheng Fei" userId="d19317889db4c986" providerId="LiveId" clId="{7C2AD6F1-D0BA-4689-8139-07F15EC587B2}" dt="2022-03-21T08:41:46.978" v="1183" actId="114"/>
          <ac:spMkLst>
            <pc:docMk/>
            <pc:sldMk cId="1782971290" sldId="318"/>
            <ac:spMk id="64514" creationId="{8039605C-9F4D-ED4F-8405-BCD3B1D30849}"/>
          </ac:spMkLst>
        </pc:spChg>
        <pc:spChg chg="del">
          <ac:chgData name="Zheng Fei" userId="d19317889db4c986" providerId="LiveId" clId="{7C2AD6F1-D0BA-4689-8139-07F15EC587B2}" dt="2022-03-21T07:46:42.177" v="952" actId="478"/>
          <ac:spMkLst>
            <pc:docMk/>
            <pc:sldMk cId="1782971290" sldId="318"/>
            <ac:spMk id="64515" creationId="{D246DF8A-42A4-E542-B2AE-884BFC9AC288}"/>
          </ac:spMkLst>
        </pc:spChg>
        <pc:spChg chg="mod">
          <ac:chgData name="Zheng Fei" userId="d19317889db4c986" providerId="LiveId" clId="{7C2AD6F1-D0BA-4689-8139-07F15EC587B2}" dt="2022-03-21T07:54:57.186" v="1071" actId="26606"/>
          <ac:spMkLst>
            <pc:docMk/>
            <pc:sldMk cId="1782971290" sldId="318"/>
            <ac:spMk id="64518" creationId="{27C1C725-61D5-0941-9B81-938EEDAC7FF1}"/>
          </ac:spMkLst>
        </pc:spChg>
        <pc:picChg chg="add mod modCrop">
          <ac:chgData name="Zheng Fei" userId="d19317889db4c986" providerId="LiveId" clId="{7C2AD6F1-D0BA-4689-8139-07F15EC587B2}" dt="2022-03-21T07:54:57.186" v="1071" actId="26606"/>
          <ac:picMkLst>
            <pc:docMk/>
            <pc:sldMk cId="1782971290" sldId="318"/>
            <ac:picMk id="6" creationId="{BDA38AC5-DE4D-4FC5-8DDC-8445E2C553F7}"/>
          </ac:picMkLst>
        </pc:picChg>
      </pc:sldChg>
      <pc:sldChg chg="delSp modSp add mod">
        <pc:chgData name="Zheng Fei" userId="d19317889db4c986" providerId="LiveId" clId="{7C2AD6F1-D0BA-4689-8139-07F15EC587B2}" dt="2022-03-21T09:32:27.689" v="1812" actId="2711"/>
        <pc:sldMkLst>
          <pc:docMk/>
          <pc:sldMk cId="1240468597" sldId="319"/>
        </pc:sldMkLst>
        <pc:spChg chg="mod">
          <ac:chgData name="Zheng Fei" userId="d19317889db4c986" providerId="LiveId" clId="{7C2AD6F1-D0BA-4689-8139-07F15EC587B2}" dt="2022-03-21T09:32:27.689" v="1812" actId="2711"/>
          <ac:spMkLst>
            <pc:docMk/>
            <pc:sldMk cId="1240468597" sldId="319"/>
            <ac:spMk id="2" creationId="{312D4565-0205-45ED-9021-6116B98A8C90}"/>
          </ac:spMkLst>
        </pc:spChg>
        <pc:spChg chg="del">
          <ac:chgData name="Zheng Fei" userId="d19317889db4c986" providerId="LiveId" clId="{7C2AD6F1-D0BA-4689-8139-07F15EC587B2}" dt="2022-03-21T09:26:28.788" v="1704" actId="478"/>
          <ac:spMkLst>
            <pc:docMk/>
            <pc:sldMk cId="1240468597" sldId="319"/>
            <ac:spMk id="69635" creationId="{3FE89C70-1BC5-1A47-B958-4E24CACAA64F}"/>
          </ac:spMkLst>
        </pc:spChg>
        <pc:spChg chg="mod">
          <ac:chgData name="Zheng Fei" userId="d19317889db4c986" providerId="LiveId" clId="{7C2AD6F1-D0BA-4689-8139-07F15EC587B2}" dt="2022-03-21T09:32:19.769" v="1810" actId="1076"/>
          <ac:spMkLst>
            <pc:docMk/>
            <pc:sldMk cId="1240468597" sldId="319"/>
            <ac:spMk id="69636" creationId="{A444F019-76AB-5F4C-A814-54C3F7B272F2}"/>
          </ac:spMkLst>
        </pc:spChg>
        <pc:graphicFrameChg chg="del">
          <ac:chgData name="Zheng Fei" userId="d19317889db4c986" providerId="LiveId" clId="{7C2AD6F1-D0BA-4689-8139-07F15EC587B2}" dt="2022-03-21T09:26:37.346" v="1707" actId="478"/>
          <ac:graphicFrameMkLst>
            <pc:docMk/>
            <pc:sldMk cId="1240468597" sldId="319"/>
            <ac:graphicFrameMk id="69638" creationId="{467039DB-CCB2-6E4F-8818-B69B216E5393}"/>
          </ac:graphicFrameMkLst>
        </pc:graphicFrameChg>
        <pc:picChg chg="del">
          <ac:chgData name="Zheng Fei" userId="d19317889db4c986" providerId="LiveId" clId="{7C2AD6F1-D0BA-4689-8139-07F15EC587B2}" dt="2022-03-21T09:26:41.046" v="1709" actId="478"/>
          <ac:picMkLst>
            <pc:docMk/>
            <pc:sldMk cId="1240468597" sldId="319"/>
            <ac:picMk id="4" creationId="{E6759FD8-F812-43AC-AE9F-A604D9CD6076}"/>
          </ac:picMkLst>
        </pc:picChg>
      </pc:sldChg>
    </pc:docChg>
  </pc:docChgLst>
  <pc:docChgLst>
    <pc:chgData name="Zheng Fei" userId="d19317889db4c986" providerId="LiveId" clId="{F15505DA-42AD-004A-8A54-CA73B652CA0C}"/>
    <pc:docChg chg="undo custSel addSld delSld modSld sldOrd delMainMaster modMainMaster modNotesMaster">
      <pc:chgData name="Zheng Fei" userId="d19317889db4c986" providerId="LiveId" clId="{F15505DA-42AD-004A-8A54-CA73B652CA0C}" dt="2022-12-14T06:38:20.168" v="723" actId="1076"/>
      <pc:docMkLst>
        <pc:docMk/>
      </pc:docMkLst>
      <pc:sldChg chg="del">
        <pc:chgData name="Zheng Fei" userId="d19317889db4c986" providerId="LiveId" clId="{F15505DA-42AD-004A-8A54-CA73B652CA0C}" dt="2022-12-12T03:46:28.164" v="11" actId="2696"/>
        <pc:sldMkLst>
          <pc:docMk/>
          <pc:sldMk cId="0" sldId="257"/>
        </pc:sldMkLst>
      </pc:sldChg>
      <pc:sldChg chg="del">
        <pc:chgData name="Zheng Fei" userId="d19317889db4c986" providerId="LiveId" clId="{F15505DA-42AD-004A-8A54-CA73B652CA0C}" dt="2022-12-12T03:46:28.126" v="7" actId="2696"/>
        <pc:sldMkLst>
          <pc:docMk/>
          <pc:sldMk cId="2236831178" sldId="264"/>
        </pc:sldMkLst>
      </pc:sldChg>
      <pc:sldChg chg="addSp delSp modSp mod">
        <pc:chgData name="Zheng Fei" userId="d19317889db4c986" providerId="LiveId" clId="{F15505DA-42AD-004A-8A54-CA73B652CA0C}" dt="2022-12-14T06:11:08.048" v="521" actId="692"/>
        <pc:sldMkLst>
          <pc:docMk/>
          <pc:sldMk cId="0" sldId="266"/>
        </pc:sldMkLst>
        <pc:spChg chg="add mod">
          <ac:chgData name="Zheng Fei" userId="d19317889db4c986" providerId="LiveId" clId="{F15505DA-42AD-004A-8A54-CA73B652CA0C}" dt="2022-12-14T05:58:27.952" v="288"/>
          <ac:spMkLst>
            <pc:docMk/>
            <pc:sldMk cId="0" sldId="266"/>
            <ac:spMk id="2" creationId="{1E9AF0D9-30EA-77E4-48A5-B56258DFFE96}"/>
          </ac:spMkLst>
        </pc:spChg>
        <pc:spChg chg="del mod">
          <ac:chgData name="Zheng Fei" userId="d19317889db4c986" providerId="LiveId" clId="{F15505DA-42AD-004A-8A54-CA73B652CA0C}" dt="2022-12-14T05:58:27.552" v="287" actId="478"/>
          <ac:spMkLst>
            <pc:docMk/>
            <pc:sldMk cId="0" sldId="266"/>
            <ac:spMk id="35" creationId="{137D7E92-39E8-AD44-A69B-A8E62A2E6D14}"/>
          </ac:spMkLst>
        </pc:spChg>
        <pc:spChg chg="mod">
          <ac:chgData name="Zheng Fei" userId="d19317889db4c986" providerId="LiveId" clId="{F15505DA-42AD-004A-8A54-CA73B652CA0C}" dt="2022-12-14T06:09:49.838" v="502" actId="1076"/>
          <ac:spMkLst>
            <pc:docMk/>
            <pc:sldMk cId="0" sldId="266"/>
            <ac:spMk id="36" creationId="{9CD8DD2A-9828-430E-996E-853FEC547BCA}"/>
          </ac:spMkLst>
        </pc:spChg>
        <pc:spChg chg="mod">
          <ac:chgData name="Zheng Fei" userId="d19317889db4c986" providerId="LiveId" clId="{F15505DA-42AD-004A-8A54-CA73B652CA0C}" dt="2022-12-14T06:10:02.049" v="507" actId="692"/>
          <ac:spMkLst>
            <pc:docMk/>
            <pc:sldMk cId="0" sldId="266"/>
            <ac:spMk id="12291" creationId="{CD70CD1F-0817-2D44-BA1A-B95CBE7A55C8}"/>
          </ac:spMkLst>
        </pc:spChg>
        <pc:spChg chg="mod">
          <ac:chgData name="Zheng Fei" userId="d19317889db4c986" providerId="LiveId" clId="{F15505DA-42AD-004A-8A54-CA73B652CA0C}" dt="2022-12-14T06:10:02.049" v="507" actId="692"/>
          <ac:spMkLst>
            <pc:docMk/>
            <pc:sldMk cId="0" sldId="266"/>
            <ac:spMk id="12292" creationId="{54BB93BB-9D82-AA4F-A4C6-EBE2588D7D8C}"/>
          </ac:spMkLst>
        </pc:spChg>
        <pc:spChg chg="mod">
          <ac:chgData name="Zheng Fei" userId="d19317889db4c986" providerId="LiveId" clId="{F15505DA-42AD-004A-8A54-CA73B652CA0C}" dt="2022-12-14T06:11:08.048" v="521" actId="692"/>
          <ac:spMkLst>
            <pc:docMk/>
            <pc:sldMk cId="0" sldId="266"/>
            <ac:spMk id="12293" creationId="{1E63E808-AAAA-4841-A318-E83635D39489}"/>
          </ac:spMkLst>
        </pc:spChg>
        <pc:spChg chg="mod">
          <ac:chgData name="Zheng Fei" userId="d19317889db4c986" providerId="LiveId" clId="{F15505DA-42AD-004A-8A54-CA73B652CA0C}" dt="2022-12-14T06:10:02.049" v="507" actId="692"/>
          <ac:spMkLst>
            <pc:docMk/>
            <pc:sldMk cId="0" sldId="266"/>
            <ac:spMk id="12294" creationId="{A5A1C7A7-939E-EA4A-BC9C-E0725A202DBF}"/>
          </ac:spMkLst>
        </pc:spChg>
        <pc:spChg chg="mod">
          <ac:chgData name="Zheng Fei" userId="d19317889db4c986" providerId="LiveId" clId="{F15505DA-42AD-004A-8A54-CA73B652CA0C}" dt="2022-12-14T06:10:02.049" v="507" actId="692"/>
          <ac:spMkLst>
            <pc:docMk/>
            <pc:sldMk cId="0" sldId="266"/>
            <ac:spMk id="12295" creationId="{DCBB8E82-DEE7-1247-930B-2579198DC3BF}"/>
          </ac:spMkLst>
        </pc:spChg>
        <pc:spChg chg="mod">
          <ac:chgData name="Zheng Fei" userId="d19317889db4c986" providerId="LiveId" clId="{F15505DA-42AD-004A-8A54-CA73B652CA0C}" dt="2022-12-14T06:10:02.049" v="507" actId="692"/>
          <ac:spMkLst>
            <pc:docMk/>
            <pc:sldMk cId="0" sldId="266"/>
            <ac:spMk id="12296" creationId="{96452093-23B7-5D46-A67F-E9FA184BCE07}"/>
          </ac:spMkLst>
        </pc:spChg>
        <pc:spChg chg="del mod">
          <ac:chgData name="Zheng Fei" userId="d19317889db4c986" providerId="LiveId" clId="{F15505DA-42AD-004A-8A54-CA73B652CA0C}" dt="2022-12-14T06:10:56.656" v="518" actId="478"/>
          <ac:spMkLst>
            <pc:docMk/>
            <pc:sldMk cId="0" sldId="266"/>
            <ac:spMk id="12297" creationId="{F6479DFD-9E39-CD4F-90DF-3845A35BA719}"/>
          </ac:spMkLst>
        </pc:spChg>
        <pc:spChg chg="mod">
          <ac:chgData name="Zheng Fei" userId="d19317889db4c986" providerId="LiveId" clId="{F15505DA-42AD-004A-8A54-CA73B652CA0C}" dt="2022-12-14T06:10:02.049" v="507" actId="692"/>
          <ac:spMkLst>
            <pc:docMk/>
            <pc:sldMk cId="0" sldId="266"/>
            <ac:spMk id="12298" creationId="{270FE60E-6AF1-0248-8C7C-545F7E9050A8}"/>
          </ac:spMkLst>
        </pc:spChg>
        <pc:spChg chg="del mod">
          <ac:chgData name="Zheng Fei" userId="d19317889db4c986" providerId="LiveId" clId="{F15505DA-42AD-004A-8A54-CA73B652CA0C}" dt="2022-12-14T06:10:53.553" v="517" actId="478"/>
          <ac:spMkLst>
            <pc:docMk/>
            <pc:sldMk cId="0" sldId="266"/>
            <ac:spMk id="12299" creationId="{11D999B7-2388-CA4E-A834-B74426F8CB0C}"/>
          </ac:spMkLst>
        </pc:spChg>
        <pc:spChg chg="mod">
          <ac:chgData name="Zheng Fei" userId="d19317889db4c986" providerId="LiveId" clId="{F15505DA-42AD-004A-8A54-CA73B652CA0C}" dt="2022-12-14T06:10:02.049" v="507" actId="692"/>
          <ac:spMkLst>
            <pc:docMk/>
            <pc:sldMk cId="0" sldId="266"/>
            <ac:spMk id="12300" creationId="{3D19B865-9C0C-A741-99C8-574786C27D57}"/>
          </ac:spMkLst>
        </pc:spChg>
        <pc:spChg chg="mod">
          <ac:chgData name="Zheng Fei" userId="d19317889db4c986" providerId="LiveId" clId="{F15505DA-42AD-004A-8A54-CA73B652CA0C}" dt="2022-12-14T06:10:02.049" v="507" actId="692"/>
          <ac:spMkLst>
            <pc:docMk/>
            <pc:sldMk cId="0" sldId="266"/>
            <ac:spMk id="12301" creationId="{DF3FDAD1-EC58-7649-848B-375C9C6BCB8A}"/>
          </ac:spMkLst>
        </pc:spChg>
        <pc:spChg chg="mod">
          <ac:chgData name="Zheng Fei" userId="d19317889db4c986" providerId="LiveId" clId="{F15505DA-42AD-004A-8A54-CA73B652CA0C}" dt="2022-12-14T06:10:02.049" v="507" actId="692"/>
          <ac:spMkLst>
            <pc:docMk/>
            <pc:sldMk cId="0" sldId="266"/>
            <ac:spMk id="12302" creationId="{91122599-DC38-424E-84B8-1633815BB955}"/>
          </ac:spMkLst>
        </pc:spChg>
        <pc:spChg chg="del mod">
          <ac:chgData name="Zheng Fei" userId="d19317889db4c986" providerId="LiveId" clId="{F15505DA-42AD-004A-8A54-CA73B652CA0C}" dt="2022-12-14T06:10:57.882" v="519" actId="478"/>
          <ac:spMkLst>
            <pc:docMk/>
            <pc:sldMk cId="0" sldId="266"/>
            <ac:spMk id="12303" creationId="{1A4E2541-DAF1-0648-97C5-CEF48FB32773}"/>
          </ac:spMkLst>
        </pc:spChg>
        <pc:spChg chg="mod">
          <ac:chgData name="Zheng Fei" userId="d19317889db4c986" providerId="LiveId" clId="{F15505DA-42AD-004A-8A54-CA73B652CA0C}" dt="2022-12-14T06:10:02.049" v="507" actId="692"/>
          <ac:spMkLst>
            <pc:docMk/>
            <pc:sldMk cId="0" sldId="266"/>
            <ac:spMk id="12311" creationId="{6A946A0E-F721-F54E-A523-B3847EE605E6}"/>
          </ac:spMkLst>
        </pc:spChg>
        <pc:spChg chg="mod">
          <ac:chgData name="Zheng Fei" userId="d19317889db4c986" providerId="LiveId" clId="{F15505DA-42AD-004A-8A54-CA73B652CA0C}" dt="2022-12-14T06:10:02.049" v="507" actId="692"/>
          <ac:spMkLst>
            <pc:docMk/>
            <pc:sldMk cId="0" sldId="266"/>
            <ac:spMk id="12312" creationId="{23E6FDA8-4084-3A44-B49F-D57D7352D531}"/>
          </ac:spMkLst>
        </pc:spChg>
        <pc:spChg chg="del mod">
          <ac:chgData name="Zheng Fei" userId="d19317889db4c986" providerId="LiveId" clId="{F15505DA-42AD-004A-8A54-CA73B652CA0C}" dt="2022-12-14T06:11:00.328" v="520" actId="478"/>
          <ac:spMkLst>
            <pc:docMk/>
            <pc:sldMk cId="0" sldId="266"/>
            <ac:spMk id="12313" creationId="{CCCB2429-0F1D-7740-8E53-DD111FB52010}"/>
          </ac:spMkLst>
        </pc:spChg>
        <pc:spChg chg="mod">
          <ac:chgData name="Zheng Fei" userId="d19317889db4c986" providerId="LiveId" clId="{F15505DA-42AD-004A-8A54-CA73B652CA0C}" dt="2022-12-14T06:10:02.049" v="507" actId="692"/>
          <ac:spMkLst>
            <pc:docMk/>
            <pc:sldMk cId="0" sldId="266"/>
            <ac:spMk id="12316" creationId="{78B5F4E0-234D-8D4D-8113-2C87F66043AC}"/>
          </ac:spMkLst>
        </pc:spChg>
        <pc:spChg chg="mod">
          <ac:chgData name="Zheng Fei" userId="d19317889db4c986" providerId="LiveId" clId="{F15505DA-42AD-004A-8A54-CA73B652CA0C}" dt="2022-12-14T06:10:02.049" v="507" actId="692"/>
          <ac:spMkLst>
            <pc:docMk/>
            <pc:sldMk cId="0" sldId="266"/>
            <ac:spMk id="12317" creationId="{AC00D1AA-E920-A241-9DF8-DE3E88BAEF04}"/>
          </ac:spMkLst>
        </pc:spChg>
        <pc:spChg chg="mod">
          <ac:chgData name="Zheng Fei" userId="d19317889db4c986" providerId="LiveId" clId="{F15505DA-42AD-004A-8A54-CA73B652CA0C}" dt="2022-12-14T06:10:02.049" v="507" actId="692"/>
          <ac:spMkLst>
            <pc:docMk/>
            <pc:sldMk cId="0" sldId="266"/>
            <ac:spMk id="12318" creationId="{DB351B22-D610-2B4D-8202-32122F686468}"/>
          </ac:spMkLst>
        </pc:spChg>
        <pc:graphicFrameChg chg="del">
          <ac:chgData name="Zheng Fei" userId="d19317889db4c986" providerId="LiveId" clId="{F15505DA-42AD-004A-8A54-CA73B652CA0C}" dt="2022-12-14T06:09:16.041" v="474" actId="478"/>
          <ac:graphicFrameMkLst>
            <pc:docMk/>
            <pc:sldMk cId="0" sldId="266"/>
            <ac:graphicFrameMk id="37" creationId="{B2B0A7BE-19F0-4604-BD2D-2ABFC021AF68}"/>
          </ac:graphicFrameMkLst>
        </pc:graphicFrameChg>
        <pc:graphicFrameChg chg="del">
          <ac:chgData name="Zheng Fei" userId="d19317889db4c986" providerId="LiveId" clId="{F15505DA-42AD-004A-8A54-CA73B652CA0C}" dt="2022-12-14T06:09:17.172" v="475" actId="478"/>
          <ac:graphicFrameMkLst>
            <pc:docMk/>
            <pc:sldMk cId="0" sldId="266"/>
            <ac:graphicFrameMk id="38" creationId="{65237C0A-1E9B-46AF-BE09-9498C83D5AF0}"/>
          </ac:graphicFrameMkLst>
        </pc:graphicFrameChg>
        <pc:graphicFrameChg chg="del">
          <ac:chgData name="Zheng Fei" userId="d19317889db4c986" providerId="LiveId" clId="{F15505DA-42AD-004A-8A54-CA73B652CA0C}" dt="2022-12-14T06:09:30.867" v="480" actId="478"/>
          <ac:graphicFrameMkLst>
            <pc:docMk/>
            <pc:sldMk cId="0" sldId="266"/>
            <ac:graphicFrameMk id="39" creationId="{03EA4DEB-F531-4CA7-82BF-898AB0466899}"/>
          </ac:graphicFrameMkLst>
        </pc:graphicFrameChg>
        <pc:graphicFrameChg chg="mod">
          <ac:chgData name="Zheng Fei" userId="d19317889db4c986" providerId="LiveId" clId="{F15505DA-42AD-004A-8A54-CA73B652CA0C}" dt="2022-12-14T06:10:02.049" v="507" actId="692"/>
          <ac:graphicFrameMkLst>
            <pc:docMk/>
            <pc:sldMk cId="0" sldId="266"/>
            <ac:graphicFrameMk id="12304" creationId="{8017A30A-9A02-9341-B350-617113FA3C8A}"/>
          </ac:graphicFrameMkLst>
        </pc:graphicFrameChg>
        <pc:graphicFrameChg chg="mod">
          <ac:chgData name="Zheng Fei" userId="d19317889db4c986" providerId="LiveId" clId="{F15505DA-42AD-004A-8A54-CA73B652CA0C}" dt="2022-12-14T06:10:02.049" v="507" actId="692"/>
          <ac:graphicFrameMkLst>
            <pc:docMk/>
            <pc:sldMk cId="0" sldId="266"/>
            <ac:graphicFrameMk id="12305" creationId="{86AD49F7-E71C-A34F-B72F-15003EE8A7A5}"/>
          </ac:graphicFrameMkLst>
        </pc:graphicFrameChg>
        <pc:graphicFrameChg chg="mod">
          <ac:chgData name="Zheng Fei" userId="d19317889db4c986" providerId="LiveId" clId="{F15505DA-42AD-004A-8A54-CA73B652CA0C}" dt="2022-12-14T06:10:02.049" v="507" actId="692"/>
          <ac:graphicFrameMkLst>
            <pc:docMk/>
            <pc:sldMk cId="0" sldId="266"/>
            <ac:graphicFrameMk id="12306" creationId="{6A22775D-72BF-4B43-AD4D-886DC7ACB18D}"/>
          </ac:graphicFrameMkLst>
        </pc:graphicFrameChg>
        <pc:graphicFrameChg chg="mod">
          <ac:chgData name="Zheng Fei" userId="d19317889db4c986" providerId="LiveId" clId="{F15505DA-42AD-004A-8A54-CA73B652CA0C}" dt="2022-12-14T06:10:02.049" v="507" actId="692"/>
          <ac:graphicFrameMkLst>
            <pc:docMk/>
            <pc:sldMk cId="0" sldId="266"/>
            <ac:graphicFrameMk id="12307" creationId="{182E4802-3041-084E-9CF5-F7742DFB813A}"/>
          </ac:graphicFrameMkLst>
        </pc:graphicFrameChg>
        <pc:graphicFrameChg chg="mod">
          <ac:chgData name="Zheng Fei" userId="d19317889db4c986" providerId="LiveId" clId="{F15505DA-42AD-004A-8A54-CA73B652CA0C}" dt="2022-12-14T06:10:02.049" v="507" actId="692"/>
          <ac:graphicFrameMkLst>
            <pc:docMk/>
            <pc:sldMk cId="0" sldId="266"/>
            <ac:graphicFrameMk id="12308" creationId="{7C70DB60-7260-C64F-835B-D56E73FF278C}"/>
          </ac:graphicFrameMkLst>
        </pc:graphicFrameChg>
        <pc:graphicFrameChg chg="mod">
          <ac:chgData name="Zheng Fei" userId="d19317889db4c986" providerId="LiveId" clId="{F15505DA-42AD-004A-8A54-CA73B652CA0C}" dt="2022-12-14T06:10:02.049" v="507" actId="692"/>
          <ac:graphicFrameMkLst>
            <pc:docMk/>
            <pc:sldMk cId="0" sldId="266"/>
            <ac:graphicFrameMk id="12309" creationId="{13572C0F-80C4-614B-8BA2-A46B6E7C2963}"/>
          </ac:graphicFrameMkLst>
        </pc:graphicFrameChg>
        <pc:graphicFrameChg chg="mod">
          <ac:chgData name="Zheng Fei" userId="d19317889db4c986" providerId="LiveId" clId="{F15505DA-42AD-004A-8A54-CA73B652CA0C}" dt="2022-12-14T06:10:02.049" v="507" actId="692"/>
          <ac:graphicFrameMkLst>
            <pc:docMk/>
            <pc:sldMk cId="0" sldId="266"/>
            <ac:graphicFrameMk id="12310" creationId="{93DF35B4-DCBE-5E42-83E9-68D4E17CB648}"/>
          </ac:graphicFrameMkLst>
        </pc:graphicFrameChg>
        <pc:graphicFrameChg chg="mod">
          <ac:chgData name="Zheng Fei" userId="d19317889db4c986" providerId="LiveId" clId="{F15505DA-42AD-004A-8A54-CA73B652CA0C}" dt="2022-12-14T06:10:02.049" v="507" actId="692"/>
          <ac:graphicFrameMkLst>
            <pc:docMk/>
            <pc:sldMk cId="0" sldId="266"/>
            <ac:graphicFrameMk id="12314" creationId="{30718C9E-052E-2F49-8573-79F7F43DBABD}"/>
          </ac:graphicFrameMkLst>
        </pc:graphicFrameChg>
        <pc:graphicFrameChg chg="mod">
          <ac:chgData name="Zheng Fei" userId="d19317889db4c986" providerId="LiveId" clId="{F15505DA-42AD-004A-8A54-CA73B652CA0C}" dt="2022-12-14T06:10:02.049" v="507" actId="692"/>
          <ac:graphicFrameMkLst>
            <pc:docMk/>
            <pc:sldMk cId="0" sldId="266"/>
            <ac:graphicFrameMk id="12315" creationId="{0D3A1E89-4723-134A-9C4F-E87A4381FCB2}"/>
          </ac:graphicFrameMkLst>
        </pc:graphicFrameChg>
        <pc:graphicFrameChg chg="mod">
          <ac:chgData name="Zheng Fei" userId="d19317889db4c986" providerId="LiveId" clId="{F15505DA-42AD-004A-8A54-CA73B652CA0C}" dt="2022-12-14T06:10:02.049" v="507" actId="692"/>
          <ac:graphicFrameMkLst>
            <pc:docMk/>
            <pc:sldMk cId="0" sldId="266"/>
            <ac:graphicFrameMk id="12319" creationId="{0423CC93-1D3E-1C48-B931-D238ABFF5FF4}"/>
          </ac:graphicFrameMkLst>
        </pc:graphicFrameChg>
        <pc:graphicFrameChg chg="mod">
          <ac:chgData name="Zheng Fei" userId="d19317889db4c986" providerId="LiveId" clId="{F15505DA-42AD-004A-8A54-CA73B652CA0C}" dt="2022-12-14T06:10:02.049" v="507" actId="692"/>
          <ac:graphicFrameMkLst>
            <pc:docMk/>
            <pc:sldMk cId="0" sldId="266"/>
            <ac:graphicFrameMk id="12320" creationId="{8D92809A-EA91-344F-B06C-ACB1C5D5CB32}"/>
          </ac:graphicFrameMkLst>
        </pc:graphicFrameChg>
        <pc:graphicFrameChg chg="mod">
          <ac:chgData name="Zheng Fei" userId="d19317889db4c986" providerId="LiveId" clId="{F15505DA-42AD-004A-8A54-CA73B652CA0C}" dt="2022-12-14T06:10:02.049" v="507" actId="692"/>
          <ac:graphicFrameMkLst>
            <pc:docMk/>
            <pc:sldMk cId="0" sldId="266"/>
            <ac:graphicFrameMk id="12321" creationId="{82CE75E3-01A6-9E4B-A36E-C1792B4D8D64}"/>
          </ac:graphicFrameMkLst>
        </pc:graphicFrameChg>
        <pc:graphicFrameChg chg="mod">
          <ac:chgData name="Zheng Fei" userId="d19317889db4c986" providerId="LiveId" clId="{F15505DA-42AD-004A-8A54-CA73B652CA0C}" dt="2022-12-14T06:10:33.348" v="516" actId="1036"/>
          <ac:graphicFrameMkLst>
            <pc:docMk/>
            <pc:sldMk cId="0" sldId="266"/>
            <ac:graphicFrameMk id="12322" creationId="{1138FFA5-D4E8-0343-A966-41AD2EA16728}"/>
          </ac:graphicFrameMkLst>
        </pc:graphicFrameChg>
        <pc:cxnChg chg="add mod">
          <ac:chgData name="Zheng Fei" userId="d19317889db4c986" providerId="LiveId" clId="{F15505DA-42AD-004A-8A54-CA73B652CA0C}" dt="2022-12-14T05:58:27.952" v="288"/>
          <ac:cxnSpMkLst>
            <pc:docMk/>
            <pc:sldMk cId="0" sldId="266"/>
            <ac:cxnSpMk id="3" creationId="{267008AA-3E38-4C8A-533A-F493909B1D27}"/>
          </ac:cxnSpMkLst>
        </pc:cxnChg>
      </pc:sldChg>
      <pc:sldChg chg="del">
        <pc:chgData name="Zheng Fei" userId="d19317889db4c986" providerId="LiveId" clId="{F15505DA-42AD-004A-8A54-CA73B652CA0C}" dt="2022-12-12T03:46:28.124" v="4" actId="2696"/>
        <pc:sldMkLst>
          <pc:docMk/>
          <pc:sldMk cId="0" sldId="267"/>
        </pc:sldMkLst>
      </pc:sldChg>
      <pc:sldChg chg="del">
        <pc:chgData name="Zheng Fei" userId="d19317889db4c986" providerId="LiveId" clId="{F15505DA-42AD-004A-8A54-CA73B652CA0C}" dt="2022-12-12T03:46:28.125" v="6" actId="2696"/>
        <pc:sldMkLst>
          <pc:docMk/>
          <pc:sldMk cId="165694961" sldId="313"/>
        </pc:sldMkLst>
      </pc:sldChg>
      <pc:sldChg chg="del">
        <pc:chgData name="Zheng Fei" userId="d19317889db4c986" providerId="LiveId" clId="{F15505DA-42AD-004A-8A54-CA73B652CA0C}" dt="2022-12-12T03:46:28.122" v="2" actId="2696"/>
        <pc:sldMkLst>
          <pc:docMk/>
          <pc:sldMk cId="1473580486" sldId="317"/>
        </pc:sldMkLst>
      </pc:sldChg>
      <pc:sldChg chg="del">
        <pc:chgData name="Zheng Fei" userId="d19317889db4c986" providerId="LiveId" clId="{F15505DA-42AD-004A-8A54-CA73B652CA0C}" dt="2022-12-12T03:46:28.162" v="8" actId="2696"/>
        <pc:sldMkLst>
          <pc:docMk/>
          <pc:sldMk cId="2152373412" sldId="321"/>
        </pc:sldMkLst>
      </pc:sldChg>
      <pc:sldChg chg="del">
        <pc:chgData name="Zheng Fei" userId="d19317889db4c986" providerId="LiveId" clId="{F15505DA-42AD-004A-8A54-CA73B652CA0C}" dt="2022-12-12T03:46:28.162" v="9" actId="2696"/>
        <pc:sldMkLst>
          <pc:docMk/>
          <pc:sldMk cId="2858668898" sldId="413"/>
        </pc:sldMkLst>
      </pc:sldChg>
      <pc:sldChg chg="addSp delSp modSp mod">
        <pc:chgData name="Zheng Fei" userId="d19317889db4c986" providerId="LiveId" clId="{F15505DA-42AD-004A-8A54-CA73B652CA0C}" dt="2022-12-14T06:04:20.961" v="410" actId="1076"/>
        <pc:sldMkLst>
          <pc:docMk/>
          <pc:sldMk cId="4193102002" sldId="416"/>
        </pc:sldMkLst>
        <pc:spChg chg="add mod">
          <ac:chgData name="Zheng Fei" userId="d19317889db4c986" providerId="LiveId" clId="{F15505DA-42AD-004A-8A54-CA73B652CA0C}" dt="2022-12-14T05:58:12.528" v="281"/>
          <ac:spMkLst>
            <pc:docMk/>
            <pc:sldMk cId="4193102002" sldId="416"/>
            <ac:spMk id="2" creationId="{A7417718-491C-078E-A9FD-97DB202D1A25}"/>
          </ac:spMkLst>
        </pc:spChg>
        <pc:spChg chg="mod">
          <ac:chgData name="Zheng Fei" userId="d19317889db4c986" providerId="LiveId" clId="{F15505DA-42AD-004A-8A54-CA73B652CA0C}" dt="2022-12-14T06:04:18.392" v="409" actId="1076"/>
          <ac:spMkLst>
            <pc:docMk/>
            <pc:sldMk cId="4193102002" sldId="416"/>
            <ac:spMk id="3" creationId="{203E0064-EA34-3647-B40E-C8C1969373D1}"/>
          </ac:spMkLst>
        </pc:spChg>
        <pc:spChg chg="mod">
          <ac:chgData name="Zheng Fei" userId="d19317889db4c986" providerId="LiveId" clId="{F15505DA-42AD-004A-8A54-CA73B652CA0C}" dt="2022-12-14T06:04:18.392" v="409" actId="1076"/>
          <ac:spMkLst>
            <pc:docMk/>
            <pc:sldMk cId="4193102002" sldId="416"/>
            <ac:spMk id="5" creationId="{A85F9281-0FE7-F747-B733-62195C76CE4F}"/>
          </ac:spMkLst>
        </pc:spChg>
        <pc:spChg chg="mod">
          <ac:chgData name="Zheng Fei" userId="d19317889db4c986" providerId="LiveId" clId="{F15505DA-42AD-004A-8A54-CA73B652CA0C}" dt="2022-12-14T06:04:18.392" v="409" actId="1076"/>
          <ac:spMkLst>
            <pc:docMk/>
            <pc:sldMk cId="4193102002" sldId="416"/>
            <ac:spMk id="6" creationId="{ED18148C-C32D-5F49-873A-967EBBFEF9E8}"/>
          </ac:spMkLst>
        </pc:spChg>
        <pc:spChg chg="del mod">
          <ac:chgData name="Zheng Fei" userId="d19317889db4c986" providerId="LiveId" clId="{F15505DA-42AD-004A-8A54-CA73B652CA0C}" dt="2022-12-14T05:58:12.010" v="280" actId="478"/>
          <ac:spMkLst>
            <pc:docMk/>
            <pc:sldMk cId="4193102002" sldId="416"/>
            <ac:spMk id="16" creationId="{328D4A10-B2DA-054D-81CC-28324394DA96}"/>
          </ac:spMkLst>
        </pc:spChg>
        <pc:grpChg chg="mod">
          <ac:chgData name="Zheng Fei" userId="d19317889db4c986" providerId="LiveId" clId="{F15505DA-42AD-004A-8A54-CA73B652CA0C}" dt="2022-12-14T06:04:18.392" v="409" actId="1076"/>
          <ac:grpSpMkLst>
            <pc:docMk/>
            <pc:sldMk cId="4193102002" sldId="416"/>
            <ac:grpSpMk id="17" creationId="{56BE477C-13FA-8A40-BB56-414980039F26}"/>
          </ac:grpSpMkLst>
        </pc:grpChg>
        <pc:graphicFrameChg chg="del">
          <ac:chgData name="Zheng Fei" userId="d19317889db4c986" providerId="LiveId" clId="{F15505DA-42AD-004A-8A54-CA73B652CA0C}" dt="2022-12-14T06:01:18.366" v="351" actId="478"/>
          <ac:graphicFrameMkLst>
            <pc:docMk/>
            <pc:sldMk cId="4193102002" sldId="416"/>
            <ac:graphicFrameMk id="4" creationId="{424FFFC0-9AFE-1642-A6F2-8AD81AACB697}"/>
          </ac:graphicFrameMkLst>
        </pc:graphicFrameChg>
        <pc:graphicFrameChg chg="del mod">
          <ac:chgData name="Zheng Fei" userId="d19317889db4c986" providerId="LiveId" clId="{F15505DA-42AD-004A-8A54-CA73B652CA0C}" dt="2022-12-14T06:01:45.840" v="357" actId="478"/>
          <ac:graphicFrameMkLst>
            <pc:docMk/>
            <pc:sldMk cId="4193102002" sldId="416"/>
            <ac:graphicFrameMk id="7" creationId="{F3A3D771-5823-1E44-8268-2229F0AE6417}"/>
          </ac:graphicFrameMkLst>
        </pc:graphicFrameChg>
        <pc:graphicFrameChg chg="del mod">
          <ac:chgData name="Zheng Fei" userId="d19317889db4c986" providerId="LiveId" clId="{F15505DA-42AD-004A-8A54-CA73B652CA0C}" dt="2022-12-14T06:03:43.706" v="398" actId="478"/>
          <ac:graphicFrameMkLst>
            <pc:docMk/>
            <pc:sldMk cId="4193102002" sldId="416"/>
            <ac:graphicFrameMk id="8" creationId="{C77833B0-30C1-0B4F-8880-3908CEB143A9}"/>
          </ac:graphicFrameMkLst>
        </pc:graphicFrameChg>
        <pc:picChg chg="add mod">
          <ac:chgData name="Zheng Fei" userId="d19317889db4c986" providerId="LiveId" clId="{F15505DA-42AD-004A-8A54-CA73B652CA0C}" dt="2022-12-14T06:04:20.961" v="410" actId="1076"/>
          <ac:picMkLst>
            <pc:docMk/>
            <pc:sldMk cId="4193102002" sldId="416"/>
            <ac:picMk id="10" creationId="{270A5DD4-7CAF-9005-DE1C-3D706EB41B68}"/>
          </ac:picMkLst>
        </pc:picChg>
        <pc:picChg chg="del">
          <ac:chgData name="Zheng Fei" userId="d19317889db4c986" providerId="LiveId" clId="{F15505DA-42AD-004A-8A54-CA73B652CA0C}" dt="2022-12-14T06:03:48.765" v="399" actId="478"/>
          <ac:picMkLst>
            <pc:docMk/>
            <pc:sldMk cId="4193102002" sldId="416"/>
            <ac:picMk id="19" creationId="{E74E87FE-4CBE-0C46-8B48-90AF3574C2A1}"/>
          </ac:picMkLst>
        </pc:picChg>
        <pc:picChg chg="del mod">
          <ac:chgData name="Zheng Fei" userId="d19317889db4c986" providerId="LiveId" clId="{F15505DA-42AD-004A-8A54-CA73B652CA0C}" dt="2022-12-14T06:03:49.926" v="400" actId="478"/>
          <ac:picMkLst>
            <pc:docMk/>
            <pc:sldMk cId="4193102002" sldId="416"/>
            <ac:picMk id="20" creationId="{7FC87C88-6FB0-CB43-82B2-1F43264EC8CE}"/>
          </ac:picMkLst>
        </pc:picChg>
        <pc:cxnChg chg="add mod">
          <ac:chgData name="Zheng Fei" userId="d19317889db4c986" providerId="LiveId" clId="{F15505DA-42AD-004A-8A54-CA73B652CA0C}" dt="2022-12-14T05:58:12.528" v="281"/>
          <ac:cxnSpMkLst>
            <pc:docMk/>
            <pc:sldMk cId="4193102002" sldId="416"/>
            <ac:cxnSpMk id="9" creationId="{72234761-1C89-54C2-E7A3-CF40A3ACE9EB}"/>
          </ac:cxnSpMkLst>
        </pc:cxnChg>
      </pc:sldChg>
      <pc:sldChg chg="del">
        <pc:chgData name="Zheng Fei" userId="d19317889db4c986" providerId="LiveId" clId="{F15505DA-42AD-004A-8A54-CA73B652CA0C}" dt="2022-12-12T03:46:28.125" v="5" actId="2696"/>
        <pc:sldMkLst>
          <pc:docMk/>
          <pc:sldMk cId="1115196676" sldId="417"/>
        </pc:sldMkLst>
      </pc:sldChg>
      <pc:sldChg chg="addSp delSp modSp mod">
        <pc:chgData name="Zheng Fei" userId="d19317889db4c986" providerId="LiveId" clId="{F15505DA-42AD-004A-8A54-CA73B652CA0C}" dt="2022-12-14T06:07:57.110" v="455" actId="1076"/>
        <pc:sldMkLst>
          <pc:docMk/>
          <pc:sldMk cId="0" sldId="419"/>
        </pc:sldMkLst>
        <pc:spChg chg="add mod">
          <ac:chgData name="Zheng Fei" userId="d19317889db4c986" providerId="LiveId" clId="{F15505DA-42AD-004A-8A54-CA73B652CA0C}" dt="2022-12-14T05:58:20.432" v="284"/>
          <ac:spMkLst>
            <pc:docMk/>
            <pc:sldMk cId="0" sldId="419"/>
            <ac:spMk id="3" creationId="{43DF85A1-B814-E079-EA7F-874AE062E035}"/>
          </ac:spMkLst>
        </pc:spChg>
        <pc:spChg chg="del mod">
          <ac:chgData name="Zheng Fei" userId="d19317889db4c986" providerId="LiveId" clId="{F15505DA-42AD-004A-8A54-CA73B652CA0C}" dt="2022-12-14T06:00:29.984" v="339" actId="478"/>
          <ac:spMkLst>
            <pc:docMk/>
            <pc:sldMk cId="0" sldId="419"/>
            <ac:spMk id="16" creationId="{33F6B25F-4AA8-0248-8A0B-AEA7E9BDEAB7}"/>
          </ac:spMkLst>
        </pc:spChg>
        <pc:spChg chg="del mod">
          <ac:chgData name="Zheng Fei" userId="d19317889db4c986" providerId="LiveId" clId="{F15505DA-42AD-004A-8A54-CA73B652CA0C}" dt="2022-12-14T05:58:19.924" v="283" actId="478"/>
          <ac:spMkLst>
            <pc:docMk/>
            <pc:sldMk cId="0" sldId="419"/>
            <ac:spMk id="11266" creationId="{0F2C6402-73BB-7349-948D-BD9D34D49851}"/>
          </ac:spMkLst>
        </pc:spChg>
        <pc:spChg chg="mod">
          <ac:chgData name="Zheng Fei" userId="d19317889db4c986" providerId="LiveId" clId="{F15505DA-42AD-004A-8A54-CA73B652CA0C}" dt="2022-12-14T06:07:37.143" v="451" actId="1076"/>
          <ac:spMkLst>
            <pc:docMk/>
            <pc:sldMk cId="0" sldId="419"/>
            <ac:spMk id="11267" creationId="{CBFBE8F0-9EDB-2D46-9E65-F0460B727BEE}"/>
          </ac:spMkLst>
        </pc:spChg>
        <pc:spChg chg="mod">
          <ac:chgData name="Zheng Fei" userId="d19317889db4c986" providerId="LiveId" clId="{F15505DA-42AD-004A-8A54-CA73B652CA0C}" dt="2022-12-14T06:07:39.564" v="452" actId="20577"/>
          <ac:spMkLst>
            <pc:docMk/>
            <pc:sldMk cId="0" sldId="419"/>
            <ac:spMk id="11271" creationId="{72A09E22-A211-E940-99E0-B9C88DE1DD12}"/>
          </ac:spMkLst>
        </pc:spChg>
        <pc:spChg chg="mod">
          <ac:chgData name="Zheng Fei" userId="d19317889db4c986" providerId="LiveId" clId="{F15505DA-42AD-004A-8A54-CA73B652CA0C}" dt="2022-12-14T06:07:55.025" v="454" actId="1076"/>
          <ac:spMkLst>
            <pc:docMk/>
            <pc:sldMk cId="0" sldId="419"/>
            <ac:spMk id="11276" creationId="{01E9ED4B-7D49-BC4B-84BA-20FA681D6CC6}"/>
          </ac:spMkLst>
        </pc:spChg>
        <pc:graphicFrameChg chg="del">
          <ac:chgData name="Zheng Fei" userId="d19317889db4c986" providerId="LiveId" clId="{F15505DA-42AD-004A-8A54-CA73B652CA0C}" dt="2022-12-14T05:59:01.099" v="299" actId="478"/>
          <ac:graphicFrameMkLst>
            <pc:docMk/>
            <pc:sldMk cId="0" sldId="419"/>
            <ac:graphicFrameMk id="11268" creationId="{BB18BEBD-AE6D-7E46-93DB-B13CD2F88EF2}"/>
          </ac:graphicFrameMkLst>
        </pc:graphicFrameChg>
        <pc:graphicFrameChg chg="del">
          <ac:chgData name="Zheng Fei" userId="d19317889db4c986" providerId="LiveId" clId="{F15505DA-42AD-004A-8A54-CA73B652CA0C}" dt="2022-12-14T05:59:13.133" v="305" actId="478"/>
          <ac:graphicFrameMkLst>
            <pc:docMk/>
            <pc:sldMk cId="0" sldId="419"/>
            <ac:graphicFrameMk id="11270" creationId="{8289C686-6937-0143-8BF1-8932316A16D2}"/>
          </ac:graphicFrameMkLst>
        </pc:graphicFrameChg>
        <pc:graphicFrameChg chg="del">
          <ac:chgData name="Zheng Fei" userId="d19317889db4c986" providerId="LiveId" clId="{F15505DA-42AD-004A-8A54-CA73B652CA0C}" dt="2022-12-14T06:00:07.368" v="332" actId="478"/>
          <ac:graphicFrameMkLst>
            <pc:docMk/>
            <pc:sldMk cId="0" sldId="419"/>
            <ac:graphicFrameMk id="11272" creationId="{733E09C0-CEBA-F747-B384-779F96C038E6}"/>
          </ac:graphicFrameMkLst>
        </pc:graphicFrameChg>
        <pc:graphicFrameChg chg="mod">
          <ac:chgData name="Zheng Fei" userId="d19317889db4c986" providerId="LiveId" clId="{F15505DA-42AD-004A-8A54-CA73B652CA0C}" dt="2022-12-14T06:07:48.068" v="453" actId="1076"/>
          <ac:graphicFrameMkLst>
            <pc:docMk/>
            <pc:sldMk cId="0" sldId="419"/>
            <ac:graphicFrameMk id="11273" creationId="{7DAE17CE-9FC6-CF45-9A07-6D8BE81676C8}"/>
          </ac:graphicFrameMkLst>
        </pc:graphicFrameChg>
        <pc:graphicFrameChg chg="mod">
          <ac:chgData name="Zheng Fei" userId="d19317889db4c986" providerId="LiveId" clId="{F15505DA-42AD-004A-8A54-CA73B652CA0C}" dt="2022-12-14T06:07:48.068" v="453" actId="1076"/>
          <ac:graphicFrameMkLst>
            <pc:docMk/>
            <pc:sldMk cId="0" sldId="419"/>
            <ac:graphicFrameMk id="11274" creationId="{7AACEEDB-7E92-564D-9275-C2F2CD812465}"/>
          </ac:graphicFrameMkLst>
        </pc:graphicFrameChg>
        <pc:graphicFrameChg chg="mod">
          <ac:chgData name="Zheng Fei" userId="d19317889db4c986" providerId="LiveId" clId="{F15505DA-42AD-004A-8A54-CA73B652CA0C}" dt="2022-12-14T06:07:48.068" v="453" actId="1076"/>
          <ac:graphicFrameMkLst>
            <pc:docMk/>
            <pc:sldMk cId="0" sldId="419"/>
            <ac:graphicFrameMk id="11275" creationId="{7811518A-1A56-0045-B069-31A4DEC355EF}"/>
          </ac:graphicFrameMkLst>
        </pc:graphicFrameChg>
        <pc:graphicFrameChg chg="mod">
          <ac:chgData name="Zheng Fei" userId="d19317889db4c986" providerId="LiveId" clId="{F15505DA-42AD-004A-8A54-CA73B652CA0C}" dt="2022-12-14T06:07:55.025" v="454" actId="1076"/>
          <ac:graphicFrameMkLst>
            <pc:docMk/>
            <pc:sldMk cId="0" sldId="419"/>
            <ac:graphicFrameMk id="11277" creationId="{E5B7C621-DCA6-C447-A5B6-92BF77C2384A}"/>
          </ac:graphicFrameMkLst>
        </pc:graphicFrameChg>
        <pc:graphicFrameChg chg="mod">
          <ac:chgData name="Zheng Fei" userId="d19317889db4c986" providerId="LiveId" clId="{F15505DA-42AD-004A-8A54-CA73B652CA0C}" dt="2022-12-14T06:07:57.110" v="455" actId="1076"/>
          <ac:graphicFrameMkLst>
            <pc:docMk/>
            <pc:sldMk cId="0" sldId="419"/>
            <ac:graphicFrameMk id="11278" creationId="{D5BC9946-90B4-174E-87BA-C8F19B2D6066}"/>
          </ac:graphicFrameMkLst>
        </pc:graphicFrameChg>
        <pc:picChg chg="mod">
          <ac:chgData name="Zheng Fei" userId="d19317889db4c986" providerId="LiveId" clId="{F15505DA-42AD-004A-8A54-CA73B652CA0C}" dt="2022-12-14T06:07:37.143" v="451" actId="1076"/>
          <ac:picMkLst>
            <pc:docMk/>
            <pc:sldMk cId="0" sldId="419"/>
            <ac:picMk id="2" creationId="{CC4564E4-5BA8-7D41-AB64-844B644DCB2C}"/>
          </ac:picMkLst>
        </pc:picChg>
        <pc:cxnChg chg="add mod">
          <ac:chgData name="Zheng Fei" userId="d19317889db4c986" providerId="LiveId" clId="{F15505DA-42AD-004A-8A54-CA73B652CA0C}" dt="2022-12-14T05:58:20.432" v="284"/>
          <ac:cxnSpMkLst>
            <pc:docMk/>
            <pc:sldMk cId="0" sldId="419"/>
            <ac:cxnSpMk id="4" creationId="{38006A4D-B362-9E27-2E6E-A261C5F21387}"/>
          </ac:cxnSpMkLst>
        </pc:cxnChg>
      </pc:sldChg>
      <pc:sldChg chg="addSp modSp mod">
        <pc:chgData name="Zheng Fei" userId="d19317889db4c986" providerId="LiveId" clId="{F15505DA-42AD-004A-8A54-CA73B652CA0C}" dt="2022-12-12T05:47:25.303" v="277" actId="207"/>
        <pc:sldMkLst>
          <pc:docMk/>
          <pc:sldMk cId="2103004164" sldId="424"/>
        </pc:sldMkLst>
        <pc:spChg chg="mod">
          <ac:chgData name="Zheng Fei" userId="d19317889db4c986" providerId="LiveId" clId="{F15505DA-42AD-004A-8A54-CA73B652CA0C}" dt="2022-12-12T03:48:01.543" v="33" actId="113"/>
          <ac:spMkLst>
            <pc:docMk/>
            <pc:sldMk cId="2103004164" sldId="424"/>
            <ac:spMk id="2" creationId="{7DE5D677-89CA-6242-A418-34510FCEFA9A}"/>
          </ac:spMkLst>
        </pc:spChg>
        <pc:spChg chg="mod">
          <ac:chgData name="Zheng Fei" userId="d19317889db4c986" providerId="LiveId" clId="{F15505DA-42AD-004A-8A54-CA73B652CA0C}" dt="2022-12-12T05:47:25.303" v="277" actId="207"/>
          <ac:spMkLst>
            <pc:docMk/>
            <pc:sldMk cId="2103004164" sldId="424"/>
            <ac:spMk id="3" creationId="{AA5CD393-5EE7-1A44-98FB-2CF32861A4E9}"/>
          </ac:spMkLst>
        </pc:spChg>
        <pc:cxnChg chg="add mod">
          <ac:chgData name="Zheng Fei" userId="d19317889db4c986" providerId="LiveId" clId="{F15505DA-42AD-004A-8A54-CA73B652CA0C}" dt="2022-12-12T05:47:19.642" v="275"/>
          <ac:cxnSpMkLst>
            <pc:docMk/>
            <pc:sldMk cId="2103004164" sldId="424"/>
            <ac:cxnSpMk id="4" creationId="{32136938-CB47-72FB-3F94-5535C8DD7D70}"/>
          </ac:cxnSpMkLst>
        </pc:cxnChg>
      </pc:sldChg>
      <pc:sldChg chg="addSp delSp modSp mod">
        <pc:chgData name="Zheng Fei" userId="d19317889db4c986" providerId="LiveId" clId="{F15505DA-42AD-004A-8A54-CA73B652CA0C}" dt="2022-12-14T05:58:09.647" v="279"/>
        <pc:sldMkLst>
          <pc:docMk/>
          <pc:sldMk cId="1492733005" sldId="425"/>
        </pc:sldMkLst>
        <pc:spChg chg="mod">
          <ac:chgData name="Zheng Fei" userId="d19317889db4c986" providerId="LiveId" clId="{F15505DA-42AD-004A-8A54-CA73B652CA0C}" dt="2022-12-12T03:48:22.492" v="37" actId="2711"/>
          <ac:spMkLst>
            <pc:docMk/>
            <pc:sldMk cId="1492733005" sldId="425"/>
            <ac:spMk id="2" creationId="{6D6A5D6E-743C-724A-B1E2-F6C266DC603D}"/>
          </ac:spMkLst>
        </pc:spChg>
        <pc:spChg chg="del mod">
          <ac:chgData name="Zheng Fei" userId="d19317889db4c986" providerId="LiveId" clId="{F15505DA-42AD-004A-8A54-CA73B652CA0C}" dt="2022-12-14T05:58:09.113" v="278" actId="478"/>
          <ac:spMkLst>
            <pc:docMk/>
            <pc:sldMk cId="1492733005" sldId="425"/>
            <ac:spMk id="3" creationId="{F2CBF04F-09EE-9E4E-8ABC-8368025A2BC3}"/>
          </ac:spMkLst>
        </pc:spChg>
        <pc:spChg chg="add mod">
          <ac:chgData name="Zheng Fei" userId="d19317889db4c986" providerId="LiveId" clId="{F15505DA-42AD-004A-8A54-CA73B652CA0C}" dt="2022-12-14T05:58:09.647" v="279"/>
          <ac:spMkLst>
            <pc:docMk/>
            <pc:sldMk cId="1492733005" sldId="425"/>
            <ac:spMk id="4" creationId="{F98B5588-3780-821F-40CE-57FD56D659B4}"/>
          </ac:spMkLst>
        </pc:spChg>
        <pc:cxnChg chg="add mod">
          <ac:chgData name="Zheng Fei" userId="d19317889db4c986" providerId="LiveId" clId="{F15505DA-42AD-004A-8A54-CA73B652CA0C}" dt="2022-12-14T05:58:09.647" v="279"/>
          <ac:cxnSpMkLst>
            <pc:docMk/>
            <pc:sldMk cId="1492733005" sldId="425"/>
            <ac:cxnSpMk id="5" creationId="{DD72CEC1-05C5-B044-72B9-9614A171F70E}"/>
          </ac:cxnSpMkLst>
        </pc:cxnChg>
      </pc:sldChg>
      <pc:sldChg chg="addSp delSp modSp mod">
        <pc:chgData name="Zheng Fei" userId="d19317889db4c986" providerId="LiveId" clId="{F15505DA-42AD-004A-8A54-CA73B652CA0C}" dt="2022-12-14T06:14:11.791" v="579" actId="20577"/>
        <pc:sldMkLst>
          <pc:docMk/>
          <pc:sldMk cId="1985270099" sldId="426"/>
        </pc:sldMkLst>
        <pc:spChg chg="add mod">
          <ac:chgData name="Zheng Fei" userId="d19317889db4c986" providerId="LiveId" clId="{F15505DA-42AD-004A-8A54-CA73B652CA0C}" dt="2022-12-14T06:14:11.791" v="579" actId="20577"/>
          <ac:spMkLst>
            <pc:docMk/>
            <pc:sldMk cId="1985270099" sldId="426"/>
            <ac:spMk id="2" creationId="{1B90AC8C-F8EC-B1AB-E94D-43789AD82C51}"/>
          </ac:spMkLst>
        </pc:spChg>
        <pc:spChg chg="mod">
          <ac:chgData name="Zheng Fei" userId="d19317889db4c986" providerId="LiveId" clId="{F15505DA-42AD-004A-8A54-CA73B652CA0C}" dt="2022-12-14T06:13:57.456" v="560" actId="1036"/>
          <ac:spMkLst>
            <pc:docMk/>
            <pc:sldMk cId="1985270099" sldId="426"/>
            <ac:spMk id="9" creationId="{67F2BDDC-DA9A-6347-B3BE-2EF31ECE9D96}"/>
          </ac:spMkLst>
        </pc:spChg>
        <pc:spChg chg="mod">
          <ac:chgData name="Zheng Fei" userId="d19317889db4c986" providerId="LiveId" clId="{F15505DA-42AD-004A-8A54-CA73B652CA0C}" dt="2022-12-14T06:13:57.456" v="560" actId="1036"/>
          <ac:spMkLst>
            <pc:docMk/>
            <pc:sldMk cId="1985270099" sldId="426"/>
            <ac:spMk id="11" creationId="{C8F125C6-4F64-D340-957B-FB7167A9D034}"/>
          </ac:spMkLst>
        </pc:spChg>
        <pc:spChg chg="mod">
          <ac:chgData name="Zheng Fei" userId="d19317889db4c986" providerId="LiveId" clId="{F15505DA-42AD-004A-8A54-CA73B652CA0C}" dt="2022-12-14T06:13:57.456" v="560" actId="1036"/>
          <ac:spMkLst>
            <pc:docMk/>
            <pc:sldMk cId="1985270099" sldId="426"/>
            <ac:spMk id="13" creationId="{83F3E840-33C5-CC45-8388-FE692E825BD0}"/>
          </ac:spMkLst>
        </pc:spChg>
        <pc:spChg chg="mod">
          <ac:chgData name="Zheng Fei" userId="d19317889db4c986" providerId="LiveId" clId="{F15505DA-42AD-004A-8A54-CA73B652CA0C}" dt="2022-12-14T06:13:54.470" v="557" actId="1076"/>
          <ac:spMkLst>
            <pc:docMk/>
            <pc:sldMk cId="1985270099" sldId="426"/>
            <ac:spMk id="15" creationId="{6FB86D4F-D39E-AD4A-A2E5-AFC7ADBB1F61}"/>
          </ac:spMkLst>
        </pc:spChg>
        <pc:spChg chg="del mod">
          <ac:chgData name="Zheng Fei" userId="d19317889db4c986" providerId="LiveId" clId="{F15505DA-42AD-004A-8A54-CA73B652CA0C}" dt="2022-12-14T05:58:34.907" v="291" actId="478"/>
          <ac:spMkLst>
            <pc:docMk/>
            <pc:sldMk cId="1985270099" sldId="426"/>
            <ac:spMk id="16" creationId="{328D4A10-B2DA-054D-81CC-28324394DA96}"/>
          </ac:spMkLst>
        </pc:spChg>
        <pc:graphicFrameChg chg="mod">
          <ac:chgData name="Zheng Fei" userId="d19317889db4c986" providerId="LiveId" clId="{F15505DA-42AD-004A-8A54-CA73B652CA0C}" dt="2022-12-14T06:13:59.521" v="561" actId="14100"/>
          <ac:graphicFrameMkLst>
            <pc:docMk/>
            <pc:sldMk cId="1985270099" sldId="426"/>
            <ac:graphicFrameMk id="10" creationId="{099096B1-A394-844E-A3EC-1AC1DB2C709F}"/>
          </ac:graphicFrameMkLst>
        </pc:graphicFrameChg>
        <pc:graphicFrameChg chg="mod">
          <ac:chgData name="Zheng Fei" userId="d19317889db4c986" providerId="LiveId" clId="{F15505DA-42AD-004A-8A54-CA73B652CA0C}" dt="2022-12-14T06:13:57.456" v="560" actId="1036"/>
          <ac:graphicFrameMkLst>
            <pc:docMk/>
            <pc:sldMk cId="1985270099" sldId="426"/>
            <ac:graphicFrameMk id="12" creationId="{E38D48BE-DFF7-834E-88B4-5B01442B4477}"/>
          </ac:graphicFrameMkLst>
        </pc:graphicFrameChg>
        <pc:graphicFrameChg chg="mod">
          <ac:chgData name="Zheng Fei" userId="d19317889db4c986" providerId="LiveId" clId="{F15505DA-42AD-004A-8A54-CA73B652CA0C}" dt="2022-12-14T06:14:04.205" v="562" actId="14100"/>
          <ac:graphicFrameMkLst>
            <pc:docMk/>
            <pc:sldMk cId="1985270099" sldId="426"/>
            <ac:graphicFrameMk id="14" creationId="{58F7A94B-D658-8F4D-86B9-C340C9A6FA5F}"/>
          </ac:graphicFrameMkLst>
        </pc:graphicFrameChg>
        <pc:picChg chg="mod">
          <ac:chgData name="Zheng Fei" userId="d19317889db4c986" providerId="LiveId" clId="{F15505DA-42AD-004A-8A54-CA73B652CA0C}" dt="2022-12-14T06:13:57.456" v="560" actId="1036"/>
          <ac:picMkLst>
            <pc:docMk/>
            <pc:sldMk cId="1985270099" sldId="426"/>
            <ac:picMk id="3" creationId="{F82AE836-CC7A-4E4D-BD28-B0202E61B0D7}"/>
          </ac:picMkLst>
        </pc:picChg>
        <pc:cxnChg chg="add mod">
          <ac:chgData name="Zheng Fei" userId="d19317889db4c986" providerId="LiveId" clId="{F15505DA-42AD-004A-8A54-CA73B652CA0C}" dt="2022-12-14T05:58:35.350" v="292"/>
          <ac:cxnSpMkLst>
            <pc:docMk/>
            <pc:sldMk cId="1985270099" sldId="426"/>
            <ac:cxnSpMk id="4" creationId="{47729A1F-6C09-F4F2-AC1C-B81CD74A6F4A}"/>
          </ac:cxnSpMkLst>
        </pc:cxnChg>
      </pc:sldChg>
      <pc:sldChg chg="addSp delSp modSp mod">
        <pc:chgData name="Zheng Fei" userId="d19317889db4c986" providerId="LiveId" clId="{F15505DA-42AD-004A-8A54-CA73B652CA0C}" dt="2022-12-14T06:09:11.805" v="473" actId="1076"/>
        <pc:sldMkLst>
          <pc:docMk/>
          <pc:sldMk cId="343483892" sldId="427"/>
        </pc:sldMkLst>
        <pc:spChg chg="add mod">
          <ac:chgData name="Zheng Fei" userId="d19317889db4c986" providerId="LiveId" clId="{F15505DA-42AD-004A-8A54-CA73B652CA0C}" dt="2022-12-14T05:58:24.143" v="286"/>
          <ac:spMkLst>
            <pc:docMk/>
            <pc:sldMk cId="343483892" sldId="427"/>
            <ac:spMk id="2" creationId="{797422E0-021B-21D9-A1F0-506BB69A1AE0}"/>
          </ac:spMkLst>
        </pc:spChg>
        <pc:spChg chg="mod">
          <ac:chgData name="Zheng Fei" userId="d19317889db4c986" providerId="LiveId" clId="{F15505DA-42AD-004A-8A54-CA73B652CA0C}" dt="2022-12-12T03:47:27.059" v="29"/>
          <ac:spMkLst>
            <pc:docMk/>
            <pc:sldMk cId="343483892" sldId="427"/>
            <ac:spMk id="4" creationId="{6C04C649-C748-8546-A2E5-25C6D4EB926C}"/>
          </ac:spMkLst>
        </pc:spChg>
        <pc:spChg chg="del mod">
          <ac:chgData name="Zheng Fei" userId="d19317889db4c986" providerId="LiveId" clId="{F15505DA-42AD-004A-8A54-CA73B652CA0C}" dt="2022-12-14T06:08:46.051" v="467" actId="478"/>
          <ac:spMkLst>
            <pc:docMk/>
            <pc:sldMk cId="343483892" sldId="427"/>
            <ac:spMk id="9" creationId="{DD1BDB07-3819-6645-BF3B-A464C98639CB}"/>
          </ac:spMkLst>
        </pc:spChg>
        <pc:spChg chg="mod">
          <ac:chgData name="Zheng Fei" userId="d19317889db4c986" providerId="LiveId" clId="{F15505DA-42AD-004A-8A54-CA73B652CA0C}" dt="2022-12-14T06:09:11.805" v="473" actId="1076"/>
          <ac:spMkLst>
            <pc:docMk/>
            <pc:sldMk cId="343483892" sldId="427"/>
            <ac:spMk id="15" creationId="{013F3BEA-E8FE-1243-9A9B-C81BD218FFEF}"/>
          </ac:spMkLst>
        </pc:spChg>
        <pc:spChg chg="del mod">
          <ac:chgData name="Zheng Fei" userId="d19317889db4c986" providerId="LiveId" clId="{F15505DA-42AD-004A-8A54-CA73B652CA0C}" dt="2022-12-14T05:58:23.658" v="285" actId="478"/>
          <ac:spMkLst>
            <pc:docMk/>
            <pc:sldMk cId="343483892" sldId="427"/>
            <ac:spMk id="16" creationId="{5FA2AF20-9DF1-CA46-A981-5402A79B5A87}"/>
          </ac:spMkLst>
        </pc:spChg>
        <pc:picChg chg="mod">
          <ac:chgData name="Zheng Fei" userId="d19317889db4c986" providerId="LiveId" clId="{F15505DA-42AD-004A-8A54-CA73B652CA0C}" dt="2022-12-14T06:08:47.874" v="468" actId="1076"/>
          <ac:picMkLst>
            <pc:docMk/>
            <pc:sldMk cId="343483892" sldId="427"/>
            <ac:picMk id="8" creationId="{12A4765B-4560-4A47-AF42-305AD1B24DDB}"/>
          </ac:picMkLst>
        </pc:picChg>
        <pc:picChg chg="mod">
          <ac:chgData name="Zheng Fei" userId="d19317889db4c986" providerId="LiveId" clId="{F15505DA-42AD-004A-8A54-CA73B652CA0C}" dt="2022-12-14T06:08:53.175" v="469" actId="1076"/>
          <ac:picMkLst>
            <pc:docMk/>
            <pc:sldMk cId="343483892" sldId="427"/>
            <ac:picMk id="11" creationId="{A9CF4841-D869-7843-9A14-BB17E58B8EC2}"/>
          </ac:picMkLst>
        </pc:picChg>
        <pc:picChg chg="mod">
          <ac:chgData name="Zheng Fei" userId="d19317889db4c986" providerId="LiveId" clId="{F15505DA-42AD-004A-8A54-CA73B652CA0C}" dt="2022-12-14T06:08:54.594" v="470" actId="1076"/>
          <ac:picMkLst>
            <pc:docMk/>
            <pc:sldMk cId="343483892" sldId="427"/>
            <ac:picMk id="13" creationId="{0177BA88-0EE1-A748-8B96-43447839E26E}"/>
          </ac:picMkLst>
        </pc:picChg>
        <pc:cxnChg chg="add mod">
          <ac:chgData name="Zheng Fei" userId="d19317889db4c986" providerId="LiveId" clId="{F15505DA-42AD-004A-8A54-CA73B652CA0C}" dt="2022-12-14T05:58:24.143" v="286"/>
          <ac:cxnSpMkLst>
            <pc:docMk/>
            <pc:sldMk cId="343483892" sldId="427"/>
            <ac:cxnSpMk id="3" creationId="{525F02AC-AD7C-71A2-2142-9B61F2576450}"/>
          </ac:cxnSpMkLst>
        </pc:cxnChg>
      </pc:sldChg>
      <pc:sldChg chg="del">
        <pc:chgData name="Zheng Fei" userId="d19317889db4c986" providerId="LiveId" clId="{F15505DA-42AD-004A-8A54-CA73B652CA0C}" dt="2022-12-12T03:46:28.123" v="3" actId="2696"/>
        <pc:sldMkLst>
          <pc:docMk/>
          <pc:sldMk cId="71683781" sldId="429"/>
        </pc:sldMkLst>
      </pc:sldChg>
      <pc:sldChg chg="addSp delSp modSp mod">
        <pc:chgData name="Zheng Fei" userId="d19317889db4c986" providerId="LiveId" clId="{F15505DA-42AD-004A-8A54-CA73B652CA0C}" dt="2022-12-14T06:12:55.066" v="537" actId="732"/>
        <pc:sldMkLst>
          <pc:docMk/>
          <pc:sldMk cId="1691338530" sldId="430"/>
        </pc:sldMkLst>
        <pc:spChg chg="mod">
          <ac:chgData name="Zheng Fei" userId="d19317889db4c986" providerId="LiveId" clId="{F15505DA-42AD-004A-8A54-CA73B652CA0C}" dt="2022-12-14T06:12:13.673" v="529" actId="1076"/>
          <ac:spMkLst>
            <pc:docMk/>
            <pc:sldMk cId="1691338530" sldId="430"/>
            <ac:spMk id="2" creationId="{E919B35C-DB46-444A-8595-C279EB7E04AC}"/>
          </ac:spMkLst>
        </pc:spChg>
        <pc:spChg chg="add mod">
          <ac:chgData name="Zheng Fei" userId="d19317889db4c986" providerId="LiveId" clId="{F15505DA-42AD-004A-8A54-CA73B652CA0C}" dt="2022-12-14T05:58:31.588" v="290"/>
          <ac:spMkLst>
            <pc:docMk/>
            <pc:sldMk cId="1691338530" sldId="430"/>
            <ac:spMk id="3" creationId="{2B6DA683-7081-FEE1-207F-0DC2338696DA}"/>
          </ac:spMkLst>
        </pc:spChg>
        <pc:spChg chg="del mod">
          <ac:chgData name="Zheng Fei" userId="d19317889db4c986" providerId="LiveId" clId="{F15505DA-42AD-004A-8A54-CA73B652CA0C}" dt="2022-12-14T05:58:31.146" v="289" actId="478"/>
          <ac:spMkLst>
            <pc:docMk/>
            <pc:sldMk cId="1691338530" sldId="430"/>
            <ac:spMk id="5" creationId="{CF4CE8BF-A5D0-4A32-B200-A63C14EF6221}"/>
          </ac:spMkLst>
        </pc:spChg>
        <pc:spChg chg="del mod">
          <ac:chgData name="Zheng Fei" userId="d19317889db4c986" providerId="LiveId" clId="{F15505DA-42AD-004A-8A54-CA73B652CA0C}" dt="2022-12-14T06:11:39.353" v="522" actId="478"/>
          <ac:spMkLst>
            <pc:docMk/>
            <pc:sldMk cId="1691338530" sldId="430"/>
            <ac:spMk id="7" creationId="{E6603336-981F-9647-83CF-E3CFC007A6B7}"/>
          </ac:spMkLst>
        </pc:spChg>
        <pc:spChg chg="add mod">
          <ac:chgData name="Zheng Fei" userId="d19317889db4c986" providerId="LiveId" clId="{F15505DA-42AD-004A-8A54-CA73B652CA0C}" dt="2022-12-14T06:12:25.301" v="535" actId="692"/>
          <ac:spMkLst>
            <pc:docMk/>
            <pc:sldMk cId="1691338530" sldId="430"/>
            <ac:spMk id="9" creationId="{73F5F277-6BA6-8A75-E679-19B14AE25017}"/>
          </ac:spMkLst>
        </pc:spChg>
        <pc:picChg chg="mod modCrop">
          <ac:chgData name="Zheng Fei" userId="d19317889db4c986" providerId="LiveId" clId="{F15505DA-42AD-004A-8A54-CA73B652CA0C}" dt="2022-12-14T06:12:55.066" v="537" actId="732"/>
          <ac:picMkLst>
            <pc:docMk/>
            <pc:sldMk cId="1691338530" sldId="430"/>
            <ac:picMk id="4" creationId="{DD689F74-1629-BD4C-9D22-C78E0D6D530C}"/>
          </ac:picMkLst>
        </pc:picChg>
        <pc:picChg chg="mod">
          <ac:chgData name="Zheng Fei" userId="d19317889db4c986" providerId="LiveId" clId="{F15505DA-42AD-004A-8A54-CA73B652CA0C}" dt="2022-12-14T06:11:41.972" v="523" actId="1076"/>
          <ac:picMkLst>
            <pc:docMk/>
            <pc:sldMk cId="1691338530" sldId="430"/>
            <ac:picMk id="6" creationId="{A7901993-B444-744F-992C-43398F11D140}"/>
          </ac:picMkLst>
        </pc:picChg>
        <pc:cxnChg chg="add mod">
          <ac:chgData name="Zheng Fei" userId="d19317889db4c986" providerId="LiveId" clId="{F15505DA-42AD-004A-8A54-CA73B652CA0C}" dt="2022-12-14T05:58:31.588" v="290"/>
          <ac:cxnSpMkLst>
            <pc:docMk/>
            <pc:sldMk cId="1691338530" sldId="430"/>
            <ac:cxnSpMk id="8" creationId="{8C95C808-D8C9-2A02-0890-B767BA42970D}"/>
          </ac:cxnSpMkLst>
        </pc:cxnChg>
      </pc:sldChg>
      <pc:sldChg chg="del">
        <pc:chgData name="Zheng Fei" userId="d19317889db4c986" providerId="LiveId" clId="{F15505DA-42AD-004A-8A54-CA73B652CA0C}" dt="2022-12-12T03:46:28.163" v="10" actId="2696"/>
        <pc:sldMkLst>
          <pc:docMk/>
          <pc:sldMk cId="3748940959" sldId="431"/>
        </pc:sldMkLst>
      </pc:sldChg>
      <pc:sldChg chg="del">
        <pc:chgData name="Zheng Fei" userId="d19317889db4c986" providerId="LiveId" clId="{F15505DA-42AD-004A-8A54-CA73B652CA0C}" dt="2022-12-12T03:46:28.095" v="1" actId="2696"/>
        <pc:sldMkLst>
          <pc:docMk/>
          <pc:sldMk cId="2421043722" sldId="433"/>
        </pc:sldMkLst>
      </pc:sldChg>
      <pc:sldChg chg="del">
        <pc:chgData name="Zheng Fei" userId="d19317889db4c986" providerId="LiveId" clId="{F15505DA-42AD-004A-8A54-CA73B652CA0C}" dt="2022-12-12T03:46:28.075" v="0" actId="2696"/>
        <pc:sldMkLst>
          <pc:docMk/>
          <pc:sldMk cId="1847116278" sldId="434"/>
        </pc:sldMkLst>
      </pc:sldChg>
      <pc:sldChg chg="addSp delSp modSp del mod">
        <pc:chgData name="Zheng Fei" userId="d19317889db4c986" providerId="LiveId" clId="{F15505DA-42AD-004A-8A54-CA73B652CA0C}" dt="2022-12-14T06:14:33.059" v="582" actId="2696"/>
        <pc:sldMkLst>
          <pc:docMk/>
          <pc:sldMk cId="2298298171" sldId="435"/>
        </pc:sldMkLst>
        <pc:spChg chg="del mod">
          <ac:chgData name="Zheng Fei" userId="d19317889db4c986" providerId="LiveId" clId="{F15505DA-42AD-004A-8A54-CA73B652CA0C}" dt="2022-12-14T05:58:39.406" v="293" actId="478"/>
          <ac:spMkLst>
            <pc:docMk/>
            <pc:sldMk cId="2298298171" sldId="435"/>
            <ac:spMk id="2" creationId="{02226945-ADD4-4688-AE9E-357122B8C72F}"/>
          </ac:spMkLst>
        </pc:spChg>
        <pc:spChg chg="mod">
          <ac:chgData name="Zheng Fei" userId="d19317889db4c986" providerId="LiveId" clId="{F15505DA-42AD-004A-8A54-CA73B652CA0C}" dt="2022-12-14T06:14:17.775" v="580"/>
          <ac:spMkLst>
            <pc:docMk/>
            <pc:sldMk cId="2298298171" sldId="435"/>
            <ac:spMk id="3" creationId="{BD1F0C78-207F-5343-BF0B-703770E14548}"/>
          </ac:spMkLst>
        </pc:spChg>
        <pc:spChg chg="mod">
          <ac:chgData name="Zheng Fei" userId="d19317889db4c986" providerId="LiveId" clId="{F15505DA-42AD-004A-8A54-CA73B652CA0C}" dt="2022-12-14T06:14:22.935" v="581"/>
          <ac:spMkLst>
            <pc:docMk/>
            <pc:sldMk cId="2298298171" sldId="435"/>
            <ac:spMk id="5" creationId="{233189B8-4D0E-664E-8FCE-3DAD813934A2}"/>
          </ac:spMkLst>
        </pc:spChg>
        <pc:spChg chg="add mod">
          <ac:chgData name="Zheng Fei" userId="d19317889db4c986" providerId="LiveId" clId="{F15505DA-42AD-004A-8A54-CA73B652CA0C}" dt="2022-12-14T05:58:39.826" v="294"/>
          <ac:spMkLst>
            <pc:docMk/>
            <pc:sldMk cId="2298298171" sldId="435"/>
            <ac:spMk id="6" creationId="{B20EE23D-9557-431A-084E-61D4915BD87D}"/>
          </ac:spMkLst>
        </pc:spChg>
        <pc:cxnChg chg="add mod">
          <ac:chgData name="Zheng Fei" userId="d19317889db4c986" providerId="LiveId" clId="{F15505DA-42AD-004A-8A54-CA73B652CA0C}" dt="2022-12-14T05:58:39.826" v="294"/>
          <ac:cxnSpMkLst>
            <pc:docMk/>
            <pc:sldMk cId="2298298171" sldId="435"/>
            <ac:cxnSpMk id="7" creationId="{ACA8E814-C400-7938-E5D3-55969D5DEDAD}"/>
          </ac:cxnSpMkLst>
        </pc:cxnChg>
      </pc:sldChg>
      <pc:sldChg chg="addSp delSp modSp mod">
        <pc:chgData name="Zheng Fei" userId="d19317889db4c986" providerId="LiveId" clId="{F15505DA-42AD-004A-8A54-CA73B652CA0C}" dt="2022-12-14T06:38:20.168" v="723" actId="1076"/>
        <pc:sldMkLst>
          <pc:docMk/>
          <pc:sldMk cId="3487854064" sldId="436"/>
        </pc:sldMkLst>
        <pc:spChg chg="del mod">
          <ac:chgData name="Zheng Fei" userId="d19317889db4c986" providerId="LiveId" clId="{F15505DA-42AD-004A-8A54-CA73B652CA0C}" dt="2022-12-14T05:58:42.867" v="295" actId="478"/>
          <ac:spMkLst>
            <pc:docMk/>
            <pc:sldMk cId="3487854064" sldId="436"/>
            <ac:spMk id="2" creationId="{02226945-ADD4-4688-AE9E-357122B8C72F}"/>
          </ac:spMkLst>
        </pc:spChg>
        <pc:spChg chg="mod">
          <ac:chgData name="Zheng Fei" userId="d19317889db4c986" providerId="LiveId" clId="{F15505DA-42AD-004A-8A54-CA73B652CA0C}" dt="2022-12-14T06:38:20.168" v="723" actId="1076"/>
          <ac:spMkLst>
            <pc:docMk/>
            <pc:sldMk cId="3487854064" sldId="436"/>
            <ac:spMk id="3" creationId="{9DAEE769-1A98-AD48-BEF8-3BC21F43452A}"/>
          </ac:spMkLst>
        </pc:spChg>
        <pc:spChg chg="add mod">
          <ac:chgData name="Zheng Fei" userId="d19317889db4c986" providerId="LiveId" clId="{F15505DA-42AD-004A-8A54-CA73B652CA0C}" dt="2022-12-14T05:58:43.271" v="296"/>
          <ac:spMkLst>
            <pc:docMk/>
            <pc:sldMk cId="3487854064" sldId="436"/>
            <ac:spMk id="4" creationId="{3278A165-0A59-F8E8-4981-7C68054F7917}"/>
          </ac:spMkLst>
        </pc:spChg>
        <pc:spChg chg="add mod">
          <ac:chgData name="Zheng Fei" userId="d19317889db4c986" providerId="LiveId" clId="{F15505DA-42AD-004A-8A54-CA73B652CA0C}" dt="2022-12-14T06:38:17.618" v="722" actId="1076"/>
          <ac:spMkLst>
            <pc:docMk/>
            <pc:sldMk cId="3487854064" sldId="436"/>
            <ac:spMk id="6" creationId="{A888806F-64C5-0AC2-FF2B-D9429F88A1F1}"/>
          </ac:spMkLst>
        </pc:spChg>
        <pc:cxnChg chg="add mod">
          <ac:chgData name="Zheng Fei" userId="d19317889db4c986" providerId="LiveId" clId="{F15505DA-42AD-004A-8A54-CA73B652CA0C}" dt="2022-12-14T05:58:43.271" v="296"/>
          <ac:cxnSpMkLst>
            <pc:docMk/>
            <pc:sldMk cId="3487854064" sldId="436"/>
            <ac:cxnSpMk id="5" creationId="{C252D113-CC90-8814-EBED-C0513D0A815E}"/>
          </ac:cxnSpMkLst>
        </pc:cxnChg>
      </pc:sldChg>
      <pc:sldChg chg="del">
        <pc:chgData name="Zheng Fei" userId="d19317889db4c986" providerId="LiveId" clId="{F15505DA-42AD-004A-8A54-CA73B652CA0C}" dt="2022-12-12T03:46:28.187" v="24" actId="2696"/>
        <pc:sldMkLst>
          <pc:docMk/>
          <pc:sldMk cId="0" sldId="437"/>
        </pc:sldMkLst>
      </pc:sldChg>
      <pc:sldChg chg="addSp delSp modSp mod">
        <pc:chgData name="Zheng Fei" userId="d19317889db4c986" providerId="LiveId" clId="{F15505DA-42AD-004A-8A54-CA73B652CA0C}" dt="2022-12-14T06:06:53.043" v="450" actId="1076"/>
        <pc:sldMkLst>
          <pc:docMk/>
          <pc:sldMk cId="3619639217" sldId="438"/>
        </pc:sldMkLst>
        <pc:spChg chg="add mod">
          <ac:chgData name="Zheng Fei" userId="d19317889db4c986" providerId="LiveId" clId="{F15505DA-42AD-004A-8A54-CA73B652CA0C}" dt="2022-12-14T05:58:14.039" v="282"/>
          <ac:spMkLst>
            <pc:docMk/>
            <pc:sldMk cId="3619639217" sldId="438"/>
            <ac:spMk id="4" creationId="{277288DC-E613-F17F-26DC-91CE96EC9CD1}"/>
          </ac:spMkLst>
        </pc:spChg>
        <pc:spChg chg="add del mod">
          <ac:chgData name="Zheng Fei" userId="d19317889db4c986" providerId="LiveId" clId="{F15505DA-42AD-004A-8A54-CA73B652CA0C}" dt="2022-12-14T06:05:44.014" v="430" actId="478"/>
          <ac:spMkLst>
            <pc:docMk/>
            <pc:sldMk cId="3619639217" sldId="438"/>
            <ac:spMk id="8" creationId="{EA5B7625-B15E-1AF4-4FFF-1A5451B260CF}"/>
          </ac:spMkLst>
        </pc:spChg>
        <pc:picChg chg="del mod">
          <ac:chgData name="Zheng Fei" userId="d19317889db4c986" providerId="LiveId" clId="{F15505DA-42AD-004A-8A54-CA73B652CA0C}" dt="2022-12-14T06:04:05.458" v="403" actId="21"/>
          <ac:picMkLst>
            <pc:docMk/>
            <pc:sldMk cId="3619639217" sldId="438"/>
            <ac:picMk id="2" creationId="{06E70EC3-7456-474E-ABBD-C755C93BA635}"/>
          </ac:picMkLst>
        </pc:picChg>
        <pc:picChg chg="mod">
          <ac:chgData name="Zheng Fei" userId="d19317889db4c986" providerId="LiveId" clId="{F15505DA-42AD-004A-8A54-CA73B652CA0C}" dt="2022-12-14T06:06:09.321" v="437" actId="552"/>
          <ac:picMkLst>
            <pc:docMk/>
            <pc:sldMk cId="3619639217" sldId="438"/>
            <ac:picMk id="3" creationId="{B8E2A2D8-2C85-4D10-B057-767F71F3C1D0}"/>
          </ac:picMkLst>
        </pc:picChg>
        <pc:picChg chg="mod modCrop">
          <ac:chgData name="Zheng Fei" userId="d19317889db4c986" providerId="LiveId" clId="{F15505DA-42AD-004A-8A54-CA73B652CA0C}" dt="2022-12-14T06:06:09.321" v="437" actId="552"/>
          <ac:picMkLst>
            <pc:docMk/>
            <pc:sldMk cId="3619639217" sldId="438"/>
            <ac:picMk id="5" creationId="{1D038657-497B-4B13-90AE-54BA1CEE8E7C}"/>
          </ac:picMkLst>
        </pc:picChg>
        <pc:picChg chg="mod">
          <ac:chgData name="Zheng Fei" userId="d19317889db4c986" providerId="LiveId" clId="{F15505DA-42AD-004A-8A54-CA73B652CA0C}" dt="2022-12-14T06:06:12.511" v="440" actId="1038"/>
          <ac:picMkLst>
            <pc:docMk/>
            <pc:sldMk cId="3619639217" sldId="438"/>
            <ac:picMk id="7" creationId="{7A7C1D86-51A6-4D26-ACFC-A1A0FA2CCA0B}"/>
          </ac:picMkLst>
        </pc:picChg>
        <pc:picChg chg="add mod modCrop">
          <ac:chgData name="Zheng Fei" userId="d19317889db4c986" providerId="LiveId" clId="{F15505DA-42AD-004A-8A54-CA73B652CA0C}" dt="2022-12-14T06:06:09.321" v="437" actId="552"/>
          <ac:picMkLst>
            <pc:docMk/>
            <pc:sldMk cId="3619639217" sldId="438"/>
            <ac:picMk id="9" creationId="{88312AB1-D2BF-73A4-9FCF-B56FA2D5A748}"/>
          </ac:picMkLst>
        </pc:picChg>
        <pc:cxnChg chg="add mod">
          <ac:chgData name="Zheng Fei" userId="d19317889db4c986" providerId="LiveId" clId="{F15505DA-42AD-004A-8A54-CA73B652CA0C}" dt="2022-12-14T05:58:14.039" v="282"/>
          <ac:cxnSpMkLst>
            <pc:docMk/>
            <pc:sldMk cId="3619639217" sldId="438"/>
            <ac:cxnSpMk id="6" creationId="{1BC26370-4F60-18DD-92F2-9F45B9C73A53}"/>
          </ac:cxnSpMkLst>
        </pc:cxnChg>
        <pc:cxnChg chg="add mod">
          <ac:chgData name="Zheng Fei" userId="d19317889db4c986" providerId="LiveId" clId="{F15505DA-42AD-004A-8A54-CA73B652CA0C}" dt="2022-12-14T06:06:37.591" v="446" actId="1035"/>
          <ac:cxnSpMkLst>
            <pc:docMk/>
            <pc:sldMk cId="3619639217" sldId="438"/>
            <ac:cxnSpMk id="11" creationId="{D9E28072-7E45-B4AB-73AF-68CE59FA5EBC}"/>
          </ac:cxnSpMkLst>
        </pc:cxnChg>
        <pc:cxnChg chg="add mod">
          <ac:chgData name="Zheng Fei" userId="d19317889db4c986" providerId="LiveId" clId="{F15505DA-42AD-004A-8A54-CA73B652CA0C}" dt="2022-12-14T06:06:45.825" v="448" actId="1076"/>
          <ac:cxnSpMkLst>
            <pc:docMk/>
            <pc:sldMk cId="3619639217" sldId="438"/>
            <ac:cxnSpMk id="12" creationId="{62603EC6-1A96-07F7-92B1-E0A1892080D3}"/>
          </ac:cxnSpMkLst>
        </pc:cxnChg>
        <pc:cxnChg chg="add mod">
          <ac:chgData name="Zheng Fei" userId="d19317889db4c986" providerId="LiveId" clId="{F15505DA-42AD-004A-8A54-CA73B652CA0C}" dt="2022-12-14T06:06:53.043" v="450" actId="1076"/>
          <ac:cxnSpMkLst>
            <pc:docMk/>
            <pc:sldMk cId="3619639217" sldId="438"/>
            <ac:cxnSpMk id="13" creationId="{A8A42EDB-14F3-506F-41FA-902EE0BB0DBB}"/>
          </ac:cxnSpMkLst>
        </pc:cxnChg>
      </pc:sldChg>
      <pc:sldChg chg="addSp delSp modSp mod">
        <pc:chgData name="Zheng Fei" userId="d19317889db4c986" providerId="LiveId" clId="{F15505DA-42AD-004A-8A54-CA73B652CA0C}" dt="2022-12-14T06:21:38.732" v="712" actId="9405"/>
        <pc:sldMkLst>
          <pc:docMk/>
          <pc:sldMk cId="3406065963" sldId="439"/>
        </pc:sldMkLst>
        <pc:spChg chg="del mod">
          <ac:chgData name="Zheng Fei" userId="d19317889db4c986" providerId="LiveId" clId="{F15505DA-42AD-004A-8A54-CA73B652CA0C}" dt="2022-12-14T05:58:46.575" v="297" actId="478"/>
          <ac:spMkLst>
            <pc:docMk/>
            <pc:sldMk cId="3406065963" sldId="439"/>
            <ac:spMk id="2" creationId="{984368C9-68F2-8349-8AD9-D9857C4912E0}"/>
          </ac:spMkLst>
        </pc:spChg>
        <pc:spChg chg="add mod">
          <ac:chgData name="Zheng Fei" userId="d19317889db4c986" providerId="LiveId" clId="{F15505DA-42AD-004A-8A54-CA73B652CA0C}" dt="2022-12-14T05:58:47.090" v="298"/>
          <ac:spMkLst>
            <pc:docMk/>
            <pc:sldMk cId="3406065963" sldId="439"/>
            <ac:spMk id="3" creationId="{E491F375-7E11-8289-EC82-CA60928A82AB}"/>
          </ac:spMkLst>
        </pc:spChg>
        <pc:spChg chg="mod">
          <ac:chgData name="Zheng Fei" userId="d19317889db4c986" providerId="LiveId" clId="{F15505DA-42AD-004A-8A54-CA73B652CA0C}" dt="2022-12-14T06:17:39.272" v="634"/>
          <ac:spMkLst>
            <pc:docMk/>
            <pc:sldMk cId="3406065963" sldId="439"/>
            <ac:spMk id="8" creationId="{217F5D87-65CB-D242-95C6-33F26CF50FCF}"/>
          </ac:spMkLst>
        </pc:spChg>
        <pc:picChg chg="mod">
          <ac:chgData name="Zheng Fei" userId="d19317889db4c986" providerId="LiveId" clId="{F15505DA-42AD-004A-8A54-CA73B652CA0C}" dt="2022-12-14T06:17:54.384" v="635"/>
          <ac:picMkLst>
            <pc:docMk/>
            <pc:sldMk cId="3406065963" sldId="439"/>
            <ac:picMk id="4" creationId="{E267B64B-E234-B240-A269-78248FEF4A87}"/>
          </ac:picMkLst>
        </pc:picChg>
        <pc:picChg chg="mod">
          <ac:chgData name="Zheng Fei" userId="d19317889db4c986" providerId="LiveId" clId="{F15505DA-42AD-004A-8A54-CA73B652CA0C}" dt="2022-12-14T06:17:59.004" v="636"/>
          <ac:picMkLst>
            <pc:docMk/>
            <pc:sldMk cId="3406065963" sldId="439"/>
            <ac:picMk id="5" creationId="{983B9655-8ACE-CD4D-AA04-DCBCFAEA5DC1}"/>
          </ac:picMkLst>
        </pc:picChg>
        <pc:picChg chg="mod">
          <ac:chgData name="Zheng Fei" userId="d19317889db4c986" providerId="LiveId" clId="{F15505DA-42AD-004A-8A54-CA73B652CA0C}" dt="2022-12-14T06:18:05.101" v="637"/>
          <ac:picMkLst>
            <pc:docMk/>
            <pc:sldMk cId="3406065963" sldId="439"/>
            <ac:picMk id="6" creationId="{CCACEAB5-826F-2240-BDF2-ECB966E432BD}"/>
          </ac:picMkLst>
        </pc:picChg>
        <pc:inkChg chg="add del">
          <ac:chgData name="Zheng Fei" userId="d19317889db4c986" providerId="LiveId" clId="{F15505DA-42AD-004A-8A54-CA73B652CA0C}" dt="2022-12-14T06:19:07.434" v="651" actId="9405"/>
          <ac:inkMkLst>
            <pc:docMk/>
            <pc:sldMk cId="3406065963" sldId="439"/>
            <ac:inkMk id="9" creationId="{2AFFE554-DDFE-A487-E489-64852D795C72}"/>
          </ac:inkMkLst>
        </pc:inkChg>
        <pc:inkChg chg="add del">
          <ac:chgData name="Zheng Fei" userId="d19317889db4c986" providerId="LiveId" clId="{F15505DA-42AD-004A-8A54-CA73B652CA0C}" dt="2022-12-14T06:19:06.535" v="650" actId="9405"/>
          <ac:inkMkLst>
            <pc:docMk/>
            <pc:sldMk cId="3406065963" sldId="439"/>
            <ac:inkMk id="10" creationId="{9411365D-D256-05C9-E609-AF59CB5E450E}"/>
          </ac:inkMkLst>
        </pc:inkChg>
        <pc:inkChg chg="add del">
          <ac:chgData name="Zheng Fei" userId="d19317889db4c986" providerId="LiveId" clId="{F15505DA-42AD-004A-8A54-CA73B652CA0C}" dt="2022-12-14T06:19:05.797" v="649" actId="9405"/>
          <ac:inkMkLst>
            <pc:docMk/>
            <pc:sldMk cId="3406065963" sldId="439"/>
            <ac:inkMk id="11" creationId="{F4A0BE14-EFDD-6662-FAA9-48BB4C850239}"/>
          </ac:inkMkLst>
        </pc:inkChg>
        <pc:inkChg chg="add del">
          <ac:chgData name="Zheng Fei" userId="d19317889db4c986" providerId="LiveId" clId="{F15505DA-42AD-004A-8A54-CA73B652CA0C}" dt="2022-12-14T06:19:04.907" v="648" actId="9405"/>
          <ac:inkMkLst>
            <pc:docMk/>
            <pc:sldMk cId="3406065963" sldId="439"/>
            <ac:inkMk id="12" creationId="{4BD8E228-5716-1AB0-9E67-A44CD7637474}"/>
          </ac:inkMkLst>
        </pc:inkChg>
        <pc:inkChg chg="add del">
          <ac:chgData name="Zheng Fei" userId="d19317889db4c986" providerId="LiveId" clId="{F15505DA-42AD-004A-8A54-CA73B652CA0C}" dt="2022-12-14T06:19:03.997" v="647" actId="9405"/>
          <ac:inkMkLst>
            <pc:docMk/>
            <pc:sldMk cId="3406065963" sldId="439"/>
            <ac:inkMk id="13" creationId="{01DE60C3-DF2B-7348-A90C-0E0BD29010A6}"/>
          </ac:inkMkLst>
        </pc:inkChg>
        <pc:inkChg chg="add del">
          <ac:chgData name="Zheng Fei" userId="d19317889db4c986" providerId="LiveId" clId="{F15505DA-42AD-004A-8A54-CA73B652CA0C}" dt="2022-12-14T06:19:02.350" v="646" actId="9405"/>
          <ac:inkMkLst>
            <pc:docMk/>
            <pc:sldMk cId="3406065963" sldId="439"/>
            <ac:inkMk id="14" creationId="{88200346-3D0D-9BA5-DD85-D405E418835B}"/>
          </ac:inkMkLst>
        </pc:inkChg>
        <pc:inkChg chg="add del">
          <ac:chgData name="Zheng Fei" userId="d19317889db4c986" providerId="LiveId" clId="{F15505DA-42AD-004A-8A54-CA73B652CA0C}" dt="2022-12-14T06:19:02.046" v="645" actId="9405"/>
          <ac:inkMkLst>
            <pc:docMk/>
            <pc:sldMk cId="3406065963" sldId="439"/>
            <ac:inkMk id="15" creationId="{6C655813-7166-A0F4-550D-B0AD4CF59566}"/>
          </ac:inkMkLst>
        </pc:inkChg>
        <pc:inkChg chg="add">
          <ac:chgData name="Zheng Fei" userId="d19317889db4c986" providerId="LiveId" clId="{F15505DA-42AD-004A-8A54-CA73B652CA0C}" dt="2022-12-14T06:19:19.505" v="652" actId="9405"/>
          <ac:inkMkLst>
            <pc:docMk/>
            <pc:sldMk cId="3406065963" sldId="439"/>
            <ac:inkMk id="16" creationId="{773DD220-0D47-BF76-E288-F7A514C58AC5}"/>
          </ac:inkMkLst>
        </pc:inkChg>
        <pc:inkChg chg="add">
          <ac:chgData name="Zheng Fei" userId="d19317889db4c986" providerId="LiveId" clId="{F15505DA-42AD-004A-8A54-CA73B652CA0C}" dt="2022-12-14T06:19:27.717" v="653" actId="9405"/>
          <ac:inkMkLst>
            <pc:docMk/>
            <pc:sldMk cId="3406065963" sldId="439"/>
            <ac:inkMk id="17" creationId="{7C2B9429-E1D0-77CA-D2BC-CF1D5643A060}"/>
          </ac:inkMkLst>
        </pc:inkChg>
        <pc:inkChg chg="add del">
          <ac:chgData name="Zheng Fei" userId="d19317889db4c986" providerId="LiveId" clId="{F15505DA-42AD-004A-8A54-CA73B652CA0C}" dt="2022-12-14T06:19:39.004" v="655" actId="9405"/>
          <ac:inkMkLst>
            <pc:docMk/>
            <pc:sldMk cId="3406065963" sldId="439"/>
            <ac:inkMk id="18" creationId="{63FB4664-D24B-1CE1-0586-D9119ACD1CC9}"/>
          </ac:inkMkLst>
        </pc:inkChg>
        <pc:inkChg chg="add">
          <ac:chgData name="Zheng Fei" userId="d19317889db4c986" providerId="LiveId" clId="{F15505DA-42AD-004A-8A54-CA73B652CA0C}" dt="2022-12-14T06:19:54.787" v="656" actId="9405"/>
          <ac:inkMkLst>
            <pc:docMk/>
            <pc:sldMk cId="3406065963" sldId="439"/>
            <ac:inkMk id="19" creationId="{BADB1C6A-18B6-60E4-CD3B-595311DC0726}"/>
          </ac:inkMkLst>
        </pc:inkChg>
        <pc:inkChg chg="add">
          <ac:chgData name="Zheng Fei" userId="d19317889db4c986" providerId="LiveId" clId="{F15505DA-42AD-004A-8A54-CA73B652CA0C}" dt="2022-12-14T06:19:55.835" v="657" actId="9405"/>
          <ac:inkMkLst>
            <pc:docMk/>
            <pc:sldMk cId="3406065963" sldId="439"/>
            <ac:inkMk id="20" creationId="{8A43342B-0D1F-1394-1A9C-60ADB664A99D}"/>
          </ac:inkMkLst>
        </pc:inkChg>
        <pc:inkChg chg="add">
          <ac:chgData name="Zheng Fei" userId="d19317889db4c986" providerId="LiveId" clId="{F15505DA-42AD-004A-8A54-CA73B652CA0C}" dt="2022-12-14T06:19:56.602" v="658" actId="9405"/>
          <ac:inkMkLst>
            <pc:docMk/>
            <pc:sldMk cId="3406065963" sldId="439"/>
            <ac:inkMk id="21" creationId="{6E13E817-A756-7C74-19A4-0565A6CDAFFC}"/>
          </ac:inkMkLst>
        </pc:inkChg>
        <pc:inkChg chg="add">
          <ac:chgData name="Zheng Fei" userId="d19317889db4c986" providerId="LiveId" clId="{F15505DA-42AD-004A-8A54-CA73B652CA0C}" dt="2022-12-14T06:20:01.902" v="659" actId="9405"/>
          <ac:inkMkLst>
            <pc:docMk/>
            <pc:sldMk cId="3406065963" sldId="439"/>
            <ac:inkMk id="22" creationId="{4C0990DB-C571-7AC2-8A36-B38A4A30CB97}"/>
          </ac:inkMkLst>
        </pc:inkChg>
        <pc:inkChg chg="add del">
          <ac:chgData name="Zheng Fei" userId="d19317889db4c986" providerId="LiveId" clId="{F15505DA-42AD-004A-8A54-CA73B652CA0C}" dt="2022-12-14T06:20:10.384" v="661" actId="9405"/>
          <ac:inkMkLst>
            <pc:docMk/>
            <pc:sldMk cId="3406065963" sldId="439"/>
            <ac:inkMk id="23" creationId="{AFB2AB3F-3E3F-BD36-74B1-37417E751339}"/>
          </ac:inkMkLst>
        </pc:inkChg>
        <pc:inkChg chg="add">
          <ac:chgData name="Zheng Fei" userId="d19317889db4c986" providerId="LiveId" clId="{F15505DA-42AD-004A-8A54-CA73B652CA0C}" dt="2022-12-14T06:20:17.500" v="662" actId="9405"/>
          <ac:inkMkLst>
            <pc:docMk/>
            <pc:sldMk cId="3406065963" sldId="439"/>
            <ac:inkMk id="24" creationId="{DAAAA2E5-707D-956A-7D09-DA7A1A433D2E}"/>
          </ac:inkMkLst>
        </pc:inkChg>
        <pc:inkChg chg="add">
          <ac:chgData name="Zheng Fei" userId="d19317889db4c986" providerId="LiveId" clId="{F15505DA-42AD-004A-8A54-CA73B652CA0C}" dt="2022-12-14T06:20:18.400" v="663" actId="9405"/>
          <ac:inkMkLst>
            <pc:docMk/>
            <pc:sldMk cId="3406065963" sldId="439"/>
            <ac:inkMk id="25" creationId="{9885C30A-5963-1EA6-7BC5-D95E0DF0380E}"/>
          </ac:inkMkLst>
        </pc:inkChg>
        <pc:inkChg chg="add">
          <ac:chgData name="Zheng Fei" userId="d19317889db4c986" providerId="LiveId" clId="{F15505DA-42AD-004A-8A54-CA73B652CA0C}" dt="2022-12-14T06:20:22.671" v="664" actId="9405"/>
          <ac:inkMkLst>
            <pc:docMk/>
            <pc:sldMk cId="3406065963" sldId="439"/>
            <ac:inkMk id="26" creationId="{8D2C16DD-4486-5F85-66A5-DD3ED618B9A4}"/>
          </ac:inkMkLst>
        </pc:inkChg>
        <pc:inkChg chg="add del">
          <ac:chgData name="Zheng Fei" userId="d19317889db4c986" providerId="LiveId" clId="{F15505DA-42AD-004A-8A54-CA73B652CA0C}" dt="2022-12-14T06:20:28.348" v="666" actId="9405"/>
          <ac:inkMkLst>
            <pc:docMk/>
            <pc:sldMk cId="3406065963" sldId="439"/>
            <ac:inkMk id="27" creationId="{53FD2DC6-5DA0-A9A5-7A55-71E4C544B905}"/>
          </ac:inkMkLst>
        </pc:inkChg>
        <pc:inkChg chg="add">
          <ac:chgData name="Zheng Fei" userId="d19317889db4c986" providerId="LiveId" clId="{F15505DA-42AD-004A-8A54-CA73B652CA0C}" dt="2022-12-14T06:20:37.766" v="667" actId="9405"/>
          <ac:inkMkLst>
            <pc:docMk/>
            <pc:sldMk cId="3406065963" sldId="439"/>
            <ac:inkMk id="28" creationId="{DDAD1D2B-8BBB-305D-0F88-6A5FE832DAF0}"/>
          </ac:inkMkLst>
        </pc:inkChg>
        <pc:inkChg chg="add">
          <ac:chgData name="Zheng Fei" userId="d19317889db4c986" providerId="LiveId" clId="{F15505DA-42AD-004A-8A54-CA73B652CA0C}" dt="2022-12-14T06:20:38.864" v="668" actId="9405"/>
          <ac:inkMkLst>
            <pc:docMk/>
            <pc:sldMk cId="3406065963" sldId="439"/>
            <ac:inkMk id="29" creationId="{0A326B8B-071E-8D34-4CCA-5209BEB75AEC}"/>
          </ac:inkMkLst>
        </pc:inkChg>
        <pc:inkChg chg="add">
          <ac:chgData name="Zheng Fei" userId="d19317889db4c986" providerId="LiveId" clId="{F15505DA-42AD-004A-8A54-CA73B652CA0C}" dt="2022-12-14T06:20:39.816" v="669" actId="9405"/>
          <ac:inkMkLst>
            <pc:docMk/>
            <pc:sldMk cId="3406065963" sldId="439"/>
            <ac:inkMk id="30" creationId="{5F042E85-49BC-A679-B93E-3ACB916CBFED}"/>
          </ac:inkMkLst>
        </pc:inkChg>
        <pc:inkChg chg="add">
          <ac:chgData name="Zheng Fei" userId="d19317889db4c986" providerId="LiveId" clId="{F15505DA-42AD-004A-8A54-CA73B652CA0C}" dt="2022-12-14T06:20:40.666" v="670" actId="9405"/>
          <ac:inkMkLst>
            <pc:docMk/>
            <pc:sldMk cId="3406065963" sldId="439"/>
            <ac:inkMk id="31" creationId="{4A27E40F-6FAE-A1DE-DCFE-EB28BC26045C}"/>
          </ac:inkMkLst>
        </pc:inkChg>
        <pc:inkChg chg="add">
          <ac:chgData name="Zheng Fei" userId="d19317889db4c986" providerId="LiveId" clId="{F15505DA-42AD-004A-8A54-CA73B652CA0C}" dt="2022-12-14T06:20:43.084" v="671" actId="9405"/>
          <ac:inkMkLst>
            <pc:docMk/>
            <pc:sldMk cId="3406065963" sldId="439"/>
            <ac:inkMk id="32" creationId="{3517D7D6-2746-437F-767D-EA3B30B6E3F5}"/>
          </ac:inkMkLst>
        </pc:inkChg>
        <pc:inkChg chg="add">
          <ac:chgData name="Zheng Fei" userId="d19317889db4c986" providerId="LiveId" clId="{F15505DA-42AD-004A-8A54-CA73B652CA0C}" dt="2022-12-14T06:20:44.385" v="672" actId="9405"/>
          <ac:inkMkLst>
            <pc:docMk/>
            <pc:sldMk cId="3406065963" sldId="439"/>
            <ac:inkMk id="33" creationId="{684277F1-9595-6747-2542-FFC4E4D7E5C5}"/>
          </ac:inkMkLst>
        </pc:inkChg>
        <pc:inkChg chg="add">
          <ac:chgData name="Zheng Fei" userId="d19317889db4c986" providerId="LiveId" clId="{F15505DA-42AD-004A-8A54-CA73B652CA0C}" dt="2022-12-14T06:20:45.800" v="673" actId="9405"/>
          <ac:inkMkLst>
            <pc:docMk/>
            <pc:sldMk cId="3406065963" sldId="439"/>
            <ac:inkMk id="34" creationId="{133FB4E5-F438-178B-82F8-067208CB5C1B}"/>
          </ac:inkMkLst>
        </pc:inkChg>
        <pc:inkChg chg="add">
          <ac:chgData name="Zheng Fei" userId="d19317889db4c986" providerId="LiveId" clId="{F15505DA-42AD-004A-8A54-CA73B652CA0C}" dt="2022-12-14T06:20:47" v="674" actId="9405"/>
          <ac:inkMkLst>
            <pc:docMk/>
            <pc:sldMk cId="3406065963" sldId="439"/>
            <ac:inkMk id="35" creationId="{CC3DD735-0BAD-FDB7-5A9D-2DB324C6A8BB}"/>
          </ac:inkMkLst>
        </pc:inkChg>
        <pc:inkChg chg="add">
          <ac:chgData name="Zheng Fei" userId="d19317889db4c986" providerId="LiveId" clId="{F15505DA-42AD-004A-8A54-CA73B652CA0C}" dt="2022-12-14T06:20:48.651" v="675" actId="9405"/>
          <ac:inkMkLst>
            <pc:docMk/>
            <pc:sldMk cId="3406065963" sldId="439"/>
            <ac:inkMk id="36" creationId="{0711CC2D-95F7-E333-28B4-48827F6D93C5}"/>
          </ac:inkMkLst>
        </pc:inkChg>
        <pc:inkChg chg="add">
          <ac:chgData name="Zheng Fei" userId="d19317889db4c986" providerId="LiveId" clId="{F15505DA-42AD-004A-8A54-CA73B652CA0C}" dt="2022-12-14T06:20:54.884" v="676" actId="9405"/>
          <ac:inkMkLst>
            <pc:docMk/>
            <pc:sldMk cId="3406065963" sldId="439"/>
            <ac:inkMk id="37" creationId="{EDEA6982-0CB0-EDCB-394B-1907ED5A32F6}"/>
          </ac:inkMkLst>
        </pc:inkChg>
        <pc:inkChg chg="add">
          <ac:chgData name="Zheng Fei" userId="d19317889db4c986" providerId="LiveId" clId="{F15505DA-42AD-004A-8A54-CA73B652CA0C}" dt="2022-12-14T06:20:56.506" v="677" actId="9405"/>
          <ac:inkMkLst>
            <pc:docMk/>
            <pc:sldMk cId="3406065963" sldId="439"/>
            <ac:inkMk id="38" creationId="{D1B2B818-AF48-7CB6-9A02-36B9EB0DF830}"/>
          </ac:inkMkLst>
        </pc:inkChg>
        <pc:inkChg chg="add">
          <ac:chgData name="Zheng Fei" userId="d19317889db4c986" providerId="LiveId" clId="{F15505DA-42AD-004A-8A54-CA73B652CA0C}" dt="2022-12-14T06:20:57.549" v="678" actId="9405"/>
          <ac:inkMkLst>
            <pc:docMk/>
            <pc:sldMk cId="3406065963" sldId="439"/>
            <ac:inkMk id="39" creationId="{31E79A74-FCB9-7C25-6A45-2FAE0AF64CE4}"/>
          </ac:inkMkLst>
        </pc:inkChg>
        <pc:inkChg chg="add">
          <ac:chgData name="Zheng Fei" userId="d19317889db4c986" providerId="LiveId" clId="{F15505DA-42AD-004A-8A54-CA73B652CA0C}" dt="2022-12-14T06:20:58.632" v="679" actId="9405"/>
          <ac:inkMkLst>
            <pc:docMk/>
            <pc:sldMk cId="3406065963" sldId="439"/>
            <ac:inkMk id="40" creationId="{71B4DB58-14FA-A9B4-67D7-A4C866D3591A}"/>
          </ac:inkMkLst>
        </pc:inkChg>
        <pc:inkChg chg="add">
          <ac:chgData name="Zheng Fei" userId="d19317889db4c986" providerId="LiveId" clId="{F15505DA-42AD-004A-8A54-CA73B652CA0C}" dt="2022-12-14T06:21:00.280" v="680" actId="9405"/>
          <ac:inkMkLst>
            <pc:docMk/>
            <pc:sldMk cId="3406065963" sldId="439"/>
            <ac:inkMk id="41" creationId="{21F0A52F-8EBC-DD58-230A-72FE1C511456}"/>
          </ac:inkMkLst>
        </pc:inkChg>
        <pc:inkChg chg="add">
          <ac:chgData name="Zheng Fei" userId="d19317889db4c986" providerId="LiveId" clId="{F15505DA-42AD-004A-8A54-CA73B652CA0C}" dt="2022-12-14T06:21:02.520" v="681" actId="9405"/>
          <ac:inkMkLst>
            <pc:docMk/>
            <pc:sldMk cId="3406065963" sldId="439"/>
            <ac:inkMk id="42" creationId="{FA686492-3870-7A3D-5F77-542615BD6ACB}"/>
          </ac:inkMkLst>
        </pc:inkChg>
        <pc:inkChg chg="add">
          <ac:chgData name="Zheng Fei" userId="d19317889db4c986" providerId="LiveId" clId="{F15505DA-42AD-004A-8A54-CA73B652CA0C}" dt="2022-12-14T06:21:03.749" v="682" actId="9405"/>
          <ac:inkMkLst>
            <pc:docMk/>
            <pc:sldMk cId="3406065963" sldId="439"/>
            <ac:inkMk id="43" creationId="{827E7B1D-41CE-3B7E-0C3C-B19CEA5EE430}"/>
          </ac:inkMkLst>
        </pc:inkChg>
        <pc:inkChg chg="add">
          <ac:chgData name="Zheng Fei" userId="d19317889db4c986" providerId="LiveId" clId="{F15505DA-42AD-004A-8A54-CA73B652CA0C}" dt="2022-12-14T06:21:05.233" v="683" actId="9405"/>
          <ac:inkMkLst>
            <pc:docMk/>
            <pc:sldMk cId="3406065963" sldId="439"/>
            <ac:inkMk id="44" creationId="{3CC8AFF7-C123-7B1E-3A26-3C1DB34DCC26}"/>
          </ac:inkMkLst>
        </pc:inkChg>
        <pc:inkChg chg="add del">
          <ac:chgData name="Zheng Fei" userId="d19317889db4c986" providerId="LiveId" clId="{F15505DA-42AD-004A-8A54-CA73B652CA0C}" dt="2022-12-14T06:21:08.035" v="685" actId="9405"/>
          <ac:inkMkLst>
            <pc:docMk/>
            <pc:sldMk cId="3406065963" sldId="439"/>
            <ac:inkMk id="45" creationId="{1D664D41-1D37-50C3-0764-F821D009A2F5}"/>
          </ac:inkMkLst>
        </pc:inkChg>
        <pc:inkChg chg="add">
          <ac:chgData name="Zheng Fei" userId="d19317889db4c986" providerId="LiveId" clId="{F15505DA-42AD-004A-8A54-CA73B652CA0C}" dt="2022-12-14T06:21:10.607" v="686" actId="9405"/>
          <ac:inkMkLst>
            <pc:docMk/>
            <pc:sldMk cId="3406065963" sldId="439"/>
            <ac:inkMk id="46" creationId="{8E0C4E27-E3FA-82CC-95D6-F4BEFAC4F280}"/>
          </ac:inkMkLst>
        </pc:inkChg>
        <pc:inkChg chg="add">
          <ac:chgData name="Zheng Fei" userId="d19317889db4c986" providerId="LiveId" clId="{F15505DA-42AD-004A-8A54-CA73B652CA0C}" dt="2022-12-14T06:21:11.297" v="687" actId="9405"/>
          <ac:inkMkLst>
            <pc:docMk/>
            <pc:sldMk cId="3406065963" sldId="439"/>
            <ac:inkMk id="47" creationId="{CC12D173-265E-12FC-FECE-EBA7FC7E5AC6}"/>
          </ac:inkMkLst>
        </pc:inkChg>
        <pc:inkChg chg="add">
          <ac:chgData name="Zheng Fei" userId="d19317889db4c986" providerId="LiveId" clId="{F15505DA-42AD-004A-8A54-CA73B652CA0C}" dt="2022-12-14T06:21:12.069" v="688" actId="9405"/>
          <ac:inkMkLst>
            <pc:docMk/>
            <pc:sldMk cId="3406065963" sldId="439"/>
            <ac:inkMk id="48" creationId="{07CD88B9-9049-5789-23DA-59115DB1D85A}"/>
          </ac:inkMkLst>
        </pc:inkChg>
        <pc:inkChg chg="add">
          <ac:chgData name="Zheng Fei" userId="d19317889db4c986" providerId="LiveId" clId="{F15505DA-42AD-004A-8A54-CA73B652CA0C}" dt="2022-12-14T06:21:12.916" v="689" actId="9405"/>
          <ac:inkMkLst>
            <pc:docMk/>
            <pc:sldMk cId="3406065963" sldId="439"/>
            <ac:inkMk id="49" creationId="{B19E0D49-A428-B0C8-C90F-29E07ABC4129}"/>
          </ac:inkMkLst>
        </pc:inkChg>
        <pc:inkChg chg="add">
          <ac:chgData name="Zheng Fei" userId="d19317889db4c986" providerId="LiveId" clId="{F15505DA-42AD-004A-8A54-CA73B652CA0C}" dt="2022-12-14T06:21:13.682" v="690" actId="9405"/>
          <ac:inkMkLst>
            <pc:docMk/>
            <pc:sldMk cId="3406065963" sldId="439"/>
            <ac:inkMk id="50" creationId="{BF65BA8C-7469-5C6C-455B-ACF7CBB83324}"/>
          </ac:inkMkLst>
        </pc:inkChg>
        <pc:inkChg chg="add">
          <ac:chgData name="Zheng Fei" userId="d19317889db4c986" providerId="LiveId" clId="{F15505DA-42AD-004A-8A54-CA73B652CA0C}" dt="2022-12-14T06:21:14.400" v="691" actId="9405"/>
          <ac:inkMkLst>
            <pc:docMk/>
            <pc:sldMk cId="3406065963" sldId="439"/>
            <ac:inkMk id="51" creationId="{A6D28BAD-D54E-FF4A-12E8-8A5997576FD2}"/>
          </ac:inkMkLst>
        </pc:inkChg>
        <pc:inkChg chg="add">
          <ac:chgData name="Zheng Fei" userId="d19317889db4c986" providerId="LiveId" clId="{F15505DA-42AD-004A-8A54-CA73B652CA0C}" dt="2022-12-14T06:21:15.188" v="692" actId="9405"/>
          <ac:inkMkLst>
            <pc:docMk/>
            <pc:sldMk cId="3406065963" sldId="439"/>
            <ac:inkMk id="52" creationId="{F794FB3F-DF3B-5AFB-321B-FAF3CFEF2037}"/>
          </ac:inkMkLst>
        </pc:inkChg>
        <pc:inkChg chg="add">
          <ac:chgData name="Zheng Fei" userId="d19317889db4c986" providerId="LiveId" clId="{F15505DA-42AD-004A-8A54-CA73B652CA0C}" dt="2022-12-14T06:21:15.965" v="693" actId="9405"/>
          <ac:inkMkLst>
            <pc:docMk/>
            <pc:sldMk cId="3406065963" sldId="439"/>
            <ac:inkMk id="53" creationId="{583E4D01-FA03-30E6-BCAA-55BAFF33D5CE}"/>
          </ac:inkMkLst>
        </pc:inkChg>
        <pc:inkChg chg="add">
          <ac:chgData name="Zheng Fei" userId="d19317889db4c986" providerId="LiveId" clId="{F15505DA-42AD-004A-8A54-CA73B652CA0C}" dt="2022-12-14T06:21:17.052" v="694" actId="9405"/>
          <ac:inkMkLst>
            <pc:docMk/>
            <pc:sldMk cId="3406065963" sldId="439"/>
            <ac:inkMk id="54" creationId="{CABACD05-E733-FDCE-7C6E-33F9F811C934}"/>
          </ac:inkMkLst>
        </pc:inkChg>
        <pc:inkChg chg="add">
          <ac:chgData name="Zheng Fei" userId="d19317889db4c986" providerId="LiveId" clId="{F15505DA-42AD-004A-8A54-CA73B652CA0C}" dt="2022-12-14T06:21:17.834" v="695" actId="9405"/>
          <ac:inkMkLst>
            <pc:docMk/>
            <pc:sldMk cId="3406065963" sldId="439"/>
            <ac:inkMk id="55" creationId="{4DCD59A3-4D67-2188-94C0-D02D2EF5FDA3}"/>
          </ac:inkMkLst>
        </pc:inkChg>
        <pc:inkChg chg="add">
          <ac:chgData name="Zheng Fei" userId="d19317889db4c986" providerId="LiveId" clId="{F15505DA-42AD-004A-8A54-CA73B652CA0C}" dt="2022-12-14T06:21:18.852" v="696" actId="9405"/>
          <ac:inkMkLst>
            <pc:docMk/>
            <pc:sldMk cId="3406065963" sldId="439"/>
            <ac:inkMk id="56" creationId="{833FA00C-26A7-2B6F-E34A-BEC042EEC2C4}"/>
          </ac:inkMkLst>
        </pc:inkChg>
        <pc:inkChg chg="add">
          <ac:chgData name="Zheng Fei" userId="d19317889db4c986" providerId="LiveId" clId="{F15505DA-42AD-004A-8A54-CA73B652CA0C}" dt="2022-12-14T06:21:19.872" v="697" actId="9405"/>
          <ac:inkMkLst>
            <pc:docMk/>
            <pc:sldMk cId="3406065963" sldId="439"/>
            <ac:inkMk id="57" creationId="{67980605-8D4D-EB88-BCEA-F1D7527D843A}"/>
          </ac:inkMkLst>
        </pc:inkChg>
        <pc:inkChg chg="add">
          <ac:chgData name="Zheng Fei" userId="d19317889db4c986" providerId="LiveId" clId="{F15505DA-42AD-004A-8A54-CA73B652CA0C}" dt="2022-12-14T06:21:22.063" v="698" actId="9405"/>
          <ac:inkMkLst>
            <pc:docMk/>
            <pc:sldMk cId="3406065963" sldId="439"/>
            <ac:inkMk id="58" creationId="{557B144D-75FD-A0E5-9E95-E2BBA97F1A28}"/>
          </ac:inkMkLst>
        </pc:inkChg>
        <pc:inkChg chg="add">
          <ac:chgData name="Zheng Fei" userId="d19317889db4c986" providerId="LiveId" clId="{F15505DA-42AD-004A-8A54-CA73B652CA0C}" dt="2022-12-14T06:21:24.284" v="699" actId="9405"/>
          <ac:inkMkLst>
            <pc:docMk/>
            <pc:sldMk cId="3406065963" sldId="439"/>
            <ac:inkMk id="59" creationId="{8908706F-E37B-7462-9CFF-6B4D81153FED}"/>
          </ac:inkMkLst>
        </pc:inkChg>
        <pc:inkChg chg="add">
          <ac:chgData name="Zheng Fei" userId="d19317889db4c986" providerId="LiveId" clId="{F15505DA-42AD-004A-8A54-CA73B652CA0C}" dt="2022-12-14T06:21:25.153" v="700" actId="9405"/>
          <ac:inkMkLst>
            <pc:docMk/>
            <pc:sldMk cId="3406065963" sldId="439"/>
            <ac:inkMk id="60" creationId="{DD22C3B0-EB04-AA8D-2A1D-8FBE9D7E160C}"/>
          </ac:inkMkLst>
        </pc:inkChg>
        <pc:inkChg chg="add">
          <ac:chgData name="Zheng Fei" userId="d19317889db4c986" providerId="LiveId" clId="{F15505DA-42AD-004A-8A54-CA73B652CA0C}" dt="2022-12-14T06:21:27.267" v="701" actId="9405"/>
          <ac:inkMkLst>
            <pc:docMk/>
            <pc:sldMk cId="3406065963" sldId="439"/>
            <ac:inkMk id="61" creationId="{5F0EEB35-2CFC-4DFF-F73A-5EE3BF6F96A2}"/>
          </ac:inkMkLst>
        </pc:inkChg>
        <pc:inkChg chg="add">
          <ac:chgData name="Zheng Fei" userId="d19317889db4c986" providerId="LiveId" clId="{F15505DA-42AD-004A-8A54-CA73B652CA0C}" dt="2022-12-14T06:21:28.599" v="702" actId="9405"/>
          <ac:inkMkLst>
            <pc:docMk/>
            <pc:sldMk cId="3406065963" sldId="439"/>
            <ac:inkMk id="62" creationId="{3EF6F84A-FDB1-2054-4B41-021207812176}"/>
          </ac:inkMkLst>
        </pc:inkChg>
        <pc:inkChg chg="add">
          <ac:chgData name="Zheng Fei" userId="d19317889db4c986" providerId="LiveId" clId="{F15505DA-42AD-004A-8A54-CA73B652CA0C}" dt="2022-12-14T06:21:29.884" v="703" actId="9405"/>
          <ac:inkMkLst>
            <pc:docMk/>
            <pc:sldMk cId="3406065963" sldId="439"/>
            <ac:inkMk id="63" creationId="{65FB5624-CE58-8718-BD45-284C7E9D87DA}"/>
          </ac:inkMkLst>
        </pc:inkChg>
        <pc:inkChg chg="add">
          <ac:chgData name="Zheng Fei" userId="d19317889db4c986" providerId="LiveId" clId="{F15505DA-42AD-004A-8A54-CA73B652CA0C}" dt="2022-12-14T06:21:31.150" v="704" actId="9405"/>
          <ac:inkMkLst>
            <pc:docMk/>
            <pc:sldMk cId="3406065963" sldId="439"/>
            <ac:inkMk id="64" creationId="{74245C9F-F1BB-23A6-EECC-D4D601A03ACE}"/>
          </ac:inkMkLst>
        </pc:inkChg>
        <pc:inkChg chg="add">
          <ac:chgData name="Zheng Fei" userId="d19317889db4c986" providerId="LiveId" clId="{F15505DA-42AD-004A-8A54-CA73B652CA0C}" dt="2022-12-14T06:21:32.097" v="705" actId="9405"/>
          <ac:inkMkLst>
            <pc:docMk/>
            <pc:sldMk cId="3406065963" sldId="439"/>
            <ac:inkMk id="65" creationId="{F3A75494-5408-AD69-54EC-25095B85E9A1}"/>
          </ac:inkMkLst>
        </pc:inkChg>
        <pc:inkChg chg="add">
          <ac:chgData name="Zheng Fei" userId="d19317889db4c986" providerId="LiveId" clId="{F15505DA-42AD-004A-8A54-CA73B652CA0C}" dt="2022-12-14T06:21:33.017" v="706" actId="9405"/>
          <ac:inkMkLst>
            <pc:docMk/>
            <pc:sldMk cId="3406065963" sldId="439"/>
            <ac:inkMk id="66" creationId="{93FAEC4F-A79E-6037-FDCC-16E684BF3416}"/>
          </ac:inkMkLst>
        </pc:inkChg>
        <pc:inkChg chg="add">
          <ac:chgData name="Zheng Fei" userId="d19317889db4c986" providerId="LiveId" clId="{F15505DA-42AD-004A-8A54-CA73B652CA0C}" dt="2022-12-14T06:21:33.561" v="707" actId="9405"/>
          <ac:inkMkLst>
            <pc:docMk/>
            <pc:sldMk cId="3406065963" sldId="439"/>
            <ac:inkMk id="67" creationId="{23341E36-CBFD-9CBE-13E1-8B4BC6E82E7F}"/>
          </ac:inkMkLst>
        </pc:inkChg>
        <pc:inkChg chg="add">
          <ac:chgData name="Zheng Fei" userId="d19317889db4c986" providerId="LiveId" clId="{F15505DA-42AD-004A-8A54-CA73B652CA0C}" dt="2022-12-14T06:21:34.435" v="708" actId="9405"/>
          <ac:inkMkLst>
            <pc:docMk/>
            <pc:sldMk cId="3406065963" sldId="439"/>
            <ac:inkMk id="68" creationId="{64B62DD6-1E21-2CAC-4E49-593363BB8CC0}"/>
          </ac:inkMkLst>
        </pc:inkChg>
        <pc:inkChg chg="add">
          <ac:chgData name="Zheng Fei" userId="d19317889db4c986" providerId="LiveId" clId="{F15505DA-42AD-004A-8A54-CA73B652CA0C}" dt="2022-12-14T06:21:35.435" v="709" actId="9405"/>
          <ac:inkMkLst>
            <pc:docMk/>
            <pc:sldMk cId="3406065963" sldId="439"/>
            <ac:inkMk id="69" creationId="{ADF9DDD5-074B-A7B0-88E1-5D07BE6D2607}"/>
          </ac:inkMkLst>
        </pc:inkChg>
        <pc:inkChg chg="add">
          <ac:chgData name="Zheng Fei" userId="d19317889db4c986" providerId="LiveId" clId="{F15505DA-42AD-004A-8A54-CA73B652CA0C}" dt="2022-12-14T06:21:36.272" v="710" actId="9405"/>
          <ac:inkMkLst>
            <pc:docMk/>
            <pc:sldMk cId="3406065963" sldId="439"/>
            <ac:inkMk id="70" creationId="{7514A700-9869-6894-1D6F-9229C4AC42C2}"/>
          </ac:inkMkLst>
        </pc:inkChg>
        <pc:inkChg chg="add">
          <ac:chgData name="Zheng Fei" userId="d19317889db4c986" providerId="LiveId" clId="{F15505DA-42AD-004A-8A54-CA73B652CA0C}" dt="2022-12-14T06:21:36.982" v="711" actId="9405"/>
          <ac:inkMkLst>
            <pc:docMk/>
            <pc:sldMk cId="3406065963" sldId="439"/>
            <ac:inkMk id="71" creationId="{E26FE994-09C1-6235-4322-E84707912B3E}"/>
          </ac:inkMkLst>
        </pc:inkChg>
        <pc:inkChg chg="add">
          <ac:chgData name="Zheng Fei" userId="d19317889db4c986" providerId="LiveId" clId="{F15505DA-42AD-004A-8A54-CA73B652CA0C}" dt="2022-12-14T06:21:38.732" v="712" actId="9405"/>
          <ac:inkMkLst>
            <pc:docMk/>
            <pc:sldMk cId="3406065963" sldId="439"/>
            <ac:inkMk id="72" creationId="{D897BA7D-A864-59C1-5C9A-3B5F12203762}"/>
          </ac:inkMkLst>
        </pc:inkChg>
        <pc:cxnChg chg="add mod">
          <ac:chgData name="Zheng Fei" userId="d19317889db4c986" providerId="LiveId" clId="{F15505DA-42AD-004A-8A54-CA73B652CA0C}" dt="2022-12-14T05:58:47.090" v="298"/>
          <ac:cxnSpMkLst>
            <pc:docMk/>
            <pc:sldMk cId="3406065963" sldId="439"/>
            <ac:cxnSpMk id="7" creationId="{B2C75042-FA88-92D1-1E8D-430999A710BD}"/>
          </ac:cxnSpMkLst>
        </pc:cxnChg>
      </pc:sldChg>
      <pc:sldChg chg="addSp modSp new mod">
        <pc:chgData name="Zheng Fei" userId="d19317889db4c986" providerId="LiveId" clId="{F15505DA-42AD-004A-8A54-CA73B652CA0C}" dt="2022-12-14T06:23:35.871" v="720" actId="1076"/>
        <pc:sldMkLst>
          <pc:docMk/>
          <pc:sldMk cId="482504578" sldId="440"/>
        </pc:sldMkLst>
        <pc:spChg chg="add mod">
          <ac:chgData name="Zheng Fei" userId="d19317889db4c986" providerId="LiveId" clId="{F15505DA-42AD-004A-8A54-CA73B652CA0C}" dt="2022-12-12T03:56:30.381" v="115" actId="2711"/>
          <ac:spMkLst>
            <pc:docMk/>
            <pc:sldMk cId="482504578" sldId="440"/>
            <ac:spMk id="2" creationId="{7434EBAD-2038-03F8-233A-EB1EFFF55C5E}"/>
          </ac:spMkLst>
        </pc:spChg>
        <pc:picChg chg="add mod">
          <ac:chgData name="Zheng Fei" userId="d19317889db4c986" providerId="LiveId" clId="{F15505DA-42AD-004A-8A54-CA73B652CA0C}" dt="2022-12-14T06:23:35.871" v="720" actId="1076"/>
          <ac:picMkLst>
            <pc:docMk/>
            <pc:sldMk cId="482504578" sldId="440"/>
            <ac:picMk id="5" creationId="{4A0A660C-C547-85AE-2C8D-E025161DC00F}"/>
          </ac:picMkLst>
        </pc:picChg>
        <pc:inkChg chg="add">
          <ac:chgData name="Zheng Fei" userId="d19317889db4c986" providerId="LiveId" clId="{F15505DA-42AD-004A-8A54-CA73B652CA0C}" dt="2022-12-14T06:21:59.162" v="713" actId="9405"/>
          <ac:inkMkLst>
            <pc:docMk/>
            <pc:sldMk cId="482504578" sldId="440"/>
            <ac:inkMk id="3" creationId="{9484FC7E-E083-ED99-6CA3-5A2B7194BC6F}"/>
          </ac:inkMkLst>
        </pc:inkChg>
      </pc:sldChg>
      <pc:sldChg chg="modSp add mod">
        <pc:chgData name="Zheng Fei" userId="d19317889db4c986" providerId="LiveId" clId="{F15505DA-42AD-004A-8A54-CA73B652CA0C}" dt="2022-12-12T03:57:28.826" v="220" actId="20577"/>
        <pc:sldMkLst>
          <pc:docMk/>
          <pc:sldMk cId="153643958" sldId="441"/>
        </pc:sldMkLst>
        <pc:spChg chg="mod">
          <ac:chgData name="Zheng Fei" userId="d19317889db4c986" providerId="LiveId" clId="{F15505DA-42AD-004A-8A54-CA73B652CA0C}" dt="2022-12-12T03:57:28.826" v="220" actId="20577"/>
          <ac:spMkLst>
            <pc:docMk/>
            <pc:sldMk cId="153643958" sldId="441"/>
            <ac:spMk id="2" creationId="{7434EBAD-2038-03F8-233A-EB1EFFF55C5E}"/>
          </ac:spMkLst>
        </pc:spChg>
      </pc:sldChg>
      <pc:sldChg chg="modSp add mod ord">
        <pc:chgData name="Zheng Fei" userId="d19317889db4c986" providerId="LiveId" clId="{F15505DA-42AD-004A-8A54-CA73B652CA0C}" dt="2022-12-12T03:57:15.285" v="167" actId="20577"/>
        <pc:sldMkLst>
          <pc:docMk/>
          <pc:sldMk cId="2244974780" sldId="442"/>
        </pc:sldMkLst>
        <pc:spChg chg="mod">
          <ac:chgData name="Zheng Fei" userId="d19317889db4c986" providerId="LiveId" clId="{F15505DA-42AD-004A-8A54-CA73B652CA0C}" dt="2022-12-12T03:57:15.285" v="167" actId="20577"/>
          <ac:spMkLst>
            <pc:docMk/>
            <pc:sldMk cId="2244974780" sldId="442"/>
            <ac:spMk id="2" creationId="{7434EBAD-2038-03F8-233A-EB1EFFF55C5E}"/>
          </ac:spMkLst>
        </pc:spChg>
      </pc:sldChg>
      <pc:sldChg chg="modSp add mod">
        <pc:chgData name="Zheng Fei" userId="d19317889db4c986" providerId="LiveId" clId="{F15505DA-42AD-004A-8A54-CA73B652CA0C}" dt="2022-12-12T03:57:37.095" v="237" actId="20577"/>
        <pc:sldMkLst>
          <pc:docMk/>
          <pc:sldMk cId="1083995" sldId="443"/>
        </pc:sldMkLst>
        <pc:spChg chg="mod">
          <ac:chgData name="Zheng Fei" userId="d19317889db4c986" providerId="LiveId" clId="{F15505DA-42AD-004A-8A54-CA73B652CA0C}" dt="2022-12-12T03:57:37.095" v="237" actId="20577"/>
          <ac:spMkLst>
            <pc:docMk/>
            <pc:sldMk cId="1083995" sldId="443"/>
            <ac:spMk id="2" creationId="{7434EBAD-2038-03F8-233A-EB1EFFF55C5E}"/>
          </ac:spMkLst>
        </pc:spChg>
      </pc:sldChg>
      <pc:sldChg chg="modSp add mod">
        <pc:chgData name="Zheng Fei" userId="d19317889db4c986" providerId="LiveId" clId="{F15505DA-42AD-004A-8A54-CA73B652CA0C}" dt="2022-12-12T03:57:52.140" v="252" actId="20577"/>
        <pc:sldMkLst>
          <pc:docMk/>
          <pc:sldMk cId="3321044375" sldId="444"/>
        </pc:sldMkLst>
        <pc:spChg chg="mod">
          <ac:chgData name="Zheng Fei" userId="d19317889db4c986" providerId="LiveId" clId="{F15505DA-42AD-004A-8A54-CA73B652CA0C}" dt="2022-12-12T03:57:52.140" v="252" actId="20577"/>
          <ac:spMkLst>
            <pc:docMk/>
            <pc:sldMk cId="3321044375" sldId="444"/>
            <ac:spMk id="2" creationId="{7434EBAD-2038-03F8-233A-EB1EFFF55C5E}"/>
          </ac:spMkLst>
        </pc:spChg>
      </pc:sldChg>
      <pc:sldChg chg="modSp add mod">
        <pc:chgData name="Zheng Fei" userId="d19317889db4c986" providerId="LiveId" clId="{F15505DA-42AD-004A-8A54-CA73B652CA0C}" dt="2022-12-12T03:58:17.585" v="262" actId="20577"/>
        <pc:sldMkLst>
          <pc:docMk/>
          <pc:sldMk cId="2764550707" sldId="445"/>
        </pc:sldMkLst>
        <pc:spChg chg="mod">
          <ac:chgData name="Zheng Fei" userId="d19317889db4c986" providerId="LiveId" clId="{F15505DA-42AD-004A-8A54-CA73B652CA0C}" dt="2022-12-12T03:58:17.585" v="262" actId="20577"/>
          <ac:spMkLst>
            <pc:docMk/>
            <pc:sldMk cId="2764550707" sldId="445"/>
            <ac:spMk id="2" creationId="{7434EBAD-2038-03F8-233A-EB1EFFF55C5E}"/>
          </ac:spMkLst>
        </pc:spChg>
      </pc:sldChg>
      <pc:sldChg chg="modSp add mod">
        <pc:chgData name="Zheng Fei" userId="d19317889db4c986" providerId="LiveId" clId="{F15505DA-42AD-004A-8A54-CA73B652CA0C}" dt="2022-12-12T03:59:11.345" v="274" actId="20577"/>
        <pc:sldMkLst>
          <pc:docMk/>
          <pc:sldMk cId="2955644416" sldId="446"/>
        </pc:sldMkLst>
        <pc:spChg chg="mod">
          <ac:chgData name="Zheng Fei" userId="d19317889db4c986" providerId="LiveId" clId="{F15505DA-42AD-004A-8A54-CA73B652CA0C}" dt="2022-12-12T03:59:11.345" v="274" actId="20577"/>
          <ac:spMkLst>
            <pc:docMk/>
            <pc:sldMk cId="2955644416" sldId="446"/>
            <ac:spMk id="2" creationId="{7434EBAD-2038-03F8-233A-EB1EFFF55C5E}"/>
          </ac:spMkLst>
        </pc:spChg>
      </pc:sldChg>
      <pc:sldMasterChg chg="del delSldLayout">
        <pc:chgData name="Zheng Fei" userId="d19317889db4c986" providerId="LiveId" clId="{F15505DA-42AD-004A-8A54-CA73B652CA0C}" dt="2022-12-12T03:46:28.170" v="23" actId="2696"/>
        <pc:sldMasterMkLst>
          <pc:docMk/>
          <pc:sldMasterMk cId="0" sldId="2147483649"/>
        </pc:sldMasterMkLst>
        <pc:sldLayoutChg chg="del">
          <pc:chgData name="Zheng Fei" userId="d19317889db4c986" providerId="LiveId" clId="{F15505DA-42AD-004A-8A54-CA73B652CA0C}" dt="2022-12-12T03:46:28.165" v="12" actId="2696"/>
          <pc:sldLayoutMkLst>
            <pc:docMk/>
            <pc:sldMasterMk cId="0" sldId="2147483649"/>
            <pc:sldLayoutMk cId="0" sldId="2147483650"/>
          </pc:sldLayoutMkLst>
        </pc:sldLayoutChg>
        <pc:sldLayoutChg chg="del">
          <pc:chgData name="Zheng Fei" userId="d19317889db4c986" providerId="LiveId" clId="{F15505DA-42AD-004A-8A54-CA73B652CA0C}" dt="2022-12-12T03:46:28.166" v="13" actId="2696"/>
          <pc:sldLayoutMkLst>
            <pc:docMk/>
            <pc:sldMasterMk cId="0" sldId="2147483649"/>
            <pc:sldLayoutMk cId="174076595" sldId="2147483651"/>
          </pc:sldLayoutMkLst>
        </pc:sldLayoutChg>
        <pc:sldLayoutChg chg="del">
          <pc:chgData name="Zheng Fei" userId="d19317889db4c986" providerId="LiveId" clId="{F15505DA-42AD-004A-8A54-CA73B652CA0C}" dt="2022-12-12T03:46:28.166" v="14" actId="2696"/>
          <pc:sldLayoutMkLst>
            <pc:docMk/>
            <pc:sldMasterMk cId="0" sldId="2147483649"/>
            <pc:sldLayoutMk cId="2738715195" sldId="2147483652"/>
          </pc:sldLayoutMkLst>
        </pc:sldLayoutChg>
        <pc:sldLayoutChg chg="del">
          <pc:chgData name="Zheng Fei" userId="d19317889db4c986" providerId="LiveId" clId="{F15505DA-42AD-004A-8A54-CA73B652CA0C}" dt="2022-12-12T03:46:28.166" v="15" actId="2696"/>
          <pc:sldLayoutMkLst>
            <pc:docMk/>
            <pc:sldMasterMk cId="0" sldId="2147483649"/>
            <pc:sldLayoutMk cId="1009855539" sldId="2147483653"/>
          </pc:sldLayoutMkLst>
        </pc:sldLayoutChg>
        <pc:sldLayoutChg chg="del">
          <pc:chgData name="Zheng Fei" userId="d19317889db4c986" providerId="LiveId" clId="{F15505DA-42AD-004A-8A54-CA73B652CA0C}" dt="2022-12-12T03:46:28.167" v="16" actId="2696"/>
          <pc:sldLayoutMkLst>
            <pc:docMk/>
            <pc:sldMasterMk cId="0" sldId="2147483649"/>
            <pc:sldLayoutMk cId="4269811545" sldId="2147483654"/>
          </pc:sldLayoutMkLst>
        </pc:sldLayoutChg>
        <pc:sldLayoutChg chg="del">
          <pc:chgData name="Zheng Fei" userId="d19317889db4c986" providerId="LiveId" clId="{F15505DA-42AD-004A-8A54-CA73B652CA0C}" dt="2022-12-12T03:46:28.167" v="17" actId="2696"/>
          <pc:sldLayoutMkLst>
            <pc:docMk/>
            <pc:sldMasterMk cId="0" sldId="2147483649"/>
            <pc:sldLayoutMk cId="2315202268" sldId="2147483655"/>
          </pc:sldLayoutMkLst>
        </pc:sldLayoutChg>
        <pc:sldLayoutChg chg="del">
          <pc:chgData name="Zheng Fei" userId="d19317889db4c986" providerId="LiveId" clId="{F15505DA-42AD-004A-8A54-CA73B652CA0C}" dt="2022-12-12T03:46:28.167" v="18" actId="2696"/>
          <pc:sldLayoutMkLst>
            <pc:docMk/>
            <pc:sldMasterMk cId="0" sldId="2147483649"/>
            <pc:sldLayoutMk cId="3588197364" sldId="2147483656"/>
          </pc:sldLayoutMkLst>
        </pc:sldLayoutChg>
        <pc:sldLayoutChg chg="del">
          <pc:chgData name="Zheng Fei" userId="d19317889db4c986" providerId="LiveId" clId="{F15505DA-42AD-004A-8A54-CA73B652CA0C}" dt="2022-12-12T03:46:28.167" v="19" actId="2696"/>
          <pc:sldLayoutMkLst>
            <pc:docMk/>
            <pc:sldMasterMk cId="0" sldId="2147483649"/>
            <pc:sldLayoutMk cId="2757050292" sldId="2147483657"/>
          </pc:sldLayoutMkLst>
        </pc:sldLayoutChg>
        <pc:sldLayoutChg chg="del">
          <pc:chgData name="Zheng Fei" userId="d19317889db4c986" providerId="LiveId" clId="{F15505DA-42AD-004A-8A54-CA73B652CA0C}" dt="2022-12-12T03:46:28.168" v="20" actId="2696"/>
          <pc:sldLayoutMkLst>
            <pc:docMk/>
            <pc:sldMasterMk cId="0" sldId="2147483649"/>
            <pc:sldLayoutMk cId="2034906028" sldId="2147483658"/>
          </pc:sldLayoutMkLst>
        </pc:sldLayoutChg>
        <pc:sldLayoutChg chg="del">
          <pc:chgData name="Zheng Fei" userId="d19317889db4c986" providerId="LiveId" clId="{F15505DA-42AD-004A-8A54-CA73B652CA0C}" dt="2022-12-12T03:46:28.168" v="21" actId="2696"/>
          <pc:sldLayoutMkLst>
            <pc:docMk/>
            <pc:sldMasterMk cId="0" sldId="2147483649"/>
            <pc:sldLayoutMk cId="128915947" sldId="2147483659"/>
          </pc:sldLayoutMkLst>
        </pc:sldLayoutChg>
        <pc:sldLayoutChg chg="del">
          <pc:chgData name="Zheng Fei" userId="d19317889db4c986" providerId="LiveId" clId="{F15505DA-42AD-004A-8A54-CA73B652CA0C}" dt="2022-12-12T03:46:28.168" v="22" actId="2696"/>
          <pc:sldLayoutMkLst>
            <pc:docMk/>
            <pc:sldMasterMk cId="0" sldId="2147483649"/>
            <pc:sldLayoutMk cId="3033633000" sldId="2147483660"/>
          </pc:sldLayoutMkLst>
        </pc:sldLayoutChg>
      </pc:sldMasterChg>
      <pc:sldMasterChg chg="modSp modSldLayout">
        <pc:chgData name="Zheng Fei" userId="d19317889db4c986" providerId="LiveId" clId="{F15505DA-42AD-004A-8A54-CA73B652CA0C}" dt="2022-12-12T03:47:27.059" v="29"/>
        <pc:sldMasterMkLst>
          <pc:docMk/>
          <pc:sldMasterMk cId="1979090177" sldId="2147483661"/>
        </pc:sldMasterMkLst>
        <pc:spChg chg="mod">
          <ac:chgData name="Zheng Fei" userId="d19317889db4c986" providerId="LiveId" clId="{F15505DA-42AD-004A-8A54-CA73B652CA0C}" dt="2022-12-12T03:47:23.720" v="28"/>
          <ac:spMkLst>
            <pc:docMk/>
            <pc:sldMasterMk cId="1979090177" sldId="2147483661"/>
            <ac:spMk id="59394" creationId="{BB0F1688-167F-924C-9482-69B30233158F}"/>
          </ac:spMkLst>
        </pc:spChg>
        <pc:spChg chg="mod">
          <ac:chgData name="Zheng Fei" userId="d19317889db4c986" providerId="LiveId" clId="{F15505DA-42AD-004A-8A54-CA73B652CA0C}" dt="2022-12-12T03:47:23.720" v="28"/>
          <ac:spMkLst>
            <pc:docMk/>
            <pc:sldMasterMk cId="1979090177" sldId="2147483661"/>
            <ac:spMk id="59395" creationId="{8866E684-2016-5A43-BF38-8A4DF0A2BA0C}"/>
          </ac:spMkLst>
        </pc:spChg>
        <pc:spChg chg="mod">
          <ac:chgData name="Zheng Fei" userId="d19317889db4c986" providerId="LiveId" clId="{F15505DA-42AD-004A-8A54-CA73B652CA0C}" dt="2022-12-12T03:47:23.720" v="28"/>
          <ac:spMkLst>
            <pc:docMk/>
            <pc:sldMasterMk cId="1979090177" sldId="2147483661"/>
            <ac:spMk id="59396" creationId="{AB1D9E2F-FF62-6040-97C0-0A079D1A913C}"/>
          </ac:spMkLst>
        </pc:spChg>
        <pc:spChg chg="mod">
          <ac:chgData name="Zheng Fei" userId="d19317889db4c986" providerId="LiveId" clId="{F15505DA-42AD-004A-8A54-CA73B652CA0C}" dt="2022-12-12T03:47:27.059" v="29"/>
          <ac:spMkLst>
            <pc:docMk/>
            <pc:sldMasterMk cId="1979090177" sldId="2147483661"/>
            <ac:spMk id="59397" creationId="{5D82BDA2-FCB4-254E-B5F5-6B7F427247E7}"/>
          </ac:spMkLst>
        </pc:spChg>
        <pc:spChg chg="mod">
          <ac:chgData name="Zheng Fei" userId="d19317889db4c986" providerId="LiveId" clId="{F15505DA-42AD-004A-8A54-CA73B652CA0C}" dt="2022-12-12T03:47:23.720" v="28"/>
          <ac:spMkLst>
            <pc:docMk/>
            <pc:sldMasterMk cId="1979090177" sldId="2147483661"/>
            <ac:spMk id="59398" creationId="{99F57888-0740-9444-9F17-626F47CE1AE3}"/>
          </ac:spMkLst>
        </pc:spChg>
        <pc:spChg chg="mod">
          <ac:chgData name="Zheng Fei" userId="d19317889db4c986" providerId="LiveId" clId="{F15505DA-42AD-004A-8A54-CA73B652CA0C}" dt="2022-12-12T03:47:23.720" v="28"/>
          <ac:spMkLst>
            <pc:docMk/>
            <pc:sldMasterMk cId="1979090177" sldId="2147483661"/>
            <ac:spMk id="59399" creationId="{17FAFF1B-DDE0-064B-91B8-A89F7A78B6B8}"/>
          </ac:spMkLst>
        </pc:spChg>
        <pc:spChg chg="mod">
          <ac:chgData name="Zheng Fei" userId="d19317889db4c986" providerId="LiveId" clId="{F15505DA-42AD-004A-8A54-CA73B652CA0C}" dt="2022-12-12T03:47:23.720" v="28"/>
          <ac:spMkLst>
            <pc:docMk/>
            <pc:sldMasterMk cId="1979090177" sldId="2147483661"/>
            <ac:spMk id="59400" creationId="{290706E6-E829-0849-9AB9-4C4D881A3AFA}"/>
          </ac:spMkLst>
        </pc:spChg>
        <pc:sldLayoutChg chg="modSp">
          <pc:chgData name="Zheng Fei" userId="d19317889db4c986" providerId="LiveId" clId="{F15505DA-42AD-004A-8A54-CA73B652CA0C}" dt="2022-12-12T03:47:23.720" v="28"/>
          <pc:sldLayoutMkLst>
            <pc:docMk/>
            <pc:sldMasterMk cId="1979090177" sldId="2147483661"/>
            <pc:sldLayoutMk cId="4022650188" sldId="2147483662"/>
          </pc:sldLayoutMkLst>
          <pc:spChg chg="mod">
            <ac:chgData name="Zheng Fei" userId="d19317889db4c986" providerId="LiveId" clId="{F15505DA-42AD-004A-8A54-CA73B652CA0C}" dt="2022-12-12T03:47:23.720" v="28"/>
            <ac:spMkLst>
              <pc:docMk/>
              <pc:sldMasterMk cId="1979090177" sldId="2147483661"/>
              <pc:sldLayoutMk cId="4022650188" sldId="2147483662"/>
              <ac:spMk id="60418" creationId="{DF93BFB6-DA9C-934A-A480-AC8B5DABCD51}"/>
            </ac:spMkLst>
          </pc:spChg>
          <pc:spChg chg="mod">
            <ac:chgData name="Zheng Fei" userId="d19317889db4c986" providerId="LiveId" clId="{F15505DA-42AD-004A-8A54-CA73B652CA0C}" dt="2022-12-12T03:47:23.720" v="28"/>
            <ac:spMkLst>
              <pc:docMk/>
              <pc:sldMasterMk cId="1979090177" sldId="2147483661"/>
              <pc:sldLayoutMk cId="4022650188" sldId="2147483662"/>
              <ac:spMk id="60419" creationId="{1CAC235E-36F8-AE40-89B1-696EA1A0693A}"/>
            </ac:spMkLst>
          </pc:spChg>
          <pc:spChg chg="mod">
            <ac:chgData name="Zheng Fei" userId="d19317889db4c986" providerId="LiveId" clId="{F15505DA-42AD-004A-8A54-CA73B652CA0C}" dt="2022-12-12T03:47:23.720" v="28"/>
            <ac:spMkLst>
              <pc:docMk/>
              <pc:sldMasterMk cId="1979090177" sldId="2147483661"/>
              <pc:sldLayoutMk cId="4022650188" sldId="2147483662"/>
              <ac:spMk id="60420" creationId="{45CC2887-5D9C-024A-A6BD-776BED1287FE}"/>
            </ac:spMkLst>
          </pc:spChg>
          <pc:spChg chg="mod">
            <ac:chgData name="Zheng Fei" userId="d19317889db4c986" providerId="LiveId" clId="{F15505DA-42AD-004A-8A54-CA73B652CA0C}" dt="2022-12-12T03:47:23.720" v="28"/>
            <ac:spMkLst>
              <pc:docMk/>
              <pc:sldMasterMk cId="1979090177" sldId="2147483661"/>
              <pc:sldLayoutMk cId="4022650188" sldId="2147483662"/>
              <ac:spMk id="60421" creationId="{2AC1FF05-84E3-C440-9317-EF60B250FF35}"/>
            </ac:spMkLst>
          </pc:spChg>
          <pc:spChg chg="mod">
            <ac:chgData name="Zheng Fei" userId="d19317889db4c986" providerId="LiveId" clId="{F15505DA-42AD-004A-8A54-CA73B652CA0C}" dt="2022-12-12T03:47:23.720" v="28"/>
            <ac:spMkLst>
              <pc:docMk/>
              <pc:sldMasterMk cId="1979090177" sldId="2147483661"/>
              <pc:sldLayoutMk cId="4022650188" sldId="2147483662"/>
              <ac:spMk id="60422" creationId="{01B062FF-8064-6640-9447-DCDFF822498C}"/>
            </ac:spMkLst>
          </pc:spChg>
          <pc:spChg chg="mod">
            <ac:chgData name="Zheng Fei" userId="d19317889db4c986" providerId="LiveId" clId="{F15505DA-42AD-004A-8A54-CA73B652CA0C}" dt="2022-12-12T03:47:23.720" v="28"/>
            <ac:spMkLst>
              <pc:docMk/>
              <pc:sldMasterMk cId="1979090177" sldId="2147483661"/>
              <pc:sldLayoutMk cId="4022650188" sldId="2147483662"/>
              <ac:spMk id="60423" creationId="{86CF64AF-C4A1-A242-836F-CF42FBD55365}"/>
            </ac:spMkLst>
          </pc:spChg>
        </pc:sldLayoutChg>
        <pc:sldLayoutChg chg="modSp">
          <pc:chgData name="Zheng Fei" userId="d19317889db4c986" providerId="LiveId" clId="{F15505DA-42AD-004A-8A54-CA73B652CA0C}" dt="2022-12-12T03:47:23.720" v="28"/>
          <pc:sldLayoutMkLst>
            <pc:docMk/>
            <pc:sldMasterMk cId="1979090177" sldId="2147483661"/>
            <pc:sldLayoutMk cId="1155206544" sldId="2147483663"/>
          </pc:sldLayoutMkLst>
          <pc:spChg chg="mod">
            <ac:chgData name="Zheng Fei" userId="d19317889db4c986" providerId="LiveId" clId="{F15505DA-42AD-004A-8A54-CA73B652CA0C}" dt="2022-12-12T03:47:23.720" v="28"/>
            <ac:spMkLst>
              <pc:docMk/>
              <pc:sldMasterMk cId="1979090177" sldId="2147483661"/>
              <pc:sldLayoutMk cId="1155206544" sldId="2147483663"/>
              <ac:spMk id="2" creationId="{BF5D96F1-80D6-4847-94AA-EEDCED0C7C41}"/>
            </ac:spMkLst>
          </pc:spChg>
          <pc:spChg chg="mod">
            <ac:chgData name="Zheng Fei" userId="d19317889db4c986" providerId="LiveId" clId="{F15505DA-42AD-004A-8A54-CA73B652CA0C}" dt="2022-12-12T03:47:23.720" v="28"/>
            <ac:spMkLst>
              <pc:docMk/>
              <pc:sldMasterMk cId="1979090177" sldId="2147483661"/>
              <pc:sldLayoutMk cId="1155206544" sldId="2147483663"/>
              <ac:spMk id="3" creationId="{C0A44B99-9522-0345-852B-6697D9AFAE4A}"/>
            </ac:spMkLst>
          </pc:spChg>
          <pc:spChg chg="mod">
            <ac:chgData name="Zheng Fei" userId="d19317889db4c986" providerId="LiveId" clId="{F15505DA-42AD-004A-8A54-CA73B652CA0C}" dt="2022-12-12T03:47:23.720" v="28"/>
            <ac:spMkLst>
              <pc:docMk/>
              <pc:sldMasterMk cId="1979090177" sldId="2147483661"/>
              <pc:sldLayoutMk cId="1155206544" sldId="2147483663"/>
              <ac:spMk id="4" creationId="{D6B0682A-629F-074F-B7F1-DB8405283167}"/>
            </ac:spMkLst>
          </pc:spChg>
          <pc:spChg chg="mod">
            <ac:chgData name="Zheng Fei" userId="d19317889db4c986" providerId="LiveId" clId="{F15505DA-42AD-004A-8A54-CA73B652CA0C}" dt="2022-12-12T03:47:23.720" v="28"/>
            <ac:spMkLst>
              <pc:docMk/>
              <pc:sldMasterMk cId="1979090177" sldId="2147483661"/>
              <pc:sldLayoutMk cId="1155206544" sldId="2147483663"/>
              <ac:spMk id="5" creationId="{28CE3242-8AB6-404D-83B3-69ED0F3AB6A3}"/>
            </ac:spMkLst>
          </pc:spChg>
          <pc:spChg chg="mod">
            <ac:chgData name="Zheng Fei" userId="d19317889db4c986" providerId="LiveId" clId="{F15505DA-42AD-004A-8A54-CA73B652CA0C}" dt="2022-12-12T03:47:23.720" v="28"/>
            <ac:spMkLst>
              <pc:docMk/>
              <pc:sldMasterMk cId="1979090177" sldId="2147483661"/>
              <pc:sldLayoutMk cId="1155206544" sldId="2147483663"/>
              <ac:spMk id="6" creationId="{CEC90464-F306-ED4C-8BC3-1FA0F273B5F0}"/>
            </ac:spMkLst>
          </pc:spChg>
        </pc:sldLayoutChg>
        <pc:sldLayoutChg chg="modSp">
          <pc:chgData name="Zheng Fei" userId="d19317889db4c986" providerId="LiveId" clId="{F15505DA-42AD-004A-8A54-CA73B652CA0C}" dt="2022-12-12T03:47:23.720" v="28"/>
          <pc:sldLayoutMkLst>
            <pc:docMk/>
            <pc:sldMasterMk cId="1979090177" sldId="2147483661"/>
            <pc:sldLayoutMk cId="3833398725" sldId="2147483664"/>
          </pc:sldLayoutMkLst>
          <pc:spChg chg="mod">
            <ac:chgData name="Zheng Fei" userId="d19317889db4c986" providerId="LiveId" clId="{F15505DA-42AD-004A-8A54-CA73B652CA0C}" dt="2022-12-12T03:47:23.720" v="28"/>
            <ac:spMkLst>
              <pc:docMk/>
              <pc:sldMasterMk cId="1979090177" sldId="2147483661"/>
              <pc:sldLayoutMk cId="3833398725" sldId="2147483664"/>
              <ac:spMk id="2" creationId="{8CA79E7C-BE7A-D247-B804-04E0961EB779}"/>
            </ac:spMkLst>
          </pc:spChg>
          <pc:spChg chg="mod">
            <ac:chgData name="Zheng Fei" userId="d19317889db4c986" providerId="LiveId" clId="{F15505DA-42AD-004A-8A54-CA73B652CA0C}" dt="2022-12-12T03:47:23.720" v="28"/>
            <ac:spMkLst>
              <pc:docMk/>
              <pc:sldMasterMk cId="1979090177" sldId="2147483661"/>
              <pc:sldLayoutMk cId="3833398725" sldId="2147483664"/>
              <ac:spMk id="3" creationId="{FACFFFFF-FE6B-F241-81EC-4B71FA7A89DE}"/>
            </ac:spMkLst>
          </pc:spChg>
          <pc:spChg chg="mod">
            <ac:chgData name="Zheng Fei" userId="d19317889db4c986" providerId="LiveId" clId="{F15505DA-42AD-004A-8A54-CA73B652CA0C}" dt="2022-12-12T03:47:23.720" v="28"/>
            <ac:spMkLst>
              <pc:docMk/>
              <pc:sldMasterMk cId="1979090177" sldId="2147483661"/>
              <pc:sldLayoutMk cId="3833398725" sldId="2147483664"/>
              <ac:spMk id="4" creationId="{9D91DEE1-9ADB-044B-9FB7-869DB3273F59}"/>
            </ac:spMkLst>
          </pc:spChg>
          <pc:spChg chg="mod">
            <ac:chgData name="Zheng Fei" userId="d19317889db4c986" providerId="LiveId" clId="{F15505DA-42AD-004A-8A54-CA73B652CA0C}" dt="2022-12-12T03:47:23.720" v="28"/>
            <ac:spMkLst>
              <pc:docMk/>
              <pc:sldMasterMk cId="1979090177" sldId="2147483661"/>
              <pc:sldLayoutMk cId="3833398725" sldId="2147483664"/>
              <ac:spMk id="5" creationId="{F7F8BB33-E868-DB4F-86A8-CF4C7B4D14A8}"/>
            </ac:spMkLst>
          </pc:spChg>
          <pc:spChg chg="mod">
            <ac:chgData name="Zheng Fei" userId="d19317889db4c986" providerId="LiveId" clId="{F15505DA-42AD-004A-8A54-CA73B652CA0C}" dt="2022-12-12T03:47:23.720" v="28"/>
            <ac:spMkLst>
              <pc:docMk/>
              <pc:sldMasterMk cId="1979090177" sldId="2147483661"/>
              <pc:sldLayoutMk cId="3833398725" sldId="2147483664"/>
              <ac:spMk id="6" creationId="{4A61E851-D418-174F-A2C4-5F981978B8D8}"/>
            </ac:spMkLst>
          </pc:spChg>
        </pc:sldLayoutChg>
        <pc:sldLayoutChg chg="modSp">
          <pc:chgData name="Zheng Fei" userId="d19317889db4c986" providerId="LiveId" clId="{F15505DA-42AD-004A-8A54-CA73B652CA0C}" dt="2022-12-12T03:47:23.720" v="28"/>
          <pc:sldLayoutMkLst>
            <pc:docMk/>
            <pc:sldMasterMk cId="1979090177" sldId="2147483661"/>
            <pc:sldLayoutMk cId="1567786830" sldId="2147483665"/>
          </pc:sldLayoutMkLst>
          <pc:spChg chg="mod">
            <ac:chgData name="Zheng Fei" userId="d19317889db4c986" providerId="LiveId" clId="{F15505DA-42AD-004A-8A54-CA73B652CA0C}" dt="2022-12-12T03:47:23.720" v="28"/>
            <ac:spMkLst>
              <pc:docMk/>
              <pc:sldMasterMk cId="1979090177" sldId="2147483661"/>
              <pc:sldLayoutMk cId="1567786830" sldId="2147483665"/>
              <ac:spMk id="2" creationId="{D8EF5341-C088-3C46-AA57-0E6849208500}"/>
            </ac:spMkLst>
          </pc:spChg>
          <pc:spChg chg="mod">
            <ac:chgData name="Zheng Fei" userId="d19317889db4c986" providerId="LiveId" clId="{F15505DA-42AD-004A-8A54-CA73B652CA0C}" dt="2022-12-12T03:47:23.720" v="28"/>
            <ac:spMkLst>
              <pc:docMk/>
              <pc:sldMasterMk cId="1979090177" sldId="2147483661"/>
              <pc:sldLayoutMk cId="1567786830" sldId="2147483665"/>
              <ac:spMk id="3" creationId="{C0235EAB-6D88-F742-923A-5DF5E5A966C2}"/>
            </ac:spMkLst>
          </pc:spChg>
          <pc:spChg chg="mod">
            <ac:chgData name="Zheng Fei" userId="d19317889db4c986" providerId="LiveId" clId="{F15505DA-42AD-004A-8A54-CA73B652CA0C}" dt="2022-12-12T03:47:23.720" v="28"/>
            <ac:spMkLst>
              <pc:docMk/>
              <pc:sldMasterMk cId="1979090177" sldId="2147483661"/>
              <pc:sldLayoutMk cId="1567786830" sldId="2147483665"/>
              <ac:spMk id="4" creationId="{D7086743-9C81-044F-9508-861022975DA9}"/>
            </ac:spMkLst>
          </pc:spChg>
          <pc:spChg chg="mod">
            <ac:chgData name="Zheng Fei" userId="d19317889db4c986" providerId="LiveId" clId="{F15505DA-42AD-004A-8A54-CA73B652CA0C}" dt="2022-12-12T03:47:23.720" v="28"/>
            <ac:spMkLst>
              <pc:docMk/>
              <pc:sldMasterMk cId="1979090177" sldId="2147483661"/>
              <pc:sldLayoutMk cId="1567786830" sldId="2147483665"/>
              <ac:spMk id="5" creationId="{96944533-F89C-CC43-8B72-A805A9E2948C}"/>
            </ac:spMkLst>
          </pc:spChg>
          <pc:spChg chg="mod">
            <ac:chgData name="Zheng Fei" userId="d19317889db4c986" providerId="LiveId" clId="{F15505DA-42AD-004A-8A54-CA73B652CA0C}" dt="2022-12-12T03:47:23.720" v="28"/>
            <ac:spMkLst>
              <pc:docMk/>
              <pc:sldMasterMk cId="1979090177" sldId="2147483661"/>
              <pc:sldLayoutMk cId="1567786830" sldId="2147483665"/>
              <ac:spMk id="6" creationId="{41F2E13A-AAFA-8F48-A881-ACAE2D6AADC6}"/>
            </ac:spMkLst>
          </pc:spChg>
          <pc:spChg chg="mod">
            <ac:chgData name="Zheng Fei" userId="d19317889db4c986" providerId="LiveId" clId="{F15505DA-42AD-004A-8A54-CA73B652CA0C}" dt="2022-12-12T03:47:23.720" v="28"/>
            <ac:spMkLst>
              <pc:docMk/>
              <pc:sldMasterMk cId="1979090177" sldId="2147483661"/>
              <pc:sldLayoutMk cId="1567786830" sldId="2147483665"/>
              <ac:spMk id="7" creationId="{BCB1B8DA-6A00-7947-AA41-127858F7992F}"/>
            </ac:spMkLst>
          </pc:spChg>
        </pc:sldLayoutChg>
        <pc:sldLayoutChg chg="modSp">
          <pc:chgData name="Zheng Fei" userId="d19317889db4c986" providerId="LiveId" clId="{F15505DA-42AD-004A-8A54-CA73B652CA0C}" dt="2022-12-12T03:47:23.720" v="28"/>
          <pc:sldLayoutMkLst>
            <pc:docMk/>
            <pc:sldMasterMk cId="1979090177" sldId="2147483661"/>
            <pc:sldLayoutMk cId="1039799789" sldId="2147483666"/>
          </pc:sldLayoutMkLst>
          <pc:spChg chg="mod">
            <ac:chgData name="Zheng Fei" userId="d19317889db4c986" providerId="LiveId" clId="{F15505DA-42AD-004A-8A54-CA73B652CA0C}" dt="2022-12-12T03:47:23.720" v="28"/>
            <ac:spMkLst>
              <pc:docMk/>
              <pc:sldMasterMk cId="1979090177" sldId="2147483661"/>
              <pc:sldLayoutMk cId="1039799789" sldId="2147483666"/>
              <ac:spMk id="2" creationId="{C8876BF1-E588-CC42-8C27-77F2D7F35AB2}"/>
            </ac:spMkLst>
          </pc:spChg>
          <pc:spChg chg="mod">
            <ac:chgData name="Zheng Fei" userId="d19317889db4c986" providerId="LiveId" clId="{F15505DA-42AD-004A-8A54-CA73B652CA0C}" dt="2022-12-12T03:47:23.720" v="28"/>
            <ac:spMkLst>
              <pc:docMk/>
              <pc:sldMasterMk cId="1979090177" sldId="2147483661"/>
              <pc:sldLayoutMk cId="1039799789" sldId="2147483666"/>
              <ac:spMk id="3" creationId="{2293337C-F8BA-CF40-B9BF-7128FCD0E8CA}"/>
            </ac:spMkLst>
          </pc:spChg>
          <pc:spChg chg="mod">
            <ac:chgData name="Zheng Fei" userId="d19317889db4c986" providerId="LiveId" clId="{F15505DA-42AD-004A-8A54-CA73B652CA0C}" dt="2022-12-12T03:47:23.720" v="28"/>
            <ac:spMkLst>
              <pc:docMk/>
              <pc:sldMasterMk cId="1979090177" sldId="2147483661"/>
              <pc:sldLayoutMk cId="1039799789" sldId="2147483666"/>
              <ac:spMk id="4" creationId="{04A38AA2-7729-9F48-A909-9817F624BF6D}"/>
            </ac:spMkLst>
          </pc:spChg>
          <pc:spChg chg="mod">
            <ac:chgData name="Zheng Fei" userId="d19317889db4c986" providerId="LiveId" clId="{F15505DA-42AD-004A-8A54-CA73B652CA0C}" dt="2022-12-12T03:47:23.720" v="28"/>
            <ac:spMkLst>
              <pc:docMk/>
              <pc:sldMasterMk cId="1979090177" sldId="2147483661"/>
              <pc:sldLayoutMk cId="1039799789" sldId="2147483666"/>
              <ac:spMk id="5" creationId="{1877CFD3-D797-7440-BD5D-81C56A1530CE}"/>
            </ac:spMkLst>
          </pc:spChg>
          <pc:spChg chg="mod">
            <ac:chgData name="Zheng Fei" userId="d19317889db4c986" providerId="LiveId" clId="{F15505DA-42AD-004A-8A54-CA73B652CA0C}" dt="2022-12-12T03:47:23.720" v="28"/>
            <ac:spMkLst>
              <pc:docMk/>
              <pc:sldMasterMk cId="1979090177" sldId="2147483661"/>
              <pc:sldLayoutMk cId="1039799789" sldId="2147483666"/>
              <ac:spMk id="6" creationId="{A18736CF-5A43-144D-9E08-38495F64FD2D}"/>
            </ac:spMkLst>
          </pc:spChg>
          <pc:spChg chg="mod">
            <ac:chgData name="Zheng Fei" userId="d19317889db4c986" providerId="LiveId" clId="{F15505DA-42AD-004A-8A54-CA73B652CA0C}" dt="2022-12-12T03:47:23.720" v="28"/>
            <ac:spMkLst>
              <pc:docMk/>
              <pc:sldMasterMk cId="1979090177" sldId="2147483661"/>
              <pc:sldLayoutMk cId="1039799789" sldId="2147483666"/>
              <ac:spMk id="7" creationId="{B04C7A34-8BE0-7C44-9335-4D903CE7505D}"/>
            </ac:spMkLst>
          </pc:spChg>
          <pc:spChg chg="mod">
            <ac:chgData name="Zheng Fei" userId="d19317889db4c986" providerId="LiveId" clId="{F15505DA-42AD-004A-8A54-CA73B652CA0C}" dt="2022-12-12T03:47:23.720" v="28"/>
            <ac:spMkLst>
              <pc:docMk/>
              <pc:sldMasterMk cId="1979090177" sldId="2147483661"/>
              <pc:sldLayoutMk cId="1039799789" sldId="2147483666"/>
              <ac:spMk id="8" creationId="{8C5D8BE1-53EF-994D-9A11-7E038DAEE809}"/>
            </ac:spMkLst>
          </pc:spChg>
          <pc:spChg chg="mod">
            <ac:chgData name="Zheng Fei" userId="d19317889db4c986" providerId="LiveId" clId="{F15505DA-42AD-004A-8A54-CA73B652CA0C}" dt="2022-12-12T03:47:23.720" v="28"/>
            <ac:spMkLst>
              <pc:docMk/>
              <pc:sldMasterMk cId="1979090177" sldId="2147483661"/>
              <pc:sldLayoutMk cId="1039799789" sldId="2147483666"/>
              <ac:spMk id="9" creationId="{0C00B799-37BF-834B-B323-424D98F1C273}"/>
            </ac:spMkLst>
          </pc:spChg>
        </pc:sldLayoutChg>
        <pc:sldLayoutChg chg="modSp">
          <pc:chgData name="Zheng Fei" userId="d19317889db4c986" providerId="LiveId" clId="{F15505DA-42AD-004A-8A54-CA73B652CA0C}" dt="2022-12-12T03:47:23.720" v="28"/>
          <pc:sldLayoutMkLst>
            <pc:docMk/>
            <pc:sldMasterMk cId="1979090177" sldId="2147483661"/>
            <pc:sldLayoutMk cId="3341575329" sldId="2147483667"/>
          </pc:sldLayoutMkLst>
          <pc:spChg chg="mod">
            <ac:chgData name="Zheng Fei" userId="d19317889db4c986" providerId="LiveId" clId="{F15505DA-42AD-004A-8A54-CA73B652CA0C}" dt="2022-12-12T03:47:23.720" v="28"/>
            <ac:spMkLst>
              <pc:docMk/>
              <pc:sldMasterMk cId="1979090177" sldId="2147483661"/>
              <pc:sldLayoutMk cId="3341575329" sldId="2147483667"/>
              <ac:spMk id="2" creationId="{ED97484C-93B8-2948-80B7-940679200EB7}"/>
            </ac:spMkLst>
          </pc:spChg>
          <pc:spChg chg="mod">
            <ac:chgData name="Zheng Fei" userId="d19317889db4c986" providerId="LiveId" clId="{F15505DA-42AD-004A-8A54-CA73B652CA0C}" dt="2022-12-12T03:47:23.720" v="28"/>
            <ac:spMkLst>
              <pc:docMk/>
              <pc:sldMasterMk cId="1979090177" sldId="2147483661"/>
              <pc:sldLayoutMk cId="3341575329" sldId="2147483667"/>
              <ac:spMk id="3" creationId="{A7FB7FB2-DD4D-BC41-B0D6-8A1B6662096D}"/>
            </ac:spMkLst>
          </pc:spChg>
          <pc:spChg chg="mod">
            <ac:chgData name="Zheng Fei" userId="d19317889db4c986" providerId="LiveId" clId="{F15505DA-42AD-004A-8A54-CA73B652CA0C}" dt="2022-12-12T03:47:23.720" v="28"/>
            <ac:spMkLst>
              <pc:docMk/>
              <pc:sldMasterMk cId="1979090177" sldId="2147483661"/>
              <pc:sldLayoutMk cId="3341575329" sldId="2147483667"/>
              <ac:spMk id="4" creationId="{E645BCCB-7512-B448-AF75-5E4FB142131D}"/>
            </ac:spMkLst>
          </pc:spChg>
          <pc:spChg chg="mod">
            <ac:chgData name="Zheng Fei" userId="d19317889db4c986" providerId="LiveId" clId="{F15505DA-42AD-004A-8A54-CA73B652CA0C}" dt="2022-12-12T03:47:23.720" v="28"/>
            <ac:spMkLst>
              <pc:docMk/>
              <pc:sldMasterMk cId="1979090177" sldId="2147483661"/>
              <pc:sldLayoutMk cId="3341575329" sldId="2147483667"/>
              <ac:spMk id="5" creationId="{45B8C73F-DEBF-D64A-AE05-649398014DB3}"/>
            </ac:spMkLst>
          </pc:spChg>
        </pc:sldLayoutChg>
        <pc:sldLayoutChg chg="modSp">
          <pc:chgData name="Zheng Fei" userId="d19317889db4c986" providerId="LiveId" clId="{F15505DA-42AD-004A-8A54-CA73B652CA0C}" dt="2022-12-12T03:47:23.720" v="28"/>
          <pc:sldLayoutMkLst>
            <pc:docMk/>
            <pc:sldMasterMk cId="1979090177" sldId="2147483661"/>
            <pc:sldLayoutMk cId="3893602950" sldId="2147483668"/>
          </pc:sldLayoutMkLst>
          <pc:spChg chg="mod">
            <ac:chgData name="Zheng Fei" userId="d19317889db4c986" providerId="LiveId" clId="{F15505DA-42AD-004A-8A54-CA73B652CA0C}" dt="2022-12-12T03:47:23.720" v="28"/>
            <ac:spMkLst>
              <pc:docMk/>
              <pc:sldMasterMk cId="1979090177" sldId="2147483661"/>
              <pc:sldLayoutMk cId="3893602950" sldId="2147483668"/>
              <ac:spMk id="2" creationId="{542E4FCC-46BE-9A42-BCEC-6818C57D3A93}"/>
            </ac:spMkLst>
          </pc:spChg>
          <pc:spChg chg="mod">
            <ac:chgData name="Zheng Fei" userId="d19317889db4c986" providerId="LiveId" clId="{F15505DA-42AD-004A-8A54-CA73B652CA0C}" dt="2022-12-12T03:47:23.720" v="28"/>
            <ac:spMkLst>
              <pc:docMk/>
              <pc:sldMasterMk cId="1979090177" sldId="2147483661"/>
              <pc:sldLayoutMk cId="3893602950" sldId="2147483668"/>
              <ac:spMk id="3" creationId="{9BC199EB-0B3F-D049-BB39-8700D6E98031}"/>
            </ac:spMkLst>
          </pc:spChg>
          <pc:spChg chg="mod">
            <ac:chgData name="Zheng Fei" userId="d19317889db4c986" providerId="LiveId" clId="{F15505DA-42AD-004A-8A54-CA73B652CA0C}" dt="2022-12-12T03:47:23.720" v="28"/>
            <ac:spMkLst>
              <pc:docMk/>
              <pc:sldMasterMk cId="1979090177" sldId="2147483661"/>
              <pc:sldLayoutMk cId="3893602950" sldId="2147483668"/>
              <ac:spMk id="4" creationId="{6BDFB6E0-BC20-A343-9C37-A4E672B710B0}"/>
            </ac:spMkLst>
          </pc:spChg>
        </pc:sldLayoutChg>
        <pc:sldLayoutChg chg="modSp">
          <pc:chgData name="Zheng Fei" userId="d19317889db4c986" providerId="LiveId" clId="{F15505DA-42AD-004A-8A54-CA73B652CA0C}" dt="2022-12-12T03:47:23.720" v="28"/>
          <pc:sldLayoutMkLst>
            <pc:docMk/>
            <pc:sldMasterMk cId="1979090177" sldId="2147483661"/>
            <pc:sldLayoutMk cId="666123261" sldId="2147483669"/>
          </pc:sldLayoutMkLst>
          <pc:spChg chg="mod">
            <ac:chgData name="Zheng Fei" userId="d19317889db4c986" providerId="LiveId" clId="{F15505DA-42AD-004A-8A54-CA73B652CA0C}" dt="2022-12-12T03:47:23.720" v="28"/>
            <ac:spMkLst>
              <pc:docMk/>
              <pc:sldMasterMk cId="1979090177" sldId="2147483661"/>
              <pc:sldLayoutMk cId="666123261" sldId="2147483669"/>
              <ac:spMk id="2" creationId="{D46BD75F-B503-8C4F-9762-7E75D66B755D}"/>
            </ac:spMkLst>
          </pc:spChg>
          <pc:spChg chg="mod">
            <ac:chgData name="Zheng Fei" userId="d19317889db4c986" providerId="LiveId" clId="{F15505DA-42AD-004A-8A54-CA73B652CA0C}" dt="2022-12-12T03:47:23.720" v="28"/>
            <ac:spMkLst>
              <pc:docMk/>
              <pc:sldMasterMk cId="1979090177" sldId="2147483661"/>
              <pc:sldLayoutMk cId="666123261" sldId="2147483669"/>
              <ac:spMk id="3" creationId="{9AE112EE-AF40-334A-8102-F5A8C8DEA276}"/>
            </ac:spMkLst>
          </pc:spChg>
          <pc:spChg chg="mod">
            <ac:chgData name="Zheng Fei" userId="d19317889db4c986" providerId="LiveId" clId="{F15505DA-42AD-004A-8A54-CA73B652CA0C}" dt="2022-12-12T03:47:23.720" v="28"/>
            <ac:spMkLst>
              <pc:docMk/>
              <pc:sldMasterMk cId="1979090177" sldId="2147483661"/>
              <pc:sldLayoutMk cId="666123261" sldId="2147483669"/>
              <ac:spMk id="4" creationId="{197A679D-6114-9C43-B78B-A27C34CDEC2A}"/>
            </ac:spMkLst>
          </pc:spChg>
          <pc:spChg chg="mod">
            <ac:chgData name="Zheng Fei" userId="d19317889db4c986" providerId="LiveId" clId="{F15505DA-42AD-004A-8A54-CA73B652CA0C}" dt="2022-12-12T03:47:23.720" v="28"/>
            <ac:spMkLst>
              <pc:docMk/>
              <pc:sldMasterMk cId="1979090177" sldId="2147483661"/>
              <pc:sldLayoutMk cId="666123261" sldId="2147483669"/>
              <ac:spMk id="5" creationId="{AFFB9F34-622F-9240-8FFD-6A1D21BAABB0}"/>
            </ac:spMkLst>
          </pc:spChg>
          <pc:spChg chg="mod">
            <ac:chgData name="Zheng Fei" userId="d19317889db4c986" providerId="LiveId" clId="{F15505DA-42AD-004A-8A54-CA73B652CA0C}" dt="2022-12-12T03:47:23.720" v="28"/>
            <ac:spMkLst>
              <pc:docMk/>
              <pc:sldMasterMk cId="1979090177" sldId="2147483661"/>
              <pc:sldLayoutMk cId="666123261" sldId="2147483669"/>
              <ac:spMk id="6" creationId="{0A0FEFE8-53B9-1C46-944C-CA937C4D771E}"/>
            </ac:spMkLst>
          </pc:spChg>
          <pc:spChg chg="mod">
            <ac:chgData name="Zheng Fei" userId="d19317889db4c986" providerId="LiveId" clId="{F15505DA-42AD-004A-8A54-CA73B652CA0C}" dt="2022-12-12T03:47:23.720" v="28"/>
            <ac:spMkLst>
              <pc:docMk/>
              <pc:sldMasterMk cId="1979090177" sldId="2147483661"/>
              <pc:sldLayoutMk cId="666123261" sldId="2147483669"/>
              <ac:spMk id="7" creationId="{9C6FEB83-3278-F741-BBD8-44BA83CD6969}"/>
            </ac:spMkLst>
          </pc:spChg>
        </pc:sldLayoutChg>
        <pc:sldLayoutChg chg="modSp">
          <pc:chgData name="Zheng Fei" userId="d19317889db4c986" providerId="LiveId" clId="{F15505DA-42AD-004A-8A54-CA73B652CA0C}" dt="2022-12-12T03:47:23.720" v="28"/>
          <pc:sldLayoutMkLst>
            <pc:docMk/>
            <pc:sldMasterMk cId="1979090177" sldId="2147483661"/>
            <pc:sldLayoutMk cId="990155136" sldId="2147483670"/>
          </pc:sldLayoutMkLst>
          <pc:spChg chg="mod">
            <ac:chgData name="Zheng Fei" userId="d19317889db4c986" providerId="LiveId" clId="{F15505DA-42AD-004A-8A54-CA73B652CA0C}" dt="2022-12-12T03:47:23.720" v="28"/>
            <ac:spMkLst>
              <pc:docMk/>
              <pc:sldMasterMk cId="1979090177" sldId="2147483661"/>
              <pc:sldLayoutMk cId="990155136" sldId="2147483670"/>
              <ac:spMk id="2" creationId="{588DD327-895D-8A4D-ADBB-586719D601E0}"/>
            </ac:spMkLst>
          </pc:spChg>
          <pc:spChg chg="mod">
            <ac:chgData name="Zheng Fei" userId="d19317889db4c986" providerId="LiveId" clId="{F15505DA-42AD-004A-8A54-CA73B652CA0C}" dt="2022-12-12T03:47:23.720" v="28"/>
            <ac:spMkLst>
              <pc:docMk/>
              <pc:sldMasterMk cId="1979090177" sldId="2147483661"/>
              <pc:sldLayoutMk cId="990155136" sldId="2147483670"/>
              <ac:spMk id="3" creationId="{F783A34D-FA1A-884E-8202-7B89FC6A160C}"/>
            </ac:spMkLst>
          </pc:spChg>
          <pc:spChg chg="mod">
            <ac:chgData name="Zheng Fei" userId="d19317889db4c986" providerId="LiveId" clId="{F15505DA-42AD-004A-8A54-CA73B652CA0C}" dt="2022-12-12T03:47:23.720" v="28"/>
            <ac:spMkLst>
              <pc:docMk/>
              <pc:sldMasterMk cId="1979090177" sldId="2147483661"/>
              <pc:sldLayoutMk cId="990155136" sldId="2147483670"/>
              <ac:spMk id="4" creationId="{F2BF215E-8ED5-B644-8F67-6EF42FB8BE80}"/>
            </ac:spMkLst>
          </pc:spChg>
          <pc:spChg chg="mod">
            <ac:chgData name="Zheng Fei" userId="d19317889db4c986" providerId="LiveId" clId="{F15505DA-42AD-004A-8A54-CA73B652CA0C}" dt="2022-12-12T03:47:23.720" v="28"/>
            <ac:spMkLst>
              <pc:docMk/>
              <pc:sldMasterMk cId="1979090177" sldId="2147483661"/>
              <pc:sldLayoutMk cId="990155136" sldId="2147483670"/>
              <ac:spMk id="5" creationId="{5A68F68B-44AC-6E45-8518-9ED30FD978DD}"/>
            </ac:spMkLst>
          </pc:spChg>
          <pc:spChg chg="mod">
            <ac:chgData name="Zheng Fei" userId="d19317889db4c986" providerId="LiveId" clId="{F15505DA-42AD-004A-8A54-CA73B652CA0C}" dt="2022-12-12T03:47:23.720" v="28"/>
            <ac:spMkLst>
              <pc:docMk/>
              <pc:sldMasterMk cId="1979090177" sldId="2147483661"/>
              <pc:sldLayoutMk cId="990155136" sldId="2147483670"/>
              <ac:spMk id="6" creationId="{12B5EF63-5051-0D44-A001-8220BA0409B8}"/>
            </ac:spMkLst>
          </pc:spChg>
          <pc:spChg chg="mod">
            <ac:chgData name="Zheng Fei" userId="d19317889db4c986" providerId="LiveId" clId="{F15505DA-42AD-004A-8A54-CA73B652CA0C}" dt="2022-12-12T03:47:23.720" v="28"/>
            <ac:spMkLst>
              <pc:docMk/>
              <pc:sldMasterMk cId="1979090177" sldId="2147483661"/>
              <pc:sldLayoutMk cId="990155136" sldId="2147483670"/>
              <ac:spMk id="7" creationId="{B4A614F2-C5B1-614F-9F9F-090159F6126E}"/>
            </ac:spMkLst>
          </pc:spChg>
        </pc:sldLayoutChg>
        <pc:sldLayoutChg chg="modSp">
          <pc:chgData name="Zheng Fei" userId="d19317889db4c986" providerId="LiveId" clId="{F15505DA-42AD-004A-8A54-CA73B652CA0C}" dt="2022-12-12T03:47:23.720" v="28"/>
          <pc:sldLayoutMkLst>
            <pc:docMk/>
            <pc:sldMasterMk cId="1979090177" sldId="2147483661"/>
            <pc:sldLayoutMk cId="1982279446" sldId="2147483671"/>
          </pc:sldLayoutMkLst>
          <pc:spChg chg="mod">
            <ac:chgData name="Zheng Fei" userId="d19317889db4c986" providerId="LiveId" clId="{F15505DA-42AD-004A-8A54-CA73B652CA0C}" dt="2022-12-12T03:47:23.720" v="28"/>
            <ac:spMkLst>
              <pc:docMk/>
              <pc:sldMasterMk cId="1979090177" sldId="2147483661"/>
              <pc:sldLayoutMk cId="1982279446" sldId="2147483671"/>
              <ac:spMk id="2" creationId="{42770E7E-4CF5-5948-9149-0DBC9CBE9604}"/>
            </ac:spMkLst>
          </pc:spChg>
          <pc:spChg chg="mod">
            <ac:chgData name="Zheng Fei" userId="d19317889db4c986" providerId="LiveId" clId="{F15505DA-42AD-004A-8A54-CA73B652CA0C}" dt="2022-12-12T03:47:23.720" v="28"/>
            <ac:spMkLst>
              <pc:docMk/>
              <pc:sldMasterMk cId="1979090177" sldId="2147483661"/>
              <pc:sldLayoutMk cId="1982279446" sldId="2147483671"/>
              <ac:spMk id="3" creationId="{735C2128-C969-8B44-845F-41A10E08F704}"/>
            </ac:spMkLst>
          </pc:spChg>
          <pc:spChg chg="mod">
            <ac:chgData name="Zheng Fei" userId="d19317889db4c986" providerId="LiveId" clId="{F15505DA-42AD-004A-8A54-CA73B652CA0C}" dt="2022-12-12T03:47:23.720" v="28"/>
            <ac:spMkLst>
              <pc:docMk/>
              <pc:sldMasterMk cId="1979090177" sldId="2147483661"/>
              <pc:sldLayoutMk cId="1982279446" sldId="2147483671"/>
              <ac:spMk id="4" creationId="{11119072-D4B8-F047-B8CC-7C9D69F52B01}"/>
            </ac:spMkLst>
          </pc:spChg>
          <pc:spChg chg="mod">
            <ac:chgData name="Zheng Fei" userId="d19317889db4c986" providerId="LiveId" clId="{F15505DA-42AD-004A-8A54-CA73B652CA0C}" dt="2022-12-12T03:47:23.720" v="28"/>
            <ac:spMkLst>
              <pc:docMk/>
              <pc:sldMasterMk cId="1979090177" sldId="2147483661"/>
              <pc:sldLayoutMk cId="1982279446" sldId="2147483671"/>
              <ac:spMk id="5" creationId="{3E9277DB-93ED-214E-89A9-ECFA7D18680F}"/>
            </ac:spMkLst>
          </pc:spChg>
          <pc:spChg chg="mod">
            <ac:chgData name="Zheng Fei" userId="d19317889db4c986" providerId="LiveId" clId="{F15505DA-42AD-004A-8A54-CA73B652CA0C}" dt="2022-12-12T03:47:23.720" v="28"/>
            <ac:spMkLst>
              <pc:docMk/>
              <pc:sldMasterMk cId="1979090177" sldId="2147483661"/>
              <pc:sldLayoutMk cId="1982279446" sldId="2147483671"/>
              <ac:spMk id="6" creationId="{CA58E262-4C7C-8643-B706-3F6658296CA4}"/>
            </ac:spMkLst>
          </pc:spChg>
        </pc:sldLayoutChg>
        <pc:sldLayoutChg chg="modSp">
          <pc:chgData name="Zheng Fei" userId="d19317889db4c986" providerId="LiveId" clId="{F15505DA-42AD-004A-8A54-CA73B652CA0C}" dt="2022-12-12T03:47:23.720" v="28"/>
          <pc:sldLayoutMkLst>
            <pc:docMk/>
            <pc:sldMasterMk cId="1979090177" sldId="2147483661"/>
            <pc:sldLayoutMk cId="4021857624" sldId="2147483672"/>
          </pc:sldLayoutMkLst>
          <pc:spChg chg="mod">
            <ac:chgData name="Zheng Fei" userId="d19317889db4c986" providerId="LiveId" clId="{F15505DA-42AD-004A-8A54-CA73B652CA0C}" dt="2022-12-12T03:47:23.720" v="28"/>
            <ac:spMkLst>
              <pc:docMk/>
              <pc:sldMasterMk cId="1979090177" sldId="2147483661"/>
              <pc:sldLayoutMk cId="4021857624" sldId="2147483672"/>
              <ac:spMk id="2" creationId="{FCC97C7E-099F-3B4F-9206-27D9408C92E9}"/>
            </ac:spMkLst>
          </pc:spChg>
          <pc:spChg chg="mod">
            <ac:chgData name="Zheng Fei" userId="d19317889db4c986" providerId="LiveId" clId="{F15505DA-42AD-004A-8A54-CA73B652CA0C}" dt="2022-12-12T03:47:23.720" v="28"/>
            <ac:spMkLst>
              <pc:docMk/>
              <pc:sldMasterMk cId="1979090177" sldId="2147483661"/>
              <pc:sldLayoutMk cId="4021857624" sldId="2147483672"/>
              <ac:spMk id="3" creationId="{60E13F09-BA3C-8E4A-8041-841E448444B3}"/>
            </ac:spMkLst>
          </pc:spChg>
          <pc:spChg chg="mod">
            <ac:chgData name="Zheng Fei" userId="d19317889db4c986" providerId="LiveId" clId="{F15505DA-42AD-004A-8A54-CA73B652CA0C}" dt="2022-12-12T03:47:23.720" v="28"/>
            <ac:spMkLst>
              <pc:docMk/>
              <pc:sldMasterMk cId="1979090177" sldId="2147483661"/>
              <pc:sldLayoutMk cId="4021857624" sldId="2147483672"/>
              <ac:spMk id="4" creationId="{7B914902-9E13-0448-8B8F-322D9C5FEFF5}"/>
            </ac:spMkLst>
          </pc:spChg>
          <pc:spChg chg="mod">
            <ac:chgData name="Zheng Fei" userId="d19317889db4c986" providerId="LiveId" clId="{F15505DA-42AD-004A-8A54-CA73B652CA0C}" dt="2022-12-12T03:47:23.720" v="28"/>
            <ac:spMkLst>
              <pc:docMk/>
              <pc:sldMasterMk cId="1979090177" sldId="2147483661"/>
              <pc:sldLayoutMk cId="4021857624" sldId="2147483672"/>
              <ac:spMk id="5" creationId="{5C42B77C-F634-A540-909F-17E67E2A79A6}"/>
            </ac:spMkLst>
          </pc:spChg>
          <pc:spChg chg="mod">
            <ac:chgData name="Zheng Fei" userId="d19317889db4c986" providerId="LiveId" clId="{F15505DA-42AD-004A-8A54-CA73B652CA0C}" dt="2022-12-12T03:47:23.720" v="28"/>
            <ac:spMkLst>
              <pc:docMk/>
              <pc:sldMasterMk cId="1979090177" sldId="2147483661"/>
              <pc:sldLayoutMk cId="4021857624" sldId="2147483672"/>
              <ac:spMk id="6" creationId="{88E12A5D-1C03-EE48-A9F4-2C3FB558BF0D}"/>
            </ac:spMkLst>
          </pc:spChg>
        </pc:sldLayoutChg>
      </pc:sldMasterChg>
    </pc:docChg>
  </pc:docChgLst>
  <pc:docChgLst>
    <pc:chgData name="Fei Zheng" userId="d19317889db4c986" providerId="LiveId" clId="{8650F875-6493-6E4D-A9EE-E986B592D14B}"/>
    <pc:docChg chg="undo custSel delSld modSld">
      <pc:chgData name="Fei Zheng" userId="d19317889db4c986" providerId="LiveId" clId="{8650F875-6493-6E4D-A9EE-E986B592D14B}" dt="2022-12-24T12:34:59.365" v="161" actId="2696"/>
      <pc:docMkLst>
        <pc:docMk/>
      </pc:docMkLst>
      <pc:sldChg chg="modSp mod">
        <pc:chgData name="Fei Zheng" userId="d19317889db4c986" providerId="LiveId" clId="{8650F875-6493-6E4D-A9EE-E986B592D14B}" dt="2022-12-24T12:30:27.593" v="95" actId="1036"/>
        <pc:sldMkLst>
          <pc:docMk/>
          <pc:sldMk cId="4193102002" sldId="416"/>
        </pc:sldMkLst>
        <pc:picChg chg="mod">
          <ac:chgData name="Fei Zheng" userId="d19317889db4c986" providerId="LiveId" clId="{8650F875-6493-6E4D-A9EE-E986B592D14B}" dt="2022-12-24T12:30:27.593" v="95" actId="1036"/>
          <ac:picMkLst>
            <pc:docMk/>
            <pc:sldMk cId="4193102002" sldId="416"/>
            <ac:picMk id="10" creationId="{270A5DD4-7CAF-9005-DE1C-3D706EB41B68}"/>
          </ac:picMkLst>
        </pc:picChg>
      </pc:sldChg>
      <pc:sldChg chg="modSp mod">
        <pc:chgData name="Fei Zheng" userId="d19317889db4c986" providerId="LiveId" clId="{8650F875-6493-6E4D-A9EE-E986B592D14B}" dt="2022-12-24T12:31:03.429" v="99" actId="14100"/>
        <pc:sldMkLst>
          <pc:docMk/>
          <pc:sldMk cId="0" sldId="419"/>
        </pc:sldMkLst>
        <pc:spChg chg="mod">
          <ac:chgData name="Fei Zheng" userId="d19317889db4c986" providerId="LiveId" clId="{8650F875-6493-6E4D-A9EE-E986B592D14B}" dt="2022-12-24T12:30:45.343" v="96" actId="552"/>
          <ac:spMkLst>
            <pc:docMk/>
            <pc:sldMk cId="0" sldId="419"/>
            <ac:spMk id="11267" creationId="{CBFBE8F0-9EDB-2D46-9E65-F0460B727BEE}"/>
          </ac:spMkLst>
        </pc:spChg>
        <pc:spChg chg="mod">
          <ac:chgData name="Fei Zheng" userId="d19317889db4c986" providerId="LiveId" clId="{8650F875-6493-6E4D-A9EE-E986B592D14B}" dt="2022-12-24T12:30:45.343" v="96" actId="552"/>
          <ac:spMkLst>
            <pc:docMk/>
            <pc:sldMk cId="0" sldId="419"/>
            <ac:spMk id="11271" creationId="{72A09E22-A211-E940-99E0-B9C88DE1DD12}"/>
          </ac:spMkLst>
        </pc:spChg>
        <pc:graphicFrameChg chg="mod">
          <ac:chgData name="Fei Zheng" userId="d19317889db4c986" providerId="LiveId" clId="{8650F875-6493-6E4D-A9EE-E986B592D14B}" dt="2022-12-24T12:31:03.429" v="99" actId="14100"/>
          <ac:graphicFrameMkLst>
            <pc:docMk/>
            <pc:sldMk cId="0" sldId="419"/>
            <ac:graphicFrameMk id="11274" creationId="{7AACEEDB-7E92-564D-9275-C2F2CD812465}"/>
          </ac:graphicFrameMkLst>
        </pc:graphicFrameChg>
        <pc:picChg chg="mod">
          <ac:chgData name="Fei Zheng" userId="d19317889db4c986" providerId="LiveId" clId="{8650F875-6493-6E4D-A9EE-E986B592D14B}" dt="2022-12-24T12:30:54.878" v="98" actId="1076"/>
          <ac:picMkLst>
            <pc:docMk/>
            <pc:sldMk cId="0" sldId="419"/>
            <ac:picMk id="2" creationId="{CC4564E4-5BA8-7D41-AB64-844B644DCB2C}"/>
          </ac:picMkLst>
        </pc:picChg>
      </pc:sldChg>
      <pc:sldChg chg="modSp mod">
        <pc:chgData name="Fei Zheng" userId="d19317889db4c986" providerId="LiveId" clId="{8650F875-6493-6E4D-A9EE-E986B592D14B}" dt="2022-12-24T12:29:28.117" v="84" actId="207"/>
        <pc:sldMkLst>
          <pc:docMk/>
          <pc:sldMk cId="2103004164" sldId="424"/>
        </pc:sldMkLst>
        <pc:spChg chg="mod">
          <ac:chgData name="Fei Zheng" userId="d19317889db4c986" providerId="LiveId" clId="{8650F875-6493-6E4D-A9EE-E986B592D14B}" dt="2022-12-24T12:29:28.117" v="84" actId="207"/>
          <ac:spMkLst>
            <pc:docMk/>
            <pc:sldMk cId="2103004164" sldId="424"/>
            <ac:spMk id="2" creationId="{7DE5D677-89CA-6242-A418-34510FCEFA9A}"/>
          </ac:spMkLst>
        </pc:spChg>
      </pc:sldChg>
      <pc:sldChg chg="modSp mod">
        <pc:chgData name="Fei Zheng" userId="d19317889db4c986" providerId="LiveId" clId="{8650F875-6493-6E4D-A9EE-E986B592D14B}" dt="2022-12-24T12:30:17.741" v="94" actId="1036"/>
        <pc:sldMkLst>
          <pc:docMk/>
          <pc:sldMk cId="1492733005" sldId="425"/>
        </pc:sldMkLst>
        <pc:spChg chg="mod">
          <ac:chgData name="Fei Zheng" userId="d19317889db4c986" providerId="LiveId" clId="{8650F875-6493-6E4D-A9EE-E986B592D14B}" dt="2022-12-24T12:30:17.741" v="94" actId="1036"/>
          <ac:spMkLst>
            <pc:docMk/>
            <pc:sldMk cId="1492733005" sldId="425"/>
            <ac:spMk id="2" creationId="{6D6A5D6E-743C-724A-B1E2-F6C266DC603D}"/>
          </ac:spMkLst>
        </pc:spChg>
      </pc:sldChg>
      <pc:sldChg chg="modSp mod">
        <pc:chgData name="Fei Zheng" userId="d19317889db4c986" providerId="LiveId" clId="{8650F875-6493-6E4D-A9EE-E986B592D14B}" dt="2022-12-24T12:32:08.029" v="120" actId="1037"/>
        <pc:sldMkLst>
          <pc:docMk/>
          <pc:sldMk cId="1985270099" sldId="426"/>
        </pc:sldMkLst>
        <pc:graphicFrameChg chg="mod">
          <ac:chgData name="Fei Zheng" userId="d19317889db4c986" providerId="LiveId" clId="{8650F875-6493-6E4D-A9EE-E986B592D14B}" dt="2022-12-24T12:32:08.029" v="120" actId="1037"/>
          <ac:graphicFrameMkLst>
            <pc:docMk/>
            <pc:sldMk cId="1985270099" sldId="426"/>
            <ac:graphicFrameMk id="10" creationId="{099096B1-A394-844E-A3EC-1AC1DB2C709F}"/>
          </ac:graphicFrameMkLst>
        </pc:graphicFrameChg>
        <pc:graphicFrameChg chg="mod">
          <ac:chgData name="Fei Zheng" userId="d19317889db4c986" providerId="LiveId" clId="{8650F875-6493-6E4D-A9EE-E986B592D14B}" dt="2022-12-24T12:32:03.173" v="114" actId="1038"/>
          <ac:graphicFrameMkLst>
            <pc:docMk/>
            <pc:sldMk cId="1985270099" sldId="426"/>
            <ac:graphicFrameMk id="12" creationId="{E38D48BE-DFF7-834E-88B4-5B01442B4477}"/>
          </ac:graphicFrameMkLst>
        </pc:graphicFrameChg>
        <pc:picChg chg="mod">
          <ac:chgData name="Fei Zheng" userId="d19317889db4c986" providerId="LiveId" clId="{8650F875-6493-6E4D-A9EE-E986B592D14B}" dt="2022-12-24T12:32:08.029" v="120" actId="1037"/>
          <ac:picMkLst>
            <pc:docMk/>
            <pc:sldMk cId="1985270099" sldId="426"/>
            <ac:picMk id="3" creationId="{F82AE836-CC7A-4E4D-BD28-B0202E61B0D7}"/>
          </ac:picMkLst>
        </pc:picChg>
      </pc:sldChg>
      <pc:sldChg chg="modSp mod">
        <pc:chgData name="Fei Zheng" userId="d19317889db4c986" providerId="LiveId" clId="{8650F875-6493-6E4D-A9EE-E986B592D14B}" dt="2022-12-24T12:31:20.825" v="105" actId="20577"/>
        <pc:sldMkLst>
          <pc:docMk/>
          <pc:sldMk cId="343483892" sldId="427"/>
        </pc:sldMkLst>
        <pc:spChg chg="mod">
          <ac:chgData name="Fei Zheng" userId="d19317889db4c986" providerId="LiveId" clId="{8650F875-6493-6E4D-A9EE-E986B592D14B}" dt="2022-12-24T12:31:20.825" v="105" actId="20577"/>
          <ac:spMkLst>
            <pc:docMk/>
            <pc:sldMk cId="343483892" sldId="427"/>
            <ac:spMk id="15" creationId="{013F3BEA-E8FE-1243-9A9B-C81BD218FFEF}"/>
          </ac:spMkLst>
        </pc:spChg>
      </pc:sldChg>
      <pc:sldChg chg="modSp mod">
        <pc:chgData name="Fei Zheng" userId="d19317889db4c986" providerId="LiveId" clId="{8650F875-6493-6E4D-A9EE-E986B592D14B}" dt="2022-12-24T12:31:49.011" v="110" actId="1076"/>
        <pc:sldMkLst>
          <pc:docMk/>
          <pc:sldMk cId="1691338530" sldId="430"/>
        </pc:sldMkLst>
        <pc:spChg chg="mod">
          <ac:chgData name="Fei Zheng" userId="d19317889db4c986" providerId="LiveId" clId="{8650F875-6493-6E4D-A9EE-E986B592D14B}" dt="2022-12-24T12:31:43.247" v="108" actId="20577"/>
          <ac:spMkLst>
            <pc:docMk/>
            <pc:sldMk cId="1691338530" sldId="430"/>
            <ac:spMk id="2" creationId="{E919B35C-DB46-444A-8595-C279EB7E04AC}"/>
          </ac:spMkLst>
        </pc:spChg>
        <pc:picChg chg="mod">
          <ac:chgData name="Fei Zheng" userId="d19317889db4c986" providerId="LiveId" clId="{8650F875-6493-6E4D-A9EE-E986B592D14B}" dt="2022-12-24T12:31:49.011" v="110" actId="1076"/>
          <ac:picMkLst>
            <pc:docMk/>
            <pc:sldMk cId="1691338530" sldId="430"/>
            <ac:picMk id="6" creationId="{A7901993-B444-744F-992C-43398F11D140}"/>
          </ac:picMkLst>
        </pc:picChg>
      </pc:sldChg>
      <pc:sldChg chg="modSp mod">
        <pc:chgData name="Fei Zheng" userId="d19317889db4c986" providerId="LiveId" clId="{8650F875-6493-6E4D-A9EE-E986B592D14B}" dt="2022-12-24T12:34:15.694" v="148" actId="20577"/>
        <pc:sldMkLst>
          <pc:docMk/>
          <pc:sldMk cId="3487854064" sldId="436"/>
        </pc:sldMkLst>
        <pc:spChg chg="mod">
          <ac:chgData name="Fei Zheng" userId="d19317889db4c986" providerId="LiveId" clId="{8650F875-6493-6E4D-A9EE-E986B592D14B}" dt="2022-12-24T12:34:15.694" v="148" actId="20577"/>
          <ac:spMkLst>
            <pc:docMk/>
            <pc:sldMk cId="3487854064" sldId="436"/>
            <ac:spMk id="3" creationId="{9DAEE769-1A98-AD48-BEF8-3BC21F43452A}"/>
          </ac:spMkLst>
        </pc:spChg>
      </pc:sldChg>
      <pc:sldChg chg="modSp mod">
        <pc:chgData name="Fei Zheng" userId="d19317889db4c986" providerId="LiveId" clId="{8650F875-6493-6E4D-A9EE-E986B592D14B}" dt="2022-12-24T12:34:39.358" v="154" actId="14100"/>
        <pc:sldMkLst>
          <pc:docMk/>
          <pc:sldMk cId="3406065963" sldId="439"/>
        </pc:sldMkLst>
        <pc:picChg chg="mod">
          <ac:chgData name="Fei Zheng" userId="d19317889db4c986" providerId="LiveId" clId="{8650F875-6493-6E4D-A9EE-E986B592D14B}" dt="2022-12-24T12:34:39.358" v="154" actId="14100"/>
          <ac:picMkLst>
            <pc:docMk/>
            <pc:sldMk cId="3406065963" sldId="439"/>
            <ac:picMk id="4" creationId="{E267B64B-E234-B240-A269-78248FEF4A87}"/>
          </ac:picMkLst>
        </pc:picChg>
      </pc:sldChg>
      <pc:sldChg chg="del">
        <pc:chgData name="Fei Zheng" userId="d19317889db4c986" providerId="LiveId" clId="{8650F875-6493-6E4D-A9EE-E986B592D14B}" dt="2022-12-24T12:34:59.351" v="155" actId="2696"/>
        <pc:sldMkLst>
          <pc:docMk/>
          <pc:sldMk cId="482504578" sldId="440"/>
        </pc:sldMkLst>
      </pc:sldChg>
      <pc:sldChg chg="del">
        <pc:chgData name="Fei Zheng" userId="d19317889db4c986" providerId="LiveId" clId="{8650F875-6493-6E4D-A9EE-E986B592D14B}" dt="2022-12-24T12:34:59.358" v="160" actId="2696"/>
        <pc:sldMkLst>
          <pc:docMk/>
          <pc:sldMk cId="153643958" sldId="441"/>
        </pc:sldMkLst>
      </pc:sldChg>
      <pc:sldChg chg="del">
        <pc:chgData name="Fei Zheng" userId="d19317889db4c986" providerId="LiveId" clId="{8650F875-6493-6E4D-A9EE-E986B592D14B}" dt="2022-12-24T12:34:59.356" v="159" actId="2696"/>
        <pc:sldMkLst>
          <pc:docMk/>
          <pc:sldMk cId="2244974780" sldId="442"/>
        </pc:sldMkLst>
      </pc:sldChg>
      <pc:sldChg chg="del">
        <pc:chgData name="Fei Zheng" userId="d19317889db4c986" providerId="LiveId" clId="{8650F875-6493-6E4D-A9EE-E986B592D14B}" dt="2022-12-24T12:34:59.352" v="156" actId="2696"/>
        <pc:sldMkLst>
          <pc:docMk/>
          <pc:sldMk cId="1083995" sldId="443"/>
        </pc:sldMkLst>
      </pc:sldChg>
      <pc:sldChg chg="del">
        <pc:chgData name="Fei Zheng" userId="d19317889db4c986" providerId="LiveId" clId="{8650F875-6493-6E4D-A9EE-E986B592D14B}" dt="2022-12-24T12:34:59.353" v="158" actId="2696"/>
        <pc:sldMkLst>
          <pc:docMk/>
          <pc:sldMk cId="3321044375" sldId="444"/>
        </pc:sldMkLst>
      </pc:sldChg>
      <pc:sldChg chg="del">
        <pc:chgData name="Fei Zheng" userId="d19317889db4c986" providerId="LiveId" clId="{8650F875-6493-6E4D-A9EE-E986B592D14B}" dt="2022-12-24T12:34:59.352" v="157" actId="2696"/>
        <pc:sldMkLst>
          <pc:docMk/>
          <pc:sldMk cId="2764550707" sldId="445"/>
        </pc:sldMkLst>
      </pc:sldChg>
      <pc:sldChg chg="del">
        <pc:chgData name="Fei Zheng" userId="d19317889db4c986" providerId="LiveId" clId="{8650F875-6493-6E4D-A9EE-E986B592D14B}" dt="2022-12-24T12:34:59.365" v="161" actId="2696"/>
        <pc:sldMkLst>
          <pc:docMk/>
          <pc:sldMk cId="2955644416" sldId="446"/>
        </pc:sldMkLst>
      </pc:sldChg>
    </pc:docChg>
  </pc:docChgLst>
  <pc:docChgLst>
    <pc:chgData name="Zheng Fei" userId="d19317889db4c986" providerId="LiveId" clId="{0FAFFED6-0F75-EC4F-956E-F5AB05DF54D1}"/>
    <pc:docChg chg="undo custSel addSld delSld modSld sldOrd">
      <pc:chgData name="Zheng Fei" userId="d19317889db4c986" providerId="LiveId" clId="{0FAFFED6-0F75-EC4F-956E-F5AB05DF54D1}" dt="2022-03-29T02:57:25.789" v="1396" actId="123"/>
      <pc:docMkLst>
        <pc:docMk/>
      </pc:docMkLst>
      <pc:sldChg chg="del">
        <pc:chgData name="Zheng Fei" userId="d19317889db4c986" providerId="LiveId" clId="{0FAFFED6-0F75-EC4F-956E-F5AB05DF54D1}" dt="2022-03-28T14:54:12.664" v="60" actId="2696"/>
        <pc:sldMkLst>
          <pc:docMk/>
          <pc:sldMk cId="0" sldId="261"/>
        </pc:sldMkLst>
      </pc:sldChg>
      <pc:sldChg chg="add">
        <pc:chgData name="Zheng Fei" userId="d19317889db4c986" providerId="LiveId" clId="{0FAFFED6-0F75-EC4F-956E-F5AB05DF54D1}" dt="2022-03-29T01:45:10.608" v="1298"/>
        <pc:sldMkLst>
          <pc:docMk/>
          <pc:sldMk cId="2236831178" sldId="264"/>
        </pc:sldMkLst>
      </pc:sldChg>
      <pc:sldChg chg="delSp modSp add mod">
        <pc:chgData name="Zheng Fei" userId="d19317889db4c986" providerId="LiveId" clId="{0FAFFED6-0F75-EC4F-956E-F5AB05DF54D1}" dt="2022-03-29T01:44:20.082" v="1297" actId="20577"/>
        <pc:sldMkLst>
          <pc:docMk/>
          <pc:sldMk cId="0" sldId="267"/>
        </pc:sldMkLst>
        <pc:spChg chg="del">
          <ac:chgData name="Zheng Fei" userId="d19317889db4c986" providerId="LiveId" clId="{0FAFFED6-0F75-EC4F-956E-F5AB05DF54D1}" dt="2022-03-28T15:08:07.894" v="204" actId="478"/>
          <ac:spMkLst>
            <pc:docMk/>
            <pc:sldMk cId="0" sldId="267"/>
            <ac:spMk id="8" creationId="{DA03E345-89C8-4D84-85B1-168D59241955}"/>
          </ac:spMkLst>
        </pc:spChg>
        <pc:spChg chg="mod">
          <ac:chgData name="Zheng Fei" userId="d19317889db4c986" providerId="LiveId" clId="{0FAFFED6-0F75-EC4F-956E-F5AB05DF54D1}" dt="2022-03-29T01:44:20.082" v="1297" actId="20577"/>
          <ac:spMkLst>
            <pc:docMk/>
            <pc:sldMk cId="0" sldId="267"/>
            <ac:spMk id="72707" creationId="{AB605B63-927F-C44B-8C6B-5820B085B10A}"/>
          </ac:spMkLst>
        </pc:spChg>
        <pc:spChg chg="mod">
          <ac:chgData name="Zheng Fei" userId="d19317889db4c986" providerId="LiveId" clId="{0FAFFED6-0F75-EC4F-956E-F5AB05DF54D1}" dt="2022-03-29T01:44:05.907" v="1295" actId="114"/>
          <ac:spMkLst>
            <pc:docMk/>
            <pc:sldMk cId="0" sldId="267"/>
            <ac:spMk id="72709" creationId="{7F551A94-40C9-5341-9398-4CD9F740510E}"/>
          </ac:spMkLst>
        </pc:spChg>
      </pc:sldChg>
      <pc:sldChg chg="del">
        <pc:chgData name="Zheng Fei" userId="d19317889db4c986" providerId="LiveId" clId="{0FAFFED6-0F75-EC4F-956E-F5AB05DF54D1}" dt="2022-03-28T15:44:38.295" v="1082" actId="2696"/>
        <pc:sldMkLst>
          <pc:docMk/>
          <pc:sldMk cId="0" sldId="290"/>
        </pc:sldMkLst>
      </pc:sldChg>
      <pc:sldChg chg="add del">
        <pc:chgData name="Zheng Fei" userId="d19317889db4c986" providerId="LiveId" clId="{0FAFFED6-0F75-EC4F-956E-F5AB05DF54D1}" dt="2022-03-28T14:58:53.768" v="86" actId="2696"/>
        <pc:sldMkLst>
          <pc:docMk/>
          <pc:sldMk cId="1259915869" sldId="312"/>
        </pc:sldMkLst>
      </pc:sldChg>
      <pc:sldChg chg="addSp delSp modSp add mod ord">
        <pc:chgData name="Zheng Fei" userId="d19317889db4c986" providerId="LiveId" clId="{0FAFFED6-0F75-EC4F-956E-F5AB05DF54D1}" dt="2022-03-29T01:42:24.014" v="1286" actId="20578"/>
        <pc:sldMkLst>
          <pc:docMk/>
          <pc:sldMk cId="1473580486" sldId="317"/>
        </pc:sldMkLst>
        <pc:spChg chg="mod">
          <ac:chgData name="Zheng Fei" userId="d19317889db4c986" providerId="LiveId" clId="{0FAFFED6-0F75-EC4F-956E-F5AB05DF54D1}" dt="2022-03-28T14:59:15.999" v="97" actId="1036"/>
          <ac:spMkLst>
            <pc:docMk/>
            <pc:sldMk cId="1473580486" sldId="317"/>
            <ac:spMk id="2" creationId="{C04253D1-615A-4349-BFA1-8C203190435C}"/>
          </ac:spMkLst>
        </pc:spChg>
        <pc:spChg chg="mod">
          <ac:chgData name="Zheng Fei" userId="d19317889db4c986" providerId="LiveId" clId="{0FAFFED6-0F75-EC4F-956E-F5AB05DF54D1}" dt="2022-03-28T14:59:15.999" v="97" actId="1036"/>
          <ac:spMkLst>
            <pc:docMk/>
            <pc:sldMk cId="1473580486" sldId="317"/>
            <ac:spMk id="4" creationId="{52462E01-E34B-4DF1-A664-8B7734F94F17}"/>
          </ac:spMkLst>
        </pc:spChg>
        <pc:spChg chg="mod">
          <ac:chgData name="Zheng Fei" userId="d19317889db4c986" providerId="LiveId" clId="{0FAFFED6-0F75-EC4F-956E-F5AB05DF54D1}" dt="2022-03-28T14:59:15.999" v="97" actId="1036"/>
          <ac:spMkLst>
            <pc:docMk/>
            <pc:sldMk cId="1473580486" sldId="317"/>
            <ac:spMk id="10" creationId="{CF7B7A89-7A23-4C8B-95C1-D4FD3CA81904}"/>
          </ac:spMkLst>
        </pc:spChg>
        <pc:spChg chg="mod">
          <ac:chgData name="Zheng Fei" userId="d19317889db4c986" providerId="LiveId" clId="{0FAFFED6-0F75-EC4F-956E-F5AB05DF54D1}" dt="2022-03-28T14:59:15.999" v="97" actId="1036"/>
          <ac:spMkLst>
            <pc:docMk/>
            <pc:sldMk cId="1473580486" sldId="317"/>
            <ac:spMk id="11" creationId="{637A3223-ED58-4856-8A62-1AC3B730E51F}"/>
          </ac:spMkLst>
        </pc:spChg>
        <pc:spChg chg="mod">
          <ac:chgData name="Zheng Fei" userId="d19317889db4c986" providerId="LiveId" clId="{0FAFFED6-0F75-EC4F-956E-F5AB05DF54D1}" dt="2022-03-28T14:59:15.999" v="97" actId="1036"/>
          <ac:spMkLst>
            <pc:docMk/>
            <pc:sldMk cId="1473580486" sldId="317"/>
            <ac:spMk id="12" creationId="{991BDED1-CFA8-496B-884D-E56C2695B94D}"/>
          </ac:spMkLst>
        </pc:spChg>
        <pc:spChg chg="del">
          <ac:chgData name="Zheng Fei" userId="d19317889db4c986" providerId="LiveId" clId="{0FAFFED6-0F75-EC4F-956E-F5AB05DF54D1}" dt="2022-03-28T14:58:10.222" v="74" actId="478"/>
          <ac:spMkLst>
            <pc:docMk/>
            <pc:sldMk cId="1473580486" sldId="317"/>
            <ac:spMk id="13" creationId="{62374F51-5754-B644-9C0E-5AC165FCB2D6}"/>
          </ac:spMkLst>
        </pc:spChg>
        <pc:spChg chg="del">
          <ac:chgData name="Zheng Fei" userId="d19317889db4c986" providerId="LiveId" clId="{0FAFFED6-0F75-EC4F-956E-F5AB05DF54D1}" dt="2022-03-28T14:57:59.441" v="71" actId="478"/>
          <ac:spMkLst>
            <pc:docMk/>
            <pc:sldMk cId="1473580486" sldId="317"/>
            <ac:spMk id="14" creationId="{45596301-2E89-4B6A-ADEE-ACB63C9941C2}"/>
          </ac:spMkLst>
        </pc:spChg>
        <pc:spChg chg="add mod">
          <ac:chgData name="Zheng Fei" userId="d19317889db4c986" providerId="LiveId" clId="{0FAFFED6-0F75-EC4F-956E-F5AB05DF54D1}" dt="2022-03-28T14:58:00.579" v="72"/>
          <ac:spMkLst>
            <pc:docMk/>
            <pc:sldMk cId="1473580486" sldId="317"/>
            <ac:spMk id="15" creationId="{B0A66AD1-DFC2-D344-8088-A81DCBD81700}"/>
          </ac:spMkLst>
        </pc:spChg>
        <pc:spChg chg="add mod">
          <ac:chgData name="Zheng Fei" userId="d19317889db4c986" providerId="LiveId" clId="{0FAFFED6-0F75-EC4F-956E-F5AB05DF54D1}" dt="2022-03-28T14:59:10.364" v="95" actId="1036"/>
          <ac:spMkLst>
            <pc:docMk/>
            <pc:sldMk cId="1473580486" sldId="317"/>
            <ac:spMk id="16" creationId="{5326660F-DAF7-9B4A-8D92-ADF60BFB7D13}"/>
          </ac:spMkLst>
        </pc:spChg>
        <pc:spChg chg="mod">
          <ac:chgData name="Zheng Fei" userId="d19317889db4c986" providerId="LiveId" clId="{0FAFFED6-0F75-EC4F-956E-F5AB05DF54D1}" dt="2022-03-28T14:58:25.997" v="76" actId="1076"/>
          <ac:spMkLst>
            <pc:docMk/>
            <pc:sldMk cId="1473580486" sldId="317"/>
            <ac:spMk id="64515" creationId="{D246DF8A-42A4-E542-B2AE-884BFC9AC288}"/>
          </ac:spMkLst>
        </pc:spChg>
      </pc:sldChg>
      <pc:sldChg chg="modSp">
        <pc:chgData name="Zheng Fei" userId="d19317889db4c986" providerId="LiveId" clId="{0FAFFED6-0F75-EC4F-956E-F5AB05DF54D1}" dt="2022-03-28T15:04:38.354" v="136" actId="14100"/>
        <pc:sldMkLst>
          <pc:docMk/>
          <pc:sldMk cId="4193102002" sldId="416"/>
        </pc:sldMkLst>
        <pc:spChg chg="mod">
          <ac:chgData name="Zheng Fei" userId="d19317889db4c986" providerId="LiveId" clId="{0FAFFED6-0F75-EC4F-956E-F5AB05DF54D1}" dt="2022-03-28T15:04:38.354" v="136" actId="14100"/>
          <ac:spMkLst>
            <pc:docMk/>
            <pc:sldMk cId="4193102002" sldId="416"/>
            <ac:spMk id="3" creationId="{203E0064-EA34-3647-B40E-C8C1969373D1}"/>
          </ac:spMkLst>
        </pc:spChg>
        <pc:spChg chg="mod">
          <ac:chgData name="Zheng Fei" userId="d19317889db4c986" providerId="LiveId" clId="{0FAFFED6-0F75-EC4F-956E-F5AB05DF54D1}" dt="2022-03-28T15:04:38.354" v="136" actId="14100"/>
          <ac:spMkLst>
            <pc:docMk/>
            <pc:sldMk cId="4193102002" sldId="416"/>
            <ac:spMk id="5" creationId="{A85F9281-0FE7-F747-B733-62195C76CE4F}"/>
          </ac:spMkLst>
        </pc:spChg>
        <pc:spChg chg="mod">
          <ac:chgData name="Zheng Fei" userId="d19317889db4c986" providerId="LiveId" clId="{0FAFFED6-0F75-EC4F-956E-F5AB05DF54D1}" dt="2022-03-28T15:04:38.354" v="136" actId="14100"/>
          <ac:spMkLst>
            <pc:docMk/>
            <pc:sldMk cId="4193102002" sldId="416"/>
            <ac:spMk id="6" creationId="{ED18148C-C32D-5F49-873A-967EBBFEF9E8}"/>
          </ac:spMkLst>
        </pc:spChg>
        <pc:grpChg chg="mod">
          <ac:chgData name="Zheng Fei" userId="d19317889db4c986" providerId="LiveId" clId="{0FAFFED6-0F75-EC4F-956E-F5AB05DF54D1}" dt="2022-03-28T15:04:38.354" v="136" actId="14100"/>
          <ac:grpSpMkLst>
            <pc:docMk/>
            <pc:sldMk cId="4193102002" sldId="416"/>
            <ac:grpSpMk id="17" creationId="{56BE477C-13FA-8A40-BB56-414980039F26}"/>
          </ac:grpSpMkLst>
        </pc:grpChg>
        <pc:graphicFrameChg chg="mod">
          <ac:chgData name="Zheng Fei" userId="d19317889db4c986" providerId="LiveId" clId="{0FAFFED6-0F75-EC4F-956E-F5AB05DF54D1}" dt="2022-03-28T15:04:38.354" v="136" actId="14100"/>
          <ac:graphicFrameMkLst>
            <pc:docMk/>
            <pc:sldMk cId="4193102002" sldId="416"/>
            <ac:graphicFrameMk id="4" creationId="{424FFFC0-9AFE-1642-A6F2-8AD81AACB697}"/>
          </ac:graphicFrameMkLst>
        </pc:graphicFrameChg>
        <pc:graphicFrameChg chg="mod">
          <ac:chgData name="Zheng Fei" userId="d19317889db4c986" providerId="LiveId" clId="{0FAFFED6-0F75-EC4F-956E-F5AB05DF54D1}" dt="2022-03-28T15:04:38.354" v="136" actId="14100"/>
          <ac:graphicFrameMkLst>
            <pc:docMk/>
            <pc:sldMk cId="4193102002" sldId="416"/>
            <ac:graphicFrameMk id="7" creationId="{F3A3D771-5823-1E44-8268-2229F0AE6417}"/>
          </ac:graphicFrameMkLst>
        </pc:graphicFrameChg>
        <pc:graphicFrameChg chg="mod">
          <ac:chgData name="Zheng Fei" userId="d19317889db4c986" providerId="LiveId" clId="{0FAFFED6-0F75-EC4F-956E-F5AB05DF54D1}" dt="2022-03-28T15:04:38.354" v="136" actId="14100"/>
          <ac:graphicFrameMkLst>
            <pc:docMk/>
            <pc:sldMk cId="4193102002" sldId="416"/>
            <ac:graphicFrameMk id="8" creationId="{C77833B0-30C1-0B4F-8880-3908CEB143A9}"/>
          </ac:graphicFrameMkLst>
        </pc:graphicFrameChg>
      </pc:sldChg>
      <pc:sldChg chg="addSp modSp mod">
        <pc:chgData name="Zheng Fei" userId="d19317889db4c986" providerId="LiveId" clId="{0FAFFED6-0F75-EC4F-956E-F5AB05DF54D1}" dt="2022-03-28T15:08:55.212" v="220" actId="122"/>
        <pc:sldMkLst>
          <pc:docMk/>
          <pc:sldMk cId="1115196676" sldId="417"/>
        </pc:sldMkLst>
        <pc:spChg chg="add mod">
          <ac:chgData name="Zheng Fei" userId="d19317889db4c986" providerId="LiveId" clId="{0FAFFED6-0F75-EC4F-956E-F5AB05DF54D1}" dt="2022-03-28T15:08:55.212" v="220" actId="122"/>
          <ac:spMkLst>
            <pc:docMk/>
            <pc:sldMk cId="1115196676" sldId="417"/>
            <ac:spMk id="9" creationId="{ED4F6C78-D566-DD4C-8567-F65B4E75ECFA}"/>
          </ac:spMkLst>
        </pc:spChg>
      </pc:sldChg>
      <pc:sldChg chg="addSp delSp modSp mod">
        <pc:chgData name="Zheng Fei" userId="d19317889db4c986" providerId="LiveId" clId="{0FAFFED6-0F75-EC4F-956E-F5AB05DF54D1}" dt="2022-03-28T15:12:20.912" v="257" actId="14100"/>
        <pc:sldMkLst>
          <pc:docMk/>
          <pc:sldMk cId="0" sldId="419"/>
        </pc:sldMkLst>
        <pc:spChg chg="add del mod">
          <ac:chgData name="Zheng Fei" userId="d19317889db4c986" providerId="LiveId" clId="{0FAFFED6-0F75-EC4F-956E-F5AB05DF54D1}" dt="2022-03-28T15:11:57.385" v="252" actId="478"/>
          <ac:spMkLst>
            <pc:docMk/>
            <pc:sldMk cId="0" sldId="419"/>
            <ac:spMk id="15" creationId="{08588159-2080-0944-8999-DBE7216D361B}"/>
          </ac:spMkLst>
        </pc:spChg>
        <pc:spChg chg="add mod">
          <ac:chgData name="Zheng Fei" userId="d19317889db4c986" providerId="LiveId" clId="{0FAFFED6-0F75-EC4F-956E-F5AB05DF54D1}" dt="2022-03-28T15:12:20.912" v="257" actId="14100"/>
          <ac:spMkLst>
            <pc:docMk/>
            <pc:sldMk cId="0" sldId="419"/>
            <ac:spMk id="16" creationId="{33F6B25F-4AA8-0248-8A0B-AEA7E9BDEAB7}"/>
          </ac:spMkLst>
        </pc:spChg>
      </pc:sldChg>
      <pc:sldChg chg="modSp mod">
        <pc:chgData name="Zheng Fei" userId="d19317889db4c986" providerId="LiveId" clId="{0FAFFED6-0F75-EC4F-956E-F5AB05DF54D1}" dt="2022-03-28T15:03:40.613" v="135" actId="20577"/>
        <pc:sldMkLst>
          <pc:docMk/>
          <pc:sldMk cId="2103004164" sldId="424"/>
        </pc:sldMkLst>
        <pc:spChg chg="mod">
          <ac:chgData name="Zheng Fei" userId="d19317889db4c986" providerId="LiveId" clId="{0FAFFED6-0F75-EC4F-956E-F5AB05DF54D1}" dt="2022-03-28T15:03:40.613" v="135" actId="20577"/>
          <ac:spMkLst>
            <pc:docMk/>
            <pc:sldMk cId="2103004164" sldId="424"/>
            <ac:spMk id="2" creationId="{7DE5D677-89CA-6242-A418-34510FCEFA9A}"/>
          </ac:spMkLst>
        </pc:spChg>
      </pc:sldChg>
      <pc:sldChg chg="modSp mod">
        <pc:chgData name="Zheng Fei" userId="d19317889db4c986" providerId="LiveId" clId="{0FAFFED6-0F75-EC4F-956E-F5AB05DF54D1}" dt="2022-03-29T02:57:25.789" v="1396" actId="123"/>
        <pc:sldMkLst>
          <pc:docMk/>
          <pc:sldMk cId="1492733005" sldId="425"/>
        </pc:sldMkLst>
        <pc:spChg chg="mod">
          <ac:chgData name="Zheng Fei" userId="d19317889db4c986" providerId="LiveId" clId="{0FAFFED6-0F75-EC4F-956E-F5AB05DF54D1}" dt="2022-03-29T02:57:25.789" v="1396" actId="123"/>
          <ac:spMkLst>
            <pc:docMk/>
            <pc:sldMk cId="1492733005" sldId="425"/>
            <ac:spMk id="2" creationId="{6D6A5D6E-743C-724A-B1E2-F6C266DC603D}"/>
          </ac:spMkLst>
        </pc:spChg>
      </pc:sldChg>
      <pc:sldChg chg="addSp modSp mod">
        <pc:chgData name="Zheng Fei" userId="d19317889db4c986" providerId="LiveId" clId="{0FAFFED6-0F75-EC4F-956E-F5AB05DF54D1}" dt="2022-03-28T15:11:49.314" v="251" actId="1038"/>
        <pc:sldMkLst>
          <pc:docMk/>
          <pc:sldMk cId="343483892" sldId="427"/>
        </pc:sldMkLst>
        <pc:spChg chg="add mod">
          <ac:chgData name="Zheng Fei" userId="d19317889db4c986" providerId="LiveId" clId="{0FAFFED6-0F75-EC4F-956E-F5AB05DF54D1}" dt="2022-03-28T15:11:49.314" v="251" actId="1038"/>
          <ac:spMkLst>
            <pc:docMk/>
            <pc:sldMk cId="343483892" sldId="427"/>
            <ac:spMk id="9" creationId="{DD1BDB07-3819-6645-BF3B-A464C98639CB}"/>
          </ac:spMkLst>
        </pc:spChg>
      </pc:sldChg>
      <pc:sldChg chg="modSp mod">
        <pc:chgData name="Zheng Fei" userId="d19317889db4c986" providerId="LiveId" clId="{0FAFFED6-0F75-EC4F-956E-F5AB05DF54D1}" dt="2022-03-29T01:45:25.627" v="1313" actId="14100"/>
        <pc:sldMkLst>
          <pc:docMk/>
          <pc:sldMk cId="71683781" sldId="429"/>
        </pc:sldMkLst>
        <pc:spChg chg="mod">
          <ac:chgData name="Zheng Fei" userId="d19317889db4c986" providerId="LiveId" clId="{0FAFFED6-0F75-EC4F-956E-F5AB05DF54D1}" dt="2022-03-29T01:45:25.627" v="1313" actId="14100"/>
          <ac:spMkLst>
            <pc:docMk/>
            <pc:sldMk cId="71683781" sldId="429"/>
            <ac:spMk id="2" creationId="{DD20E4AE-A837-D345-8191-9730E6D14060}"/>
          </ac:spMkLst>
        </pc:spChg>
      </pc:sldChg>
      <pc:sldChg chg="addSp modSp mod">
        <pc:chgData name="Zheng Fei" userId="d19317889db4c986" providerId="LiveId" clId="{0FAFFED6-0F75-EC4F-956E-F5AB05DF54D1}" dt="2022-03-28T15:12:43.144" v="265" actId="14100"/>
        <pc:sldMkLst>
          <pc:docMk/>
          <pc:sldMk cId="1691338530" sldId="430"/>
        </pc:sldMkLst>
        <pc:spChg chg="add mod">
          <ac:chgData name="Zheng Fei" userId="d19317889db4c986" providerId="LiveId" clId="{0FAFFED6-0F75-EC4F-956E-F5AB05DF54D1}" dt="2022-03-28T15:12:43.144" v="265" actId="14100"/>
          <ac:spMkLst>
            <pc:docMk/>
            <pc:sldMk cId="1691338530" sldId="430"/>
            <ac:spMk id="7" creationId="{E6603336-981F-9647-83CF-E3CFC007A6B7}"/>
          </ac:spMkLst>
        </pc:spChg>
      </pc:sldChg>
      <pc:sldChg chg="ord">
        <pc:chgData name="Zheng Fei" userId="d19317889db4c986" providerId="LiveId" clId="{0FAFFED6-0F75-EC4F-956E-F5AB05DF54D1}" dt="2022-03-29T01:42:30.345" v="1287" actId="20578"/>
        <pc:sldMkLst>
          <pc:docMk/>
          <pc:sldMk cId="3748940959" sldId="431"/>
        </pc:sldMkLst>
      </pc:sldChg>
      <pc:sldChg chg="addSp delSp modSp mod">
        <pc:chgData name="Zheng Fei" userId="d19317889db4c986" providerId="LiveId" clId="{0FAFFED6-0F75-EC4F-956E-F5AB05DF54D1}" dt="2022-03-29T02:20:49.349" v="1388" actId="20577"/>
        <pc:sldMkLst>
          <pc:docMk/>
          <pc:sldMk cId="2421043722" sldId="433"/>
        </pc:sldMkLst>
        <pc:spChg chg="mod">
          <ac:chgData name="Zheng Fei" userId="d19317889db4c986" providerId="LiveId" clId="{0FAFFED6-0F75-EC4F-956E-F5AB05DF54D1}" dt="2022-03-28T14:54:36.238" v="69" actId="1035"/>
          <ac:spMkLst>
            <pc:docMk/>
            <pc:sldMk cId="2421043722" sldId="433"/>
            <ac:spMk id="8" creationId="{DD9DDEC0-B072-4E9B-86A2-B69CC2F0FC8D}"/>
          </ac:spMkLst>
        </pc:spChg>
        <pc:spChg chg="add mod">
          <ac:chgData name="Zheng Fei" userId="d19317889db4c986" providerId="LiveId" clId="{0FAFFED6-0F75-EC4F-956E-F5AB05DF54D1}" dt="2022-03-28T14:54:26.257" v="63" actId="1076"/>
          <ac:spMkLst>
            <pc:docMk/>
            <pc:sldMk cId="2421043722" sldId="433"/>
            <ac:spMk id="26" creationId="{A4BCA90A-0F62-1A47-8519-D62963FE7434}"/>
          </ac:spMkLst>
        </pc:spChg>
        <pc:spChg chg="mod">
          <ac:chgData name="Zheng Fei" userId="d19317889db4c986" providerId="LiveId" clId="{0FAFFED6-0F75-EC4F-956E-F5AB05DF54D1}" dt="2022-03-29T02:20:49.349" v="1388" actId="20577"/>
          <ac:spMkLst>
            <pc:docMk/>
            <pc:sldMk cId="2421043722" sldId="433"/>
            <ac:spMk id="38" creationId="{7657883A-9A21-4031-8CBF-F3891157ADAD}"/>
          </ac:spMkLst>
        </pc:spChg>
        <pc:spChg chg="mod">
          <ac:chgData name="Zheng Fei" userId="d19317889db4c986" providerId="LiveId" clId="{0FAFFED6-0F75-EC4F-956E-F5AB05DF54D1}" dt="2022-03-28T15:00:02.785" v="102" actId="1036"/>
          <ac:spMkLst>
            <pc:docMk/>
            <pc:sldMk cId="2421043722" sldId="433"/>
            <ac:spMk id="39" creationId="{CD21BE2D-F8FD-40A1-8793-33A7DA31068C}"/>
          </ac:spMkLst>
        </pc:spChg>
        <pc:spChg chg="mod">
          <ac:chgData name="Zheng Fei" userId="d19317889db4c986" providerId="LiveId" clId="{0FAFFED6-0F75-EC4F-956E-F5AB05DF54D1}" dt="2022-03-28T15:00:06.502" v="105" actId="1036"/>
          <ac:spMkLst>
            <pc:docMk/>
            <pc:sldMk cId="2421043722" sldId="433"/>
            <ac:spMk id="40" creationId="{A206F477-AB39-4DEE-A39B-739B6754FA8B}"/>
          </ac:spMkLst>
        </pc:spChg>
        <pc:spChg chg="mod">
          <ac:chgData name="Zheng Fei" userId="d19317889db4c986" providerId="LiveId" clId="{0FAFFED6-0F75-EC4F-956E-F5AB05DF54D1}" dt="2022-03-28T14:54:36.238" v="69" actId="1035"/>
          <ac:spMkLst>
            <pc:docMk/>
            <pc:sldMk cId="2421043722" sldId="433"/>
            <ac:spMk id="46" creationId="{1E526CB6-E2D8-48AF-BF9E-22CD23001CC2}"/>
          </ac:spMkLst>
        </pc:spChg>
        <pc:spChg chg="mod">
          <ac:chgData name="Zheng Fei" userId="d19317889db4c986" providerId="LiveId" clId="{0FAFFED6-0F75-EC4F-956E-F5AB05DF54D1}" dt="2022-03-28T14:54:36.238" v="69" actId="1035"/>
          <ac:spMkLst>
            <pc:docMk/>
            <pc:sldMk cId="2421043722" sldId="433"/>
            <ac:spMk id="47" creationId="{3A5C87F1-9CC1-4A6E-AC74-F62D14AA12F4}"/>
          </ac:spMkLst>
        </pc:spChg>
        <pc:graphicFrameChg chg="del">
          <ac:chgData name="Zheng Fei" userId="d19317889db4c986" providerId="LiveId" clId="{0FAFFED6-0F75-EC4F-956E-F5AB05DF54D1}" dt="2022-03-28T14:54:21.949" v="61" actId="478"/>
          <ac:graphicFrameMkLst>
            <pc:docMk/>
            <pc:sldMk cId="2421043722" sldId="433"/>
            <ac:graphicFrameMk id="9" creationId="{04AEA3D3-E96B-4D62-900E-0DDAAF2F1859}"/>
          </ac:graphicFrameMkLst>
        </pc:graphicFrameChg>
      </pc:sldChg>
      <pc:sldChg chg="addSp modSp mod">
        <pc:chgData name="Zheng Fei" userId="d19317889db4c986" providerId="LiveId" clId="{0FAFFED6-0F75-EC4F-956E-F5AB05DF54D1}" dt="2022-03-29T01:46:38.308" v="1343" actId="1076"/>
        <pc:sldMkLst>
          <pc:docMk/>
          <pc:sldMk cId="2298298171" sldId="435"/>
        </pc:sldMkLst>
        <pc:spChg chg="mod">
          <ac:chgData name="Zheng Fei" userId="d19317889db4c986" providerId="LiveId" clId="{0FAFFED6-0F75-EC4F-956E-F5AB05DF54D1}" dt="2022-03-29T01:46:38.308" v="1343" actId="1076"/>
          <ac:spMkLst>
            <pc:docMk/>
            <pc:sldMk cId="2298298171" sldId="435"/>
            <ac:spMk id="2" creationId="{02226945-ADD4-4688-AE9E-357122B8C72F}"/>
          </ac:spMkLst>
        </pc:spChg>
        <pc:spChg chg="add mod">
          <ac:chgData name="Zheng Fei" userId="d19317889db4c986" providerId="LiveId" clId="{0FAFFED6-0F75-EC4F-956E-F5AB05DF54D1}" dt="2022-03-28T15:14:16.926" v="271" actId="2711"/>
          <ac:spMkLst>
            <pc:docMk/>
            <pc:sldMk cId="2298298171" sldId="435"/>
            <ac:spMk id="3" creationId="{BD1F0C78-207F-5343-BF0B-703770E14548}"/>
          </ac:spMkLst>
        </pc:spChg>
        <pc:spChg chg="add mod">
          <ac:chgData name="Zheng Fei" userId="d19317889db4c986" providerId="LiveId" clId="{0FAFFED6-0F75-EC4F-956E-F5AB05DF54D1}" dt="2022-03-28T15:14:45.821" v="292" actId="20577"/>
          <ac:spMkLst>
            <pc:docMk/>
            <pc:sldMk cId="2298298171" sldId="435"/>
            <ac:spMk id="5" creationId="{233189B8-4D0E-664E-8FCE-3DAD813934A2}"/>
          </ac:spMkLst>
        </pc:spChg>
        <pc:graphicFrameChg chg="add mod">
          <ac:chgData name="Zheng Fei" userId="d19317889db4c986" providerId="LiveId" clId="{0FAFFED6-0F75-EC4F-956E-F5AB05DF54D1}" dt="2022-03-28T15:14:05.779" v="270"/>
          <ac:graphicFrameMkLst>
            <pc:docMk/>
            <pc:sldMk cId="2298298171" sldId="435"/>
            <ac:graphicFrameMk id="4" creationId="{29F20211-C213-2146-ACF3-A72523915AA0}"/>
          </ac:graphicFrameMkLst>
        </pc:graphicFrameChg>
      </pc:sldChg>
      <pc:sldChg chg="addSp modSp mod">
        <pc:chgData name="Zheng Fei" userId="d19317889db4c986" providerId="LiveId" clId="{0FAFFED6-0F75-EC4F-956E-F5AB05DF54D1}" dt="2022-03-29T01:46:46.842" v="1366" actId="20577"/>
        <pc:sldMkLst>
          <pc:docMk/>
          <pc:sldMk cId="3487854064" sldId="436"/>
        </pc:sldMkLst>
        <pc:spChg chg="mod">
          <ac:chgData name="Zheng Fei" userId="d19317889db4c986" providerId="LiveId" clId="{0FAFFED6-0F75-EC4F-956E-F5AB05DF54D1}" dt="2022-03-29T01:46:46.842" v="1366" actId="20577"/>
          <ac:spMkLst>
            <pc:docMk/>
            <pc:sldMk cId="3487854064" sldId="436"/>
            <ac:spMk id="2" creationId="{02226945-ADD4-4688-AE9E-357122B8C72F}"/>
          </ac:spMkLst>
        </pc:spChg>
        <pc:spChg chg="add mod">
          <ac:chgData name="Zheng Fei" userId="d19317889db4c986" providerId="LiveId" clId="{0FAFFED6-0F75-EC4F-956E-F5AB05DF54D1}" dt="2022-03-28T15:45:00.695" v="1088" actId="20577"/>
          <ac:spMkLst>
            <pc:docMk/>
            <pc:sldMk cId="3487854064" sldId="436"/>
            <ac:spMk id="3" creationId="{9DAEE769-1A98-AD48-BEF8-3BC21F43452A}"/>
          </ac:spMkLst>
        </pc:spChg>
      </pc:sldChg>
      <pc:sldChg chg="addSp delSp modSp add mod">
        <pc:chgData name="Zheng Fei" userId="d19317889db4c986" providerId="LiveId" clId="{0FAFFED6-0F75-EC4F-956E-F5AB05DF54D1}" dt="2022-03-29T01:41:15.700" v="1285" actId="1035"/>
        <pc:sldMkLst>
          <pc:docMk/>
          <pc:sldMk cId="0" sldId="437"/>
        </pc:sldMkLst>
        <pc:spChg chg="add mod">
          <ac:chgData name="Zheng Fei" userId="d19317889db4c986" providerId="LiveId" clId="{0FAFFED6-0F75-EC4F-956E-F5AB05DF54D1}" dt="2022-03-28T14:52:41.375" v="16" actId="114"/>
          <ac:spMkLst>
            <pc:docMk/>
            <pc:sldMk cId="0" sldId="437"/>
            <ac:spMk id="18" creationId="{B9AF1E07-6120-0642-A4A3-A783E3F17F06}"/>
          </ac:spMkLst>
        </pc:spChg>
        <pc:spChg chg="add mod">
          <ac:chgData name="Zheng Fei" userId="d19317889db4c986" providerId="LiveId" clId="{0FAFFED6-0F75-EC4F-956E-F5AB05DF54D1}" dt="2022-03-28T14:53:01.206" v="26" actId="114"/>
          <ac:spMkLst>
            <pc:docMk/>
            <pc:sldMk cId="0" sldId="437"/>
            <ac:spMk id="19" creationId="{D969CDDD-E57B-074D-9783-0683F5072757}"/>
          </ac:spMkLst>
        </pc:spChg>
        <pc:spChg chg="add mod">
          <ac:chgData name="Zheng Fei" userId="d19317889db4c986" providerId="LiveId" clId="{0FAFFED6-0F75-EC4F-956E-F5AB05DF54D1}" dt="2022-03-28T14:53:38.806" v="48" actId="114"/>
          <ac:spMkLst>
            <pc:docMk/>
            <pc:sldMk cId="0" sldId="437"/>
            <ac:spMk id="20" creationId="{17CF0D2B-1E35-4842-A0F6-1B70D265081C}"/>
          </ac:spMkLst>
        </pc:spChg>
        <pc:spChg chg="mod">
          <ac:chgData name="Zheng Fei" userId="d19317889db4c986" providerId="LiveId" clId="{0FAFFED6-0F75-EC4F-956E-F5AB05DF54D1}" dt="2022-03-29T01:41:15.700" v="1285" actId="1035"/>
          <ac:spMkLst>
            <pc:docMk/>
            <pc:sldMk cId="0" sldId="437"/>
            <ac:spMk id="65539" creationId="{48460FEB-F4CE-D04E-A143-F9F791A96B39}"/>
          </ac:spMkLst>
        </pc:spChg>
        <pc:spChg chg="mod">
          <ac:chgData name="Zheng Fei" userId="d19317889db4c986" providerId="LiveId" clId="{0FAFFED6-0F75-EC4F-956E-F5AB05DF54D1}" dt="2022-03-29T01:41:15.700" v="1285" actId="1035"/>
          <ac:spMkLst>
            <pc:docMk/>
            <pc:sldMk cId="0" sldId="437"/>
            <ac:spMk id="65541" creationId="{92709FDD-3D1F-0D47-95BB-280C4A4C6694}"/>
          </ac:spMkLst>
        </pc:spChg>
        <pc:graphicFrameChg chg="del">
          <ac:chgData name="Zheng Fei" userId="d19317889db4c986" providerId="LiveId" clId="{0FAFFED6-0F75-EC4F-956E-F5AB05DF54D1}" dt="2022-03-28T14:53:06.776" v="27" actId="478"/>
          <ac:graphicFrameMkLst>
            <pc:docMk/>
            <pc:sldMk cId="0" sldId="437"/>
            <ac:graphicFrameMk id="9" creationId="{BA6B681B-FFC7-487E-A45B-71F7645BC71B}"/>
          </ac:graphicFrameMkLst>
        </pc:graphicFrameChg>
        <pc:graphicFrameChg chg="del">
          <ac:chgData name="Zheng Fei" userId="d19317889db4c986" providerId="LiveId" clId="{0FAFFED6-0F75-EC4F-956E-F5AB05DF54D1}" dt="2022-03-28T14:52:44.120" v="17" actId="478"/>
          <ac:graphicFrameMkLst>
            <pc:docMk/>
            <pc:sldMk cId="0" sldId="437"/>
            <ac:graphicFrameMk id="10" creationId="{0BAA05A4-9427-4A5A-AE04-0F0E8D1C6D1D}"/>
          </ac:graphicFrameMkLst>
        </pc:graphicFrameChg>
        <pc:graphicFrameChg chg="del">
          <ac:chgData name="Zheng Fei" userId="d19317889db4c986" providerId="LiveId" clId="{0FAFFED6-0F75-EC4F-956E-F5AB05DF54D1}" dt="2022-03-28T14:52:26.314" v="10" actId="478"/>
          <ac:graphicFrameMkLst>
            <pc:docMk/>
            <pc:sldMk cId="0" sldId="437"/>
            <ac:graphicFrameMk id="11" creationId="{03C49BCA-BA2E-4DA2-9583-9B227518A227}"/>
          </ac:graphicFrameMkLst>
        </pc:graphicFrameChg>
      </pc:sldChg>
      <pc:sldChg chg="add">
        <pc:chgData name="Zheng Fei" userId="d19317889db4c986" providerId="LiveId" clId="{0FAFFED6-0F75-EC4F-956E-F5AB05DF54D1}" dt="2022-03-28T15:05:23.368" v="137"/>
        <pc:sldMkLst>
          <pc:docMk/>
          <pc:sldMk cId="3619639217" sldId="438"/>
        </pc:sldMkLst>
      </pc:sldChg>
      <pc:sldChg chg="addSp modSp new mod">
        <pc:chgData name="Zheng Fei" userId="d19317889db4c986" providerId="LiveId" clId="{0FAFFED6-0F75-EC4F-956E-F5AB05DF54D1}" dt="2022-03-29T01:46:52.676" v="1386" actId="20577"/>
        <pc:sldMkLst>
          <pc:docMk/>
          <pc:sldMk cId="3406065963" sldId="439"/>
        </pc:sldMkLst>
        <pc:spChg chg="add mod">
          <ac:chgData name="Zheng Fei" userId="d19317889db4c986" providerId="LiveId" clId="{0FAFFED6-0F75-EC4F-956E-F5AB05DF54D1}" dt="2022-03-29T01:46:52.676" v="1386" actId="20577"/>
          <ac:spMkLst>
            <pc:docMk/>
            <pc:sldMk cId="3406065963" sldId="439"/>
            <ac:spMk id="2" creationId="{984368C9-68F2-8349-8AD9-D9857C4912E0}"/>
          </ac:spMkLst>
        </pc:spChg>
        <pc:spChg chg="add mod">
          <ac:chgData name="Zheng Fei" userId="d19317889db4c986" providerId="LiveId" clId="{0FAFFED6-0F75-EC4F-956E-F5AB05DF54D1}" dt="2022-03-28T15:47:11.968" v="1274" actId="1036"/>
          <ac:spMkLst>
            <pc:docMk/>
            <pc:sldMk cId="3406065963" sldId="439"/>
            <ac:spMk id="8" creationId="{217F5D87-65CB-D242-95C6-33F26CF50FCF}"/>
          </ac:spMkLst>
        </pc:spChg>
        <pc:picChg chg="add mod modCrop">
          <ac:chgData name="Zheng Fei" userId="d19317889db4c986" providerId="LiveId" clId="{0FAFFED6-0F75-EC4F-956E-F5AB05DF54D1}" dt="2022-03-28T15:43:35.088" v="1070" actId="1076"/>
          <ac:picMkLst>
            <pc:docMk/>
            <pc:sldMk cId="3406065963" sldId="439"/>
            <ac:picMk id="4" creationId="{E267B64B-E234-B240-A269-78248FEF4A87}"/>
          </ac:picMkLst>
        </pc:picChg>
        <pc:picChg chg="add mod modCrop">
          <ac:chgData name="Zheng Fei" userId="d19317889db4c986" providerId="LiveId" clId="{0FAFFED6-0F75-EC4F-956E-F5AB05DF54D1}" dt="2022-03-28T15:43:35.088" v="1070" actId="1076"/>
          <ac:picMkLst>
            <pc:docMk/>
            <pc:sldMk cId="3406065963" sldId="439"/>
            <ac:picMk id="5" creationId="{983B9655-8ACE-CD4D-AA04-DCBCFAEA5DC1}"/>
          </ac:picMkLst>
        </pc:picChg>
        <pc:picChg chg="add mod modCrop">
          <ac:chgData name="Zheng Fei" userId="d19317889db4c986" providerId="LiveId" clId="{0FAFFED6-0F75-EC4F-956E-F5AB05DF54D1}" dt="2022-03-28T15:47:07.067" v="1269" actId="1036"/>
          <ac:picMkLst>
            <pc:docMk/>
            <pc:sldMk cId="3406065963" sldId="439"/>
            <ac:picMk id="6" creationId="{CCACEAB5-826F-2240-BDF2-ECB966E432BD}"/>
          </ac:picMkLst>
        </pc:picChg>
      </pc:sldChg>
    </pc:docChg>
  </pc:docChgLst>
  <pc:docChgLst>
    <pc:chgData name="Fei Zheng" userId="d19317889db4c986" providerId="LiveId" clId="{1BEF2CEC-184C-6B4E-B697-255A48E63613}"/>
    <pc:docChg chg="undo custSel addSld delSld modSld sldOrd">
      <pc:chgData name="Fei Zheng" userId="d19317889db4c986" providerId="LiveId" clId="{1BEF2CEC-184C-6B4E-B697-255A48E63613}" dt="2023-03-09T06:00:25.389" v="410"/>
      <pc:docMkLst>
        <pc:docMk/>
      </pc:docMkLst>
      <pc:sldChg chg="addSp modSp mod modAnim">
        <pc:chgData name="Fei Zheng" userId="d19317889db4c986" providerId="LiveId" clId="{1BEF2CEC-184C-6B4E-B697-255A48E63613}" dt="2023-03-09T05:59:16.643" v="407" actId="207"/>
        <pc:sldMkLst>
          <pc:docMk/>
          <pc:sldMk cId="2103004164" sldId="424"/>
        </pc:sldMkLst>
        <pc:spChg chg="mod">
          <ac:chgData name="Fei Zheng" userId="d19317889db4c986" providerId="LiveId" clId="{1BEF2CEC-184C-6B4E-B697-255A48E63613}" dt="2023-03-09T05:57:38.345" v="392" actId="21"/>
          <ac:spMkLst>
            <pc:docMk/>
            <pc:sldMk cId="2103004164" sldId="424"/>
            <ac:spMk id="2" creationId="{7DE5D677-89CA-6242-A418-34510FCEFA9A}"/>
          </ac:spMkLst>
        </pc:spChg>
        <pc:spChg chg="add mod">
          <ac:chgData name="Fei Zheng" userId="d19317889db4c986" providerId="LiveId" clId="{1BEF2CEC-184C-6B4E-B697-255A48E63613}" dt="2023-03-09T05:57:20.640" v="389" actId="1076"/>
          <ac:spMkLst>
            <pc:docMk/>
            <pc:sldMk cId="2103004164" sldId="424"/>
            <ac:spMk id="8" creationId="{47851FA2-F6D7-F20A-F87F-8232841FA4E2}"/>
          </ac:spMkLst>
        </pc:spChg>
        <pc:spChg chg="add mod">
          <ac:chgData name="Fei Zheng" userId="d19317889db4c986" providerId="LiveId" clId="{1BEF2CEC-184C-6B4E-B697-255A48E63613}" dt="2023-03-09T05:57:20.640" v="389" actId="1076"/>
          <ac:spMkLst>
            <pc:docMk/>
            <pc:sldMk cId="2103004164" sldId="424"/>
            <ac:spMk id="9" creationId="{A11229FE-F8A4-B0DF-0473-07E66653842D}"/>
          </ac:spMkLst>
        </pc:spChg>
        <pc:spChg chg="add mod">
          <ac:chgData name="Fei Zheng" userId="d19317889db4c986" providerId="LiveId" clId="{1BEF2CEC-184C-6B4E-B697-255A48E63613}" dt="2023-03-09T05:57:20.640" v="389" actId="1076"/>
          <ac:spMkLst>
            <pc:docMk/>
            <pc:sldMk cId="2103004164" sldId="424"/>
            <ac:spMk id="10" creationId="{5DBD87A5-654D-C136-3E87-8327B45066F3}"/>
          </ac:spMkLst>
        </pc:spChg>
        <pc:spChg chg="add mod">
          <ac:chgData name="Fei Zheng" userId="d19317889db4c986" providerId="LiveId" clId="{1BEF2CEC-184C-6B4E-B697-255A48E63613}" dt="2023-03-09T05:57:20.640" v="389" actId="1076"/>
          <ac:spMkLst>
            <pc:docMk/>
            <pc:sldMk cId="2103004164" sldId="424"/>
            <ac:spMk id="11" creationId="{7DFB6E47-4A36-AF54-4188-A7AFB87CFF03}"/>
          </ac:spMkLst>
        </pc:spChg>
        <pc:spChg chg="add mod">
          <ac:chgData name="Fei Zheng" userId="d19317889db4c986" providerId="LiveId" clId="{1BEF2CEC-184C-6B4E-B697-255A48E63613}" dt="2023-03-09T05:58:11.983" v="399" actId="21"/>
          <ac:spMkLst>
            <pc:docMk/>
            <pc:sldMk cId="2103004164" sldId="424"/>
            <ac:spMk id="14" creationId="{1FC5EEBB-7CEA-0EA5-CF6C-66458EDB4662}"/>
          </ac:spMkLst>
        </pc:spChg>
        <pc:spChg chg="add mod">
          <ac:chgData name="Fei Zheng" userId="d19317889db4c986" providerId="LiveId" clId="{1BEF2CEC-184C-6B4E-B697-255A48E63613}" dt="2023-03-09T05:59:16.643" v="407" actId="207"/>
          <ac:spMkLst>
            <pc:docMk/>
            <pc:sldMk cId="2103004164" sldId="424"/>
            <ac:spMk id="16" creationId="{10020ED2-C13F-17E4-BEEB-AFB138936667}"/>
          </ac:spMkLst>
        </pc:spChg>
        <pc:grpChg chg="add">
          <ac:chgData name="Fei Zheng" userId="d19317889db4c986" providerId="LiveId" clId="{1BEF2CEC-184C-6B4E-B697-255A48E63613}" dt="2023-03-09T05:57:24.187" v="390" actId="164"/>
          <ac:grpSpMkLst>
            <pc:docMk/>
            <pc:sldMk cId="2103004164" sldId="424"/>
            <ac:grpSpMk id="12" creationId="{91BBF50D-C0EA-0205-6757-E50724641580}"/>
          </ac:grpSpMkLst>
        </pc:grpChg>
        <pc:cxnChg chg="add mod">
          <ac:chgData name="Fei Zheng" userId="d19317889db4c986" providerId="LiveId" clId="{1BEF2CEC-184C-6B4E-B697-255A48E63613}" dt="2023-03-09T05:57:20.640" v="389" actId="1076"/>
          <ac:cxnSpMkLst>
            <pc:docMk/>
            <pc:sldMk cId="2103004164" sldId="424"/>
            <ac:cxnSpMk id="6" creationId="{7555D78D-F81C-9F19-6112-EED2883B7F85}"/>
          </ac:cxnSpMkLst>
        </pc:cxnChg>
        <pc:cxnChg chg="add mod">
          <ac:chgData name="Fei Zheng" userId="d19317889db4c986" providerId="LiveId" clId="{1BEF2CEC-184C-6B4E-B697-255A48E63613}" dt="2023-03-09T05:57:20.640" v="389" actId="1076"/>
          <ac:cxnSpMkLst>
            <pc:docMk/>
            <pc:sldMk cId="2103004164" sldId="424"/>
            <ac:cxnSpMk id="7" creationId="{8ACA6758-F4EB-F333-DBE0-6713CB5929A0}"/>
          </ac:cxnSpMkLst>
        </pc:cxnChg>
      </pc:sldChg>
      <pc:sldChg chg="addSp delSp modSp mod modAnim">
        <pc:chgData name="Fei Zheng" userId="d19317889db4c986" providerId="LiveId" clId="{1BEF2CEC-184C-6B4E-B697-255A48E63613}" dt="2023-03-09T04:21:56.018" v="202"/>
        <pc:sldMkLst>
          <pc:docMk/>
          <pc:sldMk cId="3406065963" sldId="439"/>
        </pc:sldMkLst>
        <pc:spChg chg="del">
          <ac:chgData name="Fei Zheng" userId="d19317889db4c986" providerId="LiveId" clId="{1BEF2CEC-184C-6B4E-B697-255A48E63613}" dt="2023-03-09T04:21:55.240" v="201" actId="478"/>
          <ac:spMkLst>
            <pc:docMk/>
            <pc:sldMk cId="3406065963" sldId="439"/>
            <ac:spMk id="3" creationId="{E491F375-7E11-8289-EC82-CA60928A82AB}"/>
          </ac:spMkLst>
        </pc:spChg>
        <pc:spChg chg="del">
          <ac:chgData name="Fei Zheng" userId="d19317889db4c986" providerId="LiveId" clId="{1BEF2CEC-184C-6B4E-B697-255A48E63613}" dt="2023-03-09T04:20:27.825" v="184" actId="478"/>
          <ac:spMkLst>
            <pc:docMk/>
            <pc:sldMk cId="3406065963" sldId="439"/>
            <ac:spMk id="8" creationId="{217F5D87-65CB-D242-95C6-33F26CF50FCF}"/>
          </ac:spMkLst>
        </pc:spChg>
        <pc:spChg chg="add mod">
          <ac:chgData name="Fei Zheng" userId="d19317889db4c986" providerId="LiveId" clId="{1BEF2CEC-184C-6B4E-B697-255A48E63613}" dt="2023-03-09T04:21:56.018" v="202"/>
          <ac:spMkLst>
            <pc:docMk/>
            <pc:sldMk cId="3406065963" sldId="439"/>
            <ac:spMk id="9" creationId="{4E67BD1D-DD79-D9D4-627E-9B5B09C3B9B4}"/>
          </ac:spMkLst>
        </pc:spChg>
        <pc:picChg chg="add mod">
          <ac:chgData name="Fei Zheng" userId="d19317889db4c986" providerId="LiveId" clId="{1BEF2CEC-184C-6B4E-B697-255A48E63613}" dt="2023-03-09T04:21:36.548" v="199" actId="1076"/>
          <ac:picMkLst>
            <pc:docMk/>
            <pc:sldMk cId="3406065963" sldId="439"/>
            <ac:picMk id="2" creationId="{107A2494-E999-A973-51E5-D95074CE7CA4}"/>
          </ac:picMkLst>
        </pc:picChg>
        <pc:picChg chg="mod">
          <ac:chgData name="Fei Zheng" userId="d19317889db4c986" providerId="LiveId" clId="{1BEF2CEC-184C-6B4E-B697-255A48E63613}" dt="2023-03-09T04:20:41.763" v="187" actId="1076"/>
          <ac:picMkLst>
            <pc:docMk/>
            <pc:sldMk cId="3406065963" sldId="439"/>
            <ac:picMk id="4" creationId="{E267B64B-E234-B240-A269-78248FEF4A87}"/>
          </ac:picMkLst>
        </pc:picChg>
        <pc:picChg chg="del">
          <ac:chgData name="Fei Zheng" userId="d19317889db4c986" providerId="LiveId" clId="{1BEF2CEC-184C-6B4E-B697-255A48E63613}" dt="2023-03-09T04:20:29.548" v="185" actId="478"/>
          <ac:picMkLst>
            <pc:docMk/>
            <pc:sldMk cId="3406065963" sldId="439"/>
            <ac:picMk id="6" creationId="{CCACEAB5-826F-2240-BDF2-ECB966E432BD}"/>
          </ac:picMkLst>
        </pc:picChg>
        <pc:inkChg chg="del">
          <ac:chgData name="Fei Zheng" userId="d19317889db4c986" providerId="LiveId" clId="{1BEF2CEC-184C-6B4E-B697-255A48E63613}" dt="2023-03-09T04:20:43.628" v="188" actId="478"/>
          <ac:inkMkLst>
            <pc:docMk/>
            <pc:sldMk cId="3406065963" sldId="439"/>
            <ac:inkMk id="30" creationId="{5F042E85-49BC-A679-B93E-3ACB916CBFED}"/>
          </ac:inkMkLst>
        </pc:inkChg>
        <pc:inkChg chg="del">
          <ac:chgData name="Fei Zheng" userId="d19317889db4c986" providerId="LiveId" clId="{1BEF2CEC-184C-6B4E-B697-255A48E63613}" dt="2023-03-09T04:21:09.431" v="194" actId="478"/>
          <ac:inkMkLst>
            <pc:docMk/>
            <pc:sldMk cId="3406065963" sldId="439"/>
            <ac:inkMk id="36" creationId="{0711CC2D-95F7-E333-28B4-48827F6D93C5}"/>
          </ac:inkMkLst>
        </pc:inkChg>
        <pc:inkChg chg="del">
          <ac:chgData name="Fei Zheng" userId="d19317889db4c986" providerId="LiveId" clId="{1BEF2CEC-184C-6B4E-B697-255A48E63613}" dt="2023-03-09T04:21:05.445" v="193" actId="478"/>
          <ac:inkMkLst>
            <pc:docMk/>
            <pc:sldMk cId="3406065963" sldId="439"/>
            <ac:inkMk id="37" creationId="{EDEA6982-0CB0-EDCB-394B-1907ED5A32F6}"/>
          </ac:inkMkLst>
        </pc:inkChg>
        <pc:inkChg chg="del">
          <ac:chgData name="Fei Zheng" userId="d19317889db4c986" providerId="LiveId" clId="{1BEF2CEC-184C-6B4E-B697-255A48E63613}" dt="2023-03-09T04:20:57.388" v="192" actId="478"/>
          <ac:inkMkLst>
            <pc:docMk/>
            <pc:sldMk cId="3406065963" sldId="439"/>
            <ac:inkMk id="38" creationId="{D1B2B818-AF48-7CB6-9A02-36B9EB0DF830}"/>
          </ac:inkMkLst>
        </pc:inkChg>
        <pc:inkChg chg="del">
          <ac:chgData name="Fei Zheng" userId="d19317889db4c986" providerId="LiveId" clId="{1BEF2CEC-184C-6B4E-B697-255A48E63613}" dt="2023-03-09T04:20:57.388" v="192" actId="478"/>
          <ac:inkMkLst>
            <pc:docMk/>
            <pc:sldMk cId="3406065963" sldId="439"/>
            <ac:inkMk id="41" creationId="{21F0A52F-8EBC-DD58-230A-72FE1C511456}"/>
          </ac:inkMkLst>
        </pc:inkChg>
        <pc:inkChg chg="del">
          <ac:chgData name="Fei Zheng" userId="d19317889db4c986" providerId="LiveId" clId="{1BEF2CEC-184C-6B4E-B697-255A48E63613}" dt="2023-03-09T04:20:57.388" v="192" actId="478"/>
          <ac:inkMkLst>
            <pc:docMk/>
            <pc:sldMk cId="3406065963" sldId="439"/>
            <ac:inkMk id="42" creationId="{FA686492-3870-7A3D-5F77-542615BD6ACB}"/>
          </ac:inkMkLst>
        </pc:inkChg>
        <pc:inkChg chg="del">
          <ac:chgData name="Fei Zheng" userId="d19317889db4c986" providerId="LiveId" clId="{1BEF2CEC-184C-6B4E-B697-255A48E63613}" dt="2023-03-09T04:20:57.388" v="192" actId="478"/>
          <ac:inkMkLst>
            <pc:docMk/>
            <pc:sldMk cId="3406065963" sldId="439"/>
            <ac:inkMk id="43" creationId="{827E7B1D-41CE-3B7E-0C3C-B19CEA5EE430}"/>
          </ac:inkMkLst>
        </pc:inkChg>
        <pc:inkChg chg="del">
          <ac:chgData name="Fei Zheng" userId="d19317889db4c986" providerId="LiveId" clId="{1BEF2CEC-184C-6B4E-B697-255A48E63613}" dt="2023-03-09T04:20:57.388" v="192" actId="478"/>
          <ac:inkMkLst>
            <pc:docMk/>
            <pc:sldMk cId="3406065963" sldId="439"/>
            <ac:inkMk id="44" creationId="{3CC8AFF7-C123-7B1E-3A26-3C1DB34DCC26}"/>
          </ac:inkMkLst>
        </pc:inkChg>
        <pc:inkChg chg="del">
          <ac:chgData name="Fei Zheng" userId="d19317889db4c986" providerId="LiveId" clId="{1BEF2CEC-184C-6B4E-B697-255A48E63613}" dt="2023-03-09T04:20:53.904" v="191" actId="478"/>
          <ac:inkMkLst>
            <pc:docMk/>
            <pc:sldMk cId="3406065963" sldId="439"/>
            <ac:inkMk id="46" creationId="{8E0C4E27-E3FA-82CC-95D6-F4BEFAC4F280}"/>
          </ac:inkMkLst>
        </pc:inkChg>
        <pc:inkChg chg="del">
          <ac:chgData name="Fei Zheng" userId="d19317889db4c986" providerId="LiveId" clId="{1BEF2CEC-184C-6B4E-B697-255A48E63613}" dt="2023-03-09T04:20:53.904" v="191" actId="478"/>
          <ac:inkMkLst>
            <pc:docMk/>
            <pc:sldMk cId="3406065963" sldId="439"/>
            <ac:inkMk id="47" creationId="{CC12D173-265E-12FC-FECE-EBA7FC7E5AC6}"/>
          </ac:inkMkLst>
        </pc:inkChg>
        <pc:inkChg chg="del">
          <ac:chgData name="Fei Zheng" userId="d19317889db4c986" providerId="LiveId" clId="{1BEF2CEC-184C-6B4E-B697-255A48E63613}" dt="2023-03-09T04:20:53.904" v="191" actId="478"/>
          <ac:inkMkLst>
            <pc:docMk/>
            <pc:sldMk cId="3406065963" sldId="439"/>
            <ac:inkMk id="48" creationId="{07CD88B9-9049-5789-23DA-59115DB1D85A}"/>
          </ac:inkMkLst>
        </pc:inkChg>
        <pc:inkChg chg="del">
          <ac:chgData name="Fei Zheng" userId="d19317889db4c986" providerId="LiveId" clId="{1BEF2CEC-184C-6B4E-B697-255A48E63613}" dt="2023-03-09T04:20:53.904" v="191" actId="478"/>
          <ac:inkMkLst>
            <pc:docMk/>
            <pc:sldMk cId="3406065963" sldId="439"/>
            <ac:inkMk id="49" creationId="{B19E0D49-A428-B0C8-C90F-29E07ABC4129}"/>
          </ac:inkMkLst>
        </pc:inkChg>
        <pc:inkChg chg="del">
          <ac:chgData name="Fei Zheng" userId="d19317889db4c986" providerId="LiveId" clId="{1BEF2CEC-184C-6B4E-B697-255A48E63613}" dt="2023-03-09T04:20:53.904" v="191" actId="478"/>
          <ac:inkMkLst>
            <pc:docMk/>
            <pc:sldMk cId="3406065963" sldId="439"/>
            <ac:inkMk id="50" creationId="{BF65BA8C-7469-5C6C-455B-ACF7CBB83324}"/>
          </ac:inkMkLst>
        </pc:inkChg>
        <pc:inkChg chg="del">
          <ac:chgData name="Fei Zheng" userId="d19317889db4c986" providerId="LiveId" clId="{1BEF2CEC-184C-6B4E-B697-255A48E63613}" dt="2023-03-09T04:20:53.904" v="191" actId="478"/>
          <ac:inkMkLst>
            <pc:docMk/>
            <pc:sldMk cId="3406065963" sldId="439"/>
            <ac:inkMk id="51" creationId="{A6D28BAD-D54E-FF4A-12E8-8A5997576FD2}"/>
          </ac:inkMkLst>
        </pc:inkChg>
        <pc:inkChg chg="del">
          <ac:chgData name="Fei Zheng" userId="d19317889db4c986" providerId="LiveId" clId="{1BEF2CEC-184C-6B4E-B697-255A48E63613}" dt="2023-03-09T04:20:53.904" v="191" actId="478"/>
          <ac:inkMkLst>
            <pc:docMk/>
            <pc:sldMk cId="3406065963" sldId="439"/>
            <ac:inkMk id="52" creationId="{F794FB3F-DF3B-5AFB-321B-FAF3CFEF2037}"/>
          </ac:inkMkLst>
        </pc:inkChg>
        <pc:inkChg chg="del">
          <ac:chgData name="Fei Zheng" userId="d19317889db4c986" providerId="LiveId" clId="{1BEF2CEC-184C-6B4E-B697-255A48E63613}" dt="2023-03-09T04:20:53.904" v="191" actId="478"/>
          <ac:inkMkLst>
            <pc:docMk/>
            <pc:sldMk cId="3406065963" sldId="439"/>
            <ac:inkMk id="53" creationId="{583E4D01-FA03-30E6-BCAA-55BAFF33D5CE}"/>
          </ac:inkMkLst>
        </pc:inkChg>
        <pc:inkChg chg="del">
          <ac:chgData name="Fei Zheng" userId="d19317889db4c986" providerId="LiveId" clId="{1BEF2CEC-184C-6B4E-B697-255A48E63613}" dt="2023-03-09T04:20:53.904" v="191" actId="478"/>
          <ac:inkMkLst>
            <pc:docMk/>
            <pc:sldMk cId="3406065963" sldId="439"/>
            <ac:inkMk id="54" creationId="{CABACD05-E733-FDCE-7C6E-33F9F811C934}"/>
          </ac:inkMkLst>
        </pc:inkChg>
        <pc:inkChg chg="del">
          <ac:chgData name="Fei Zheng" userId="d19317889db4c986" providerId="LiveId" clId="{1BEF2CEC-184C-6B4E-B697-255A48E63613}" dt="2023-03-09T04:20:53.904" v="191" actId="478"/>
          <ac:inkMkLst>
            <pc:docMk/>
            <pc:sldMk cId="3406065963" sldId="439"/>
            <ac:inkMk id="55" creationId="{4DCD59A3-4D67-2188-94C0-D02D2EF5FDA3}"/>
          </ac:inkMkLst>
        </pc:inkChg>
        <pc:inkChg chg="del">
          <ac:chgData name="Fei Zheng" userId="d19317889db4c986" providerId="LiveId" clId="{1BEF2CEC-184C-6B4E-B697-255A48E63613}" dt="2023-03-09T04:20:53.904" v="191" actId="478"/>
          <ac:inkMkLst>
            <pc:docMk/>
            <pc:sldMk cId="3406065963" sldId="439"/>
            <ac:inkMk id="56" creationId="{833FA00C-26A7-2B6F-E34A-BEC042EEC2C4}"/>
          </ac:inkMkLst>
        </pc:inkChg>
        <pc:inkChg chg="del">
          <ac:chgData name="Fei Zheng" userId="d19317889db4c986" providerId="LiveId" clId="{1BEF2CEC-184C-6B4E-B697-255A48E63613}" dt="2023-03-09T04:20:53.904" v="191" actId="478"/>
          <ac:inkMkLst>
            <pc:docMk/>
            <pc:sldMk cId="3406065963" sldId="439"/>
            <ac:inkMk id="57" creationId="{67980605-8D4D-EB88-BCEA-F1D7527D843A}"/>
          </ac:inkMkLst>
        </pc:inkChg>
        <pc:inkChg chg="del">
          <ac:chgData name="Fei Zheng" userId="d19317889db4c986" providerId="LiveId" clId="{1BEF2CEC-184C-6B4E-B697-255A48E63613}" dt="2023-03-09T04:20:53.904" v="191" actId="478"/>
          <ac:inkMkLst>
            <pc:docMk/>
            <pc:sldMk cId="3406065963" sldId="439"/>
            <ac:inkMk id="58" creationId="{557B144D-75FD-A0E5-9E95-E2BBA97F1A28}"/>
          </ac:inkMkLst>
        </pc:inkChg>
        <pc:inkChg chg="del">
          <ac:chgData name="Fei Zheng" userId="d19317889db4c986" providerId="LiveId" clId="{1BEF2CEC-184C-6B4E-B697-255A48E63613}" dt="2023-03-09T04:20:53.904" v="191" actId="478"/>
          <ac:inkMkLst>
            <pc:docMk/>
            <pc:sldMk cId="3406065963" sldId="439"/>
            <ac:inkMk id="59" creationId="{8908706F-E37B-7462-9CFF-6B4D81153FED}"/>
          </ac:inkMkLst>
        </pc:inkChg>
        <pc:inkChg chg="del">
          <ac:chgData name="Fei Zheng" userId="d19317889db4c986" providerId="LiveId" clId="{1BEF2CEC-184C-6B4E-B697-255A48E63613}" dt="2023-03-09T04:20:53.904" v="191" actId="478"/>
          <ac:inkMkLst>
            <pc:docMk/>
            <pc:sldMk cId="3406065963" sldId="439"/>
            <ac:inkMk id="60" creationId="{DD22C3B0-EB04-AA8D-2A1D-8FBE9D7E160C}"/>
          </ac:inkMkLst>
        </pc:inkChg>
        <pc:inkChg chg="del">
          <ac:chgData name="Fei Zheng" userId="d19317889db4c986" providerId="LiveId" clId="{1BEF2CEC-184C-6B4E-B697-255A48E63613}" dt="2023-03-09T04:20:53.904" v="191" actId="478"/>
          <ac:inkMkLst>
            <pc:docMk/>
            <pc:sldMk cId="3406065963" sldId="439"/>
            <ac:inkMk id="61" creationId="{5F0EEB35-2CFC-4DFF-F73A-5EE3BF6F96A2}"/>
          </ac:inkMkLst>
        </pc:inkChg>
        <pc:inkChg chg="del">
          <ac:chgData name="Fei Zheng" userId="d19317889db4c986" providerId="LiveId" clId="{1BEF2CEC-184C-6B4E-B697-255A48E63613}" dt="2023-03-09T04:20:53.904" v="191" actId="478"/>
          <ac:inkMkLst>
            <pc:docMk/>
            <pc:sldMk cId="3406065963" sldId="439"/>
            <ac:inkMk id="62" creationId="{3EF6F84A-FDB1-2054-4B41-021207812176}"/>
          </ac:inkMkLst>
        </pc:inkChg>
        <pc:inkChg chg="del">
          <ac:chgData name="Fei Zheng" userId="d19317889db4c986" providerId="LiveId" clId="{1BEF2CEC-184C-6B4E-B697-255A48E63613}" dt="2023-03-09T04:20:53.904" v="191" actId="478"/>
          <ac:inkMkLst>
            <pc:docMk/>
            <pc:sldMk cId="3406065963" sldId="439"/>
            <ac:inkMk id="63" creationId="{65FB5624-CE58-8718-BD45-284C7E9D87DA}"/>
          </ac:inkMkLst>
        </pc:inkChg>
        <pc:inkChg chg="del">
          <ac:chgData name="Fei Zheng" userId="d19317889db4c986" providerId="LiveId" clId="{1BEF2CEC-184C-6B4E-B697-255A48E63613}" dt="2023-03-09T04:20:53.904" v="191" actId="478"/>
          <ac:inkMkLst>
            <pc:docMk/>
            <pc:sldMk cId="3406065963" sldId="439"/>
            <ac:inkMk id="64" creationId="{74245C9F-F1BB-23A6-EECC-D4D601A03ACE}"/>
          </ac:inkMkLst>
        </pc:inkChg>
        <pc:inkChg chg="del">
          <ac:chgData name="Fei Zheng" userId="d19317889db4c986" providerId="LiveId" clId="{1BEF2CEC-184C-6B4E-B697-255A48E63613}" dt="2023-03-09T04:20:45.228" v="189" actId="478"/>
          <ac:inkMkLst>
            <pc:docMk/>
            <pc:sldMk cId="3406065963" sldId="439"/>
            <ac:inkMk id="65" creationId="{F3A75494-5408-AD69-54EC-25095B85E9A1}"/>
          </ac:inkMkLst>
        </pc:inkChg>
        <pc:inkChg chg="del">
          <ac:chgData name="Fei Zheng" userId="d19317889db4c986" providerId="LiveId" clId="{1BEF2CEC-184C-6B4E-B697-255A48E63613}" dt="2023-03-09T04:20:53.904" v="191" actId="478"/>
          <ac:inkMkLst>
            <pc:docMk/>
            <pc:sldMk cId="3406065963" sldId="439"/>
            <ac:inkMk id="66" creationId="{93FAEC4F-A79E-6037-FDCC-16E684BF3416}"/>
          </ac:inkMkLst>
        </pc:inkChg>
        <pc:inkChg chg="del">
          <ac:chgData name="Fei Zheng" userId="d19317889db4c986" providerId="LiveId" clId="{1BEF2CEC-184C-6B4E-B697-255A48E63613}" dt="2023-03-09T04:20:46.471" v="190" actId="478"/>
          <ac:inkMkLst>
            <pc:docMk/>
            <pc:sldMk cId="3406065963" sldId="439"/>
            <ac:inkMk id="67" creationId="{23341E36-CBFD-9CBE-13E1-8B4BC6E82E7F}"/>
          </ac:inkMkLst>
        </pc:inkChg>
        <pc:inkChg chg="del">
          <ac:chgData name="Fei Zheng" userId="d19317889db4c986" providerId="LiveId" clId="{1BEF2CEC-184C-6B4E-B697-255A48E63613}" dt="2023-03-09T04:20:53.904" v="191" actId="478"/>
          <ac:inkMkLst>
            <pc:docMk/>
            <pc:sldMk cId="3406065963" sldId="439"/>
            <ac:inkMk id="68" creationId="{64B62DD6-1E21-2CAC-4E49-593363BB8CC0}"/>
          </ac:inkMkLst>
        </pc:inkChg>
        <pc:inkChg chg="del">
          <ac:chgData name="Fei Zheng" userId="d19317889db4c986" providerId="LiveId" clId="{1BEF2CEC-184C-6B4E-B697-255A48E63613}" dt="2023-03-09T04:20:53.904" v="191" actId="478"/>
          <ac:inkMkLst>
            <pc:docMk/>
            <pc:sldMk cId="3406065963" sldId="439"/>
            <ac:inkMk id="69" creationId="{ADF9DDD5-074B-A7B0-88E1-5D07BE6D2607}"/>
          </ac:inkMkLst>
        </pc:inkChg>
        <pc:inkChg chg="del">
          <ac:chgData name="Fei Zheng" userId="d19317889db4c986" providerId="LiveId" clId="{1BEF2CEC-184C-6B4E-B697-255A48E63613}" dt="2023-03-09T04:20:53.904" v="191" actId="478"/>
          <ac:inkMkLst>
            <pc:docMk/>
            <pc:sldMk cId="3406065963" sldId="439"/>
            <ac:inkMk id="70" creationId="{7514A700-9869-6894-1D6F-9229C4AC42C2}"/>
          </ac:inkMkLst>
        </pc:inkChg>
        <pc:inkChg chg="del">
          <ac:chgData name="Fei Zheng" userId="d19317889db4c986" providerId="LiveId" clId="{1BEF2CEC-184C-6B4E-B697-255A48E63613}" dt="2023-03-09T04:20:53.904" v="191" actId="478"/>
          <ac:inkMkLst>
            <pc:docMk/>
            <pc:sldMk cId="3406065963" sldId="439"/>
            <ac:inkMk id="71" creationId="{E26FE994-09C1-6235-4322-E84707912B3E}"/>
          </ac:inkMkLst>
        </pc:inkChg>
        <pc:inkChg chg="del">
          <ac:chgData name="Fei Zheng" userId="d19317889db4c986" providerId="LiveId" clId="{1BEF2CEC-184C-6B4E-B697-255A48E63613}" dt="2023-03-09T04:20:53.904" v="191" actId="478"/>
          <ac:inkMkLst>
            <pc:docMk/>
            <pc:sldMk cId="3406065963" sldId="439"/>
            <ac:inkMk id="72" creationId="{D897BA7D-A864-59C1-5C9A-3B5F12203762}"/>
          </ac:inkMkLst>
        </pc:inkChg>
      </pc:sldChg>
      <pc:sldChg chg="modSp">
        <pc:chgData name="Fei Zheng" userId="d19317889db4c986" providerId="LiveId" clId="{1BEF2CEC-184C-6B4E-B697-255A48E63613}" dt="2023-03-09T05:39:22.331" v="218" actId="113"/>
        <pc:sldMkLst>
          <pc:docMk/>
          <pc:sldMk cId="1452366918" sldId="442"/>
        </pc:sldMkLst>
        <pc:spChg chg="mod">
          <ac:chgData name="Fei Zheng" userId="d19317889db4c986" providerId="LiveId" clId="{1BEF2CEC-184C-6B4E-B697-255A48E63613}" dt="2023-03-09T05:39:22.331" v="218" actId="113"/>
          <ac:spMkLst>
            <pc:docMk/>
            <pc:sldMk cId="1452366918" sldId="442"/>
            <ac:spMk id="7" creationId="{5515C50C-215E-E6FC-83BD-066629D27AB0}"/>
          </ac:spMkLst>
        </pc:spChg>
      </pc:sldChg>
      <pc:sldChg chg="modSp">
        <pc:chgData name="Fei Zheng" userId="d19317889db4c986" providerId="LiveId" clId="{1BEF2CEC-184C-6B4E-B697-255A48E63613}" dt="2023-03-09T05:46:01.537" v="280" actId="20577"/>
        <pc:sldMkLst>
          <pc:docMk/>
          <pc:sldMk cId="3069948958" sldId="447"/>
        </pc:sldMkLst>
        <pc:spChg chg="mod">
          <ac:chgData name="Fei Zheng" userId="d19317889db4c986" providerId="LiveId" clId="{1BEF2CEC-184C-6B4E-B697-255A48E63613}" dt="2023-03-09T05:46:01.537" v="280" actId="20577"/>
          <ac:spMkLst>
            <pc:docMk/>
            <pc:sldMk cId="3069948958" sldId="447"/>
            <ac:spMk id="6" creationId="{C8628555-A795-AC7D-582C-509D303858FE}"/>
          </ac:spMkLst>
        </pc:spChg>
      </pc:sldChg>
      <pc:sldChg chg="addSp delSp modSp mod delAnim modAnim">
        <pc:chgData name="Fei Zheng" userId="d19317889db4c986" providerId="LiveId" clId="{1BEF2CEC-184C-6B4E-B697-255A48E63613}" dt="2023-03-09T04:15:59.517" v="156" actId="115"/>
        <pc:sldMkLst>
          <pc:docMk/>
          <pc:sldMk cId="278135888" sldId="448"/>
        </pc:sldMkLst>
        <pc:spChg chg="add del mod">
          <ac:chgData name="Fei Zheng" userId="d19317889db4c986" providerId="LiveId" clId="{1BEF2CEC-184C-6B4E-B697-255A48E63613}" dt="2023-03-09T04:12:56.613" v="52" actId="478"/>
          <ac:spMkLst>
            <pc:docMk/>
            <pc:sldMk cId="278135888" sldId="448"/>
            <ac:spMk id="2" creationId="{40CF1832-6BCC-E664-FE8A-46DC3144266E}"/>
          </ac:spMkLst>
        </pc:spChg>
        <pc:spChg chg="mod">
          <ac:chgData name="Fei Zheng" userId="d19317889db4c986" providerId="LiveId" clId="{1BEF2CEC-184C-6B4E-B697-255A48E63613}" dt="2023-03-09T04:14:25.586" v="97" actId="167"/>
          <ac:spMkLst>
            <pc:docMk/>
            <pc:sldMk cId="278135888" sldId="448"/>
            <ac:spMk id="4" creationId="{8925BDF3-805F-0E2C-3C02-4C2520497E4C}"/>
          </ac:spMkLst>
        </pc:spChg>
        <pc:spChg chg="add mod">
          <ac:chgData name="Fei Zheng" userId="d19317889db4c986" providerId="LiveId" clId="{1BEF2CEC-184C-6B4E-B697-255A48E63613}" dt="2023-03-09T04:15:22.201" v="103" actId="115"/>
          <ac:spMkLst>
            <pc:docMk/>
            <pc:sldMk cId="278135888" sldId="448"/>
            <ac:spMk id="5" creationId="{8D83919D-8F7B-65B1-102E-DD334D2D68E4}"/>
          </ac:spMkLst>
        </pc:spChg>
        <pc:spChg chg="add mod">
          <ac:chgData name="Fei Zheng" userId="d19317889db4c986" providerId="LiveId" clId="{1BEF2CEC-184C-6B4E-B697-255A48E63613}" dt="2023-03-09T04:15:59.517" v="156" actId="115"/>
          <ac:spMkLst>
            <pc:docMk/>
            <pc:sldMk cId="278135888" sldId="448"/>
            <ac:spMk id="6" creationId="{512E7D25-B802-57A6-56DA-53EFD519AEEA}"/>
          </ac:spMkLst>
        </pc:spChg>
        <pc:picChg chg="del">
          <ac:chgData name="Fei Zheng" userId="d19317889db4c986" providerId="LiveId" clId="{1BEF2CEC-184C-6B4E-B697-255A48E63613}" dt="2023-03-09T04:14:27.572" v="98" actId="478"/>
          <ac:picMkLst>
            <pc:docMk/>
            <pc:sldMk cId="278135888" sldId="448"/>
            <ac:picMk id="3" creationId="{79830768-3365-C925-29C4-D44211AEA983}"/>
          </ac:picMkLst>
        </pc:picChg>
      </pc:sldChg>
      <pc:sldChg chg="addSp delSp modSp ord">
        <pc:chgData name="Fei Zheng" userId="d19317889db4c986" providerId="LiveId" clId="{1BEF2CEC-184C-6B4E-B697-255A48E63613}" dt="2023-03-09T06:00:25.389" v="410"/>
        <pc:sldMkLst>
          <pc:docMk/>
          <pc:sldMk cId="4055555711" sldId="450"/>
        </pc:sldMkLst>
        <pc:spChg chg="del">
          <ac:chgData name="Fei Zheng" userId="d19317889db4c986" providerId="LiveId" clId="{1BEF2CEC-184C-6B4E-B697-255A48E63613}" dt="2023-03-09T06:00:24.626" v="409" actId="478"/>
          <ac:spMkLst>
            <pc:docMk/>
            <pc:sldMk cId="4055555711" sldId="450"/>
            <ac:spMk id="3" creationId="{0F342F32-2EB8-5816-60D1-B48AF658B0E3}"/>
          </ac:spMkLst>
        </pc:spChg>
        <pc:spChg chg="add mod">
          <ac:chgData name="Fei Zheng" userId="d19317889db4c986" providerId="LiveId" clId="{1BEF2CEC-184C-6B4E-B697-255A48E63613}" dt="2023-03-09T06:00:25.389" v="410"/>
          <ac:spMkLst>
            <pc:docMk/>
            <pc:sldMk cId="4055555711" sldId="450"/>
            <ac:spMk id="5" creationId="{3ECB88BB-8B23-20BF-38EF-DD485F3194B8}"/>
          </ac:spMkLst>
        </pc:spChg>
      </pc:sldChg>
      <pc:sldChg chg="modSp mod">
        <pc:chgData name="Fei Zheng" userId="d19317889db4c986" providerId="LiveId" clId="{1BEF2CEC-184C-6B4E-B697-255A48E63613}" dt="2023-03-09T05:39:26.137" v="224"/>
        <pc:sldMkLst>
          <pc:docMk/>
          <pc:sldMk cId="3081584186" sldId="452"/>
        </pc:sldMkLst>
        <pc:spChg chg="mod">
          <ac:chgData name="Fei Zheng" userId="d19317889db4c986" providerId="LiveId" clId="{1BEF2CEC-184C-6B4E-B697-255A48E63613}" dt="2023-03-09T05:39:26.136" v="223"/>
          <ac:spMkLst>
            <pc:docMk/>
            <pc:sldMk cId="3081584186" sldId="452"/>
            <ac:spMk id="6" creationId="{F6A21E2A-F072-C0A0-9DBF-5EB1A898D789}"/>
          </ac:spMkLst>
        </pc:spChg>
        <pc:spChg chg="mod">
          <ac:chgData name="Fei Zheng" userId="d19317889db4c986" providerId="LiveId" clId="{1BEF2CEC-184C-6B4E-B697-255A48E63613}" dt="2023-03-09T05:39:26.133" v="219" actId="20577"/>
          <ac:spMkLst>
            <pc:docMk/>
            <pc:sldMk cId="3081584186" sldId="452"/>
            <ac:spMk id="16" creationId="{354A0C93-A07B-F449-5584-398710704315}"/>
          </ac:spMkLst>
        </pc:spChg>
        <pc:spChg chg="mod">
          <ac:chgData name="Fei Zheng" userId="d19317889db4c986" providerId="LiveId" clId="{1BEF2CEC-184C-6B4E-B697-255A48E63613}" dt="2023-03-09T05:39:26.134" v="220" actId="20577"/>
          <ac:spMkLst>
            <pc:docMk/>
            <pc:sldMk cId="3081584186" sldId="452"/>
            <ac:spMk id="17" creationId="{394E5F17-1B46-C137-2B84-99E0967339CC}"/>
          </ac:spMkLst>
        </pc:spChg>
        <pc:spChg chg="mod">
          <ac:chgData name="Fei Zheng" userId="d19317889db4c986" providerId="LiveId" clId="{1BEF2CEC-184C-6B4E-B697-255A48E63613}" dt="2023-03-09T05:39:26.135" v="221" actId="20577"/>
          <ac:spMkLst>
            <pc:docMk/>
            <pc:sldMk cId="3081584186" sldId="452"/>
            <ac:spMk id="18" creationId="{8D879923-D96C-2772-71A4-8DFD91CC0218}"/>
          </ac:spMkLst>
        </pc:spChg>
        <pc:spChg chg="mod">
          <ac:chgData name="Fei Zheng" userId="d19317889db4c986" providerId="LiveId" clId="{1BEF2CEC-184C-6B4E-B697-255A48E63613}" dt="2023-03-09T05:39:26.135" v="222" actId="20577"/>
          <ac:spMkLst>
            <pc:docMk/>
            <pc:sldMk cId="3081584186" sldId="452"/>
            <ac:spMk id="19" creationId="{0FFC02E0-1301-11B5-23FE-4508ABD2FBA8}"/>
          </ac:spMkLst>
        </pc:spChg>
        <pc:picChg chg="mod">
          <ac:chgData name="Fei Zheng" userId="d19317889db4c986" providerId="LiveId" clId="{1BEF2CEC-184C-6B4E-B697-255A48E63613}" dt="2023-03-09T05:39:26.137" v="224"/>
          <ac:picMkLst>
            <pc:docMk/>
            <pc:sldMk cId="3081584186" sldId="452"/>
            <ac:picMk id="5" creationId="{250BB127-6A4A-ACFE-0631-E531F64DD85E}"/>
          </ac:picMkLst>
        </pc:picChg>
      </pc:sldChg>
      <pc:sldChg chg="modSp mod">
        <pc:chgData name="Fei Zheng" userId="d19317889db4c986" providerId="LiveId" clId="{1BEF2CEC-184C-6B4E-B697-255A48E63613}" dt="2023-03-09T05:41:54.385" v="237"/>
        <pc:sldMkLst>
          <pc:docMk/>
          <pc:sldMk cId="2531077690" sldId="453"/>
        </pc:sldMkLst>
        <pc:spChg chg="mod">
          <ac:chgData name="Fei Zheng" userId="d19317889db4c986" providerId="LiveId" clId="{1BEF2CEC-184C-6B4E-B697-255A48E63613}" dt="2023-03-09T05:41:54.385" v="236"/>
          <ac:spMkLst>
            <pc:docMk/>
            <pc:sldMk cId="2531077690" sldId="453"/>
            <ac:spMk id="6" creationId="{5DF98F86-9351-1BAD-DDDB-1D8A78938741}"/>
          </ac:spMkLst>
        </pc:spChg>
        <pc:spChg chg="mod">
          <ac:chgData name="Fei Zheng" userId="d19317889db4c986" providerId="LiveId" clId="{1BEF2CEC-184C-6B4E-B697-255A48E63613}" dt="2023-03-09T05:41:54.381" v="232" actId="20577"/>
          <ac:spMkLst>
            <pc:docMk/>
            <pc:sldMk cId="2531077690" sldId="453"/>
            <ac:spMk id="16" creationId="{5644ECEF-36EC-2E5B-7ABA-AB4D1A7C5572}"/>
          </ac:spMkLst>
        </pc:spChg>
        <pc:spChg chg="mod">
          <ac:chgData name="Fei Zheng" userId="d19317889db4c986" providerId="LiveId" clId="{1BEF2CEC-184C-6B4E-B697-255A48E63613}" dt="2023-03-09T05:41:54.382" v="233" actId="20577"/>
          <ac:spMkLst>
            <pc:docMk/>
            <pc:sldMk cId="2531077690" sldId="453"/>
            <ac:spMk id="17" creationId="{BCE4B23A-AEBC-AF49-47CC-0423AB309D86}"/>
          </ac:spMkLst>
        </pc:spChg>
        <pc:spChg chg="mod">
          <ac:chgData name="Fei Zheng" userId="d19317889db4c986" providerId="LiveId" clId="{1BEF2CEC-184C-6B4E-B697-255A48E63613}" dt="2023-03-09T05:41:54.383" v="234" actId="20577"/>
          <ac:spMkLst>
            <pc:docMk/>
            <pc:sldMk cId="2531077690" sldId="453"/>
            <ac:spMk id="18" creationId="{7F993BAD-CF73-8E6C-8B66-DB0379B38EB2}"/>
          </ac:spMkLst>
        </pc:spChg>
        <pc:spChg chg="mod">
          <ac:chgData name="Fei Zheng" userId="d19317889db4c986" providerId="LiveId" clId="{1BEF2CEC-184C-6B4E-B697-255A48E63613}" dt="2023-03-09T05:41:54.384" v="235" actId="20577"/>
          <ac:spMkLst>
            <pc:docMk/>
            <pc:sldMk cId="2531077690" sldId="453"/>
            <ac:spMk id="19" creationId="{9401070A-0C46-8255-FDE6-A67BB039D40A}"/>
          </ac:spMkLst>
        </pc:spChg>
        <pc:picChg chg="mod">
          <ac:chgData name="Fei Zheng" userId="d19317889db4c986" providerId="LiveId" clId="{1BEF2CEC-184C-6B4E-B697-255A48E63613}" dt="2023-03-09T05:41:54.385" v="237"/>
          <ac:picMkLst>
            <pc:docMk/>
            <pc:sldMk cId="2531077690" sldId="453"/>
            <ac:picMk id="5" creationId="{B6260FEC-8073-84F9-CE55-1E939DA82A50}"/>
          </ac:picMkLst>
        </pc:picChg>
      </pc:sldChg>
      <pc:sldChg chg="addSp delSp modSp mod delAnim modAnim">
        <pc:chgData name="Fei Zheng" userId="d19317889db4c986" providerId="LiveId" clId="{1BEF2CEC-184C-6B4E-B697-255A48E63613}" dt="2023-03-09T04:16:25.103" v="160" actId="478"/>
        <pc:sldMkLst>
          <pc:docMk/>
          <pc:sldMk cId="1200712742" sldId="455"/>
        </pc:sldMkLst>
        <pc:spChg chg="add mod">
          <ac:chgData name="Fei Zheng" userId="d19317889db4c986" providerId="LiveId" clId="{1BEF2CEC-184C-6B4E-B697-255A48E63613}" dt="2023-03-09T04:16:23.580" v="159" actId="20577"/>
          <ac:spMkLst>
            <pc:docMk/>
            <pc:sldMk cId="1200712742" sldId="455"/>
            <ac:spMk id="2" creationId="{C4B5FF8F-0C3B-CE5A-473E-F5CA34464CF0}"/>
          </ac:spMkLst>
        </pc:spChg>
        <pc:picChg chg="del">
          <ac:chgData name="Fei Zheng" userId="d19317889db4c986" providerId="LiveId" clId="{1BEF2CEC-184C-6B4E-B697-255A48E63613}" dt="2023-03-09T04:16:25.103" v="160" actId="478"/>
          <ac:picMkLst>
            <pc:docMk/>
            <pc:sldMk cId="1200712742" sldId="455"/>
            <ac:picMk id="3" creationId="{79830768-3365-C925-29C4-D44211AEA983}"/>
          </ac:picMkLst>
        </pc:picChg>
      </pc:sldChg>
      <pc:sldChg chg="modAnim">
        <pc:chgData name="Fei Zheng" userId="d19317889db4c986" providerId="LiveId" clId="{1BEF2CEC-184C-6B4E-B697-255A48E63613}" dt="2023-03-09T04:18:43.150" v="166"/>
        <pc:sldMkLst>
          <pc:docMk/>
          <pc:sldMk cId="1569520404" sldId="460"/>
        </pc:sldMkLst>
      </pc:sldChg>
      <pc:sldChg chg="modAnim">
        <pc:chgData name="Fei Zheng" userId="d19317889db4c986" providerId="LiveId" clId="{1BEF2CEC-184C-6B4E-B697-255A48E63613}" dt="2023-03-09T04:18:49.852" v="167"/>
        <pc:sldMkLst>
          <pc:docMk/>
          <pc:sldMk cId="402047402" sldId="461"/>
        </pc:sldMkLst>
      </pc:sldChg>
      <pc:sldChg chg="modAnim">
        <pc:chgData name="Fei Zheng" userId="d19317889db4c986" providerId="LiveId" clId="{1BEF2CEC-184C-6B4E-B697-255A48E63613}" dt="2023-03-09T04:18:55.850" v="168"/>
        <pc:sldMkLst>
          <pc:docMk/>
          <pc:sldMk cId="4125534508" sldId="462"/>
        </pc:sldMkLst>
      </pc:sldChg>
      <pc:sldChg chg="addSp delSp modSp add del mod modAnim">
        <pc:chgData name="Fei Zheng" userId="d19317889db4c986" providerId="LiveId" clId="{1BEF2CEC-184C-6B4E-B697-255A48E63613}" dt="2023-03-09T04:16:55.270" v="165"/>
        <pc:sldMkLst>
          <pc:docMk/>
          <pc:sldMk cId="2769902925" sldId="1792"/>
        </pc:sldMkLst>
        <pc:spChg chg="add mod">
          <ac:chgData name="Fei Zheng" userId="d19317889db4c986" providerId="LiveId" clId="{1BEF2CEC-184C-6B4E-B697-255A48E63613}" dt="2023-03-09T04:16:39.807" v="163" actId="20577"/>
          <ac:spMkLst>
            <pc:docMk/>
            <pc:sldMk cId="2769902925" sldId="1792"/>
            <ac:spMk id="5" creationId="{196B0D36-F6FD-A272-3B1B-538286324DF7}"/>
          </ac:spMkLst>
        </pc:spChg>
        <pc:picChg chg="del">
          <ac:chgData name="Fei Zheng" userId="d19317889db4c986" providerId="LiveId" clId="{1BEF2CEC-184C-6B4E-B697-255A48E63613}" dt="2023-03-09T04:16:48.956" v="164" actId="478"/>
          <ac:picMkLst>
            <pc:docMk/>
            <pc:sldMk cId="2769902925" sldId="1792"/>
            <ac:picMk id="4" creationId="{C5A8432A-0003-AECE-3844-BA3F0F1322FD}"/>
          </ac:picMkLst>
        </pc:picChg>
      </pc:sldChg>
      <pc:sldChg chg="addSp delSp modSp new del mod ord setBg modAnim">
        <pc:chgData name="Fei Zheng" userId="d19317889db4c986" providerId="LiveId" clId="{1BEF2CEC-184C-6B4E-B697-255A48E63613}" dt="2023-03-09T04:21:30.630" v="198" actId="2696"/>
        <pc:sldMkLst>
          <pc:docMk/>
          <pc:sldMk cId="2817118029" sldId="1793"/>
        </pc:sldMkLst>
        <pc:picChg chg="add del mod ord">
          <ac:chgData name="Fei Zheng" userId="d19317889db4c986" providerId="LiveId" clId="{1BEF2CEC-184C-6B4E-B697-255A48E63613}" dt="2023-03-09T04:21:24.072" v="195" actId="21"/>
          <ac:picMkLst>
            <pc:docMk/>
            <pc:sldMk cId="2817118029" sldId="1793"/>
            <ac:picMk id="2" creationId="{F4617CA6-D081-09D2-2219-130B4ED4813A}"/>
          </ac:picMkLst>
        </pc:picChg>
        <pc:picChg chg="add mod">
          <ac:chgData name="Fei Zheng" userId="d19317889db4c986" providerId="LiveId" clId="{1BEF2CEC-184C-6B4E-B697-255A48E63613}" dt="2023-03-09T04:19:45.813" v="180" actId="26606"/>
          <ac:picMkLst>
            <pc:docMk/>
            <pc:sldMk cId="2817118029" sldId="1793"/>
            <ac:picMk id="3" creationId="{0531039A-F60E-2828-F2E6-F19A297FE948}"/>
          </ac:picMkLst>
        </pc:picChg>
      </pc:sldChg>
      <pc:sldChg chg="addSp delSp modSp add mod modAnim">
        <pc:chgData name="Fei Zheng" userId="d19317889db4c986" providerId="LiveId" clId="{1BEF2CEC-184C-6B4E-B697-255A48E63613}" dt="2023-03-09T04:23:43.716" v="216" actId="207"/>
        <pc:sldMkLst>
          <pc:docMk/>
          <pc:sldMk cId="3754276200" sldId="1794"/>
        </pc:sldMkLst>
        <pc:spChg chg="mod">
          <ac:chgData name="Fei Zheng" userId="d19317889db4c986" providerId="LiveId" clId="{1BEF2CEC-184C-6B4E-B697-255A48E63613}" dt="2023-03-09T04:23:43.716" v="216" actId="207"/>
          <ac:spMkLst>
            <pc:docMk/>
            <pc:sldMk cId="3754276200" sldId="1794"/>
            <ac:spMk id="8" creationId="{217F5D87-65CB-D242-95C6-33F26CF50FCF}"/>
          </ac:spMkLst>
        </pc:spChg>
        <pc:picChg chg="add mod">
          <ac:chgData name="Fei Zheng" userId="d19317889db4c986" providerId="LiveId" clId="{1BEF2CEC-184C-6B4E-B697-255A48E63613}" dt="2023-03-09T04:22:23.605" v="205"/>
          <ac:picMkLst>
            <pc:docMk/>
            <pc:sldMk cId="3754276200" sldId="1794"/>
            <ac:picMk id="2" creationId="{AC18E654-FB77-2F8B-5982-3B60A790E424}"/>
          </ac:picMkLst>
        </pc:picChg>
        <pc:picChg chg="del">
          <ac:chgData name="Fei Zheng" userId="d19317889db4c986" providerId="LiveId" clId="{1BEF2CEC-184C-6B4E-B697-255A48E63613}" dt="2023-03-09T04:22:16.906" v="203" actId="478"/>
          <ac:picMkLst>
            <pc:docMk/>
            <pc:sldMk cId="3754276200" sldId="1794"/>
            <ac:picMk id="4" creationId="{E267B64B-E234-B240-A269-78248FEF4A87}"/>
          </ac:picMkLst>
        </pc:picChg>
        <pc:picChg chg="mod">
          <ac:chgData name="Fei Zheng" userId="d19317889db4c986" providerId="LiveId" clId="{1BEF2CEC-184C-6B4E-B697-255A48E63613}" dt="2023-03-09T04:22:33.781" v="207" actId="14100"/>
          <ac:picMkLst>
            <pc:docMk/>
            <pc:sldMk cId="3754276200" sldId="1794"/>
            <ac:picMk id="6" creationId="{CCACEAB5-826F-2240-BDF2-ECB966E432BD}"/>
          </ac:picMkLst>
        </pc:picChg>
        <pc:inkChg chg="del">
          <ac:chgData name="Fei Zheng" userId="d19317889db4c986" providerId="LiveId" clId="{1BEF2CEC-184C-6B4E-B697-255A48E63613}" dt="2023-03-09T04:22:21.987" v="204" actId="478"/>
          <ac:inkMkLst>
            <pc:docMk/>
            <pc:sldMk cId="3754276200" sldId="1794"/>
            <ac:inkMk id="16" creationId="{773DD220-0D47-BF76-E288-F7A514C58AC5}"/>
          </ac:inkMkLst>
        </pc:inkChg>
        <pc:inkChg chg="del">
          <ac:chgData name="Fei Zheng" userId="d19317889db4c986" providerId="LiveId" clId="{1BEF2CEC-184C-6B4E-B697-255A48E63613}" dt="2023-03-09T04:22:21.987" v="204" actId="478"/>
          <ac:inkMkLst>
            <pc:docMk/>
            <pc:sldMk cId="3754276200" sldId="1794"/>
            <ac:inkMk id="17" creationId="{7C2B9429-E1D0-77CA-D2BC-CF1D5643A060}"/>
          </ac:inkMkLst>
        </pc:inkChg>
        <pc:inkChg chg="del">
          <ac:chgData name="Fei Zheng" userId="d19317889db4c986" providerId="LiveId" clId="{1BEF2CEC-184C-6B4E-B697-255A48E63613}" dt="2023-03-09T04:22:42.876" v="208" actId="478"/>
          <ac:inkMkLst>
            <pc:docMk/>
            <pc:sldMk cId="3754276200" sldId="1794"/>
            <ac:inkMk id="36" creationId="{0711CC2D-95F7-E333-28B4-48827F6D93C5}"/>
          </ac:inkMkLst>
        </pc:inkChg>
        <pc:inkChg chg="del">
          <ac:chgData name="Fei Zheng" userId="d19317889db4c986" providerId="LiveId" clId="{1BEF2CEC-184C-6B4E-B697-255A48E63613}" dt="2023-03-09T04:22:21.987" v="204" actId="478"/>
          <ac:inkMkLst>
            <pc:docMk/>
            <pc:sldMk cId="3754276200" sldId="1794"/>
            <ac:inkMk id="37" creationId="{EDEA6982-0CB0-EDCB-394B-1907ED5A32F6}"/>
          </ac:inkMkLst>
        </pc:inkChg>
        <pc:inkChg chg="del">
          <ac:chgData name="Fei Zheng" userId="d19317889db4c986" providerId="LiveId" clId="{1BEF2CEC-184C-6B4E-B697-255A48E63613}" dt="2023-03-09T04:22:21.987" v="204" actId="478"/>
          <ac:inkMkLst>
            <pc:docMk/>
            <pc:sldMk cId="3754276200" sldId="1794"/>
            <ac:inkMk id="38" creationId="{D1B2B818-AF48-7CB6-9A02-36B9EB0DF830}"/>
          </ac:inkMkLst>
        </pc:inkChg>
        <pc:inkChg chg="del">
          <ac:chgData name="Fei Zheng" userId="d19317889db4c986" providerId="LiveId" clId="{1BEF2CEC-184C-6B4E-B697-255A48E63613}" dt="2023-03-09T04:22:21.987" v="204" actId="478"/>
          <ac:inkMkLst>
            <pc:docMk/>
            <pc:sldMk cId="3754276200" sldId="1794"/>
            <ac:inkMk id="39" creationId="{31E79A74-FCB9-7C25-6A45-2FAE0AF64CE4}"/>
          </ac:inkMkLst>
        </pc:inkChg>
        <pc:inkChg chg="del">
          <ac:chgData name="Fei Zheng" userId="d19317889db4c986" providerId="LiveId" clId="{1BEF2CEC-184C-6B4E-B697-255A48E63613}" dt="2023-03-09T04:22:21.987" v="204" actId="478"/>
          <ac:inkMkLst>
            <pc:docMk/>
            <pc:sldMk cId="3754276200" sldId="1794"/>
            <ac:inkMk id="40" creationId="{71B4DB58-14FA-A9B4-67D7-A4C866D3591A}"/>
          </ac:inkMkLst>
        </pc:inkChg>
        <pc:inkChg chg="del">
          <ac:chgData name="Fei Zheng" userId="d19317889db4c986" providerId="LiveId" clId="{1BEF2CEC-184C-6B4E-B697-255A48E63613}" dt="2023-03-09T04:22:21.987" v="204" actId="478"/>
          <ac:inkMkLst>
            <pc:docMk/>
            <pc:sldMk cId="3754276200" sldId="1794"/>
            <ac:inkMk id="41" creationId="{21F0A52F-8EBC-DD58-230A-72FE1C511456}"/>
          </ac:inkMkLst>
        </pc:inkChg>
        <pc:inkChg chg="del">
          <ac:chgData name="Fei Zheng" userId="d19317889db4c986" providerId="LiveId" clId="{1BEF2CEC-184C-6B4E-B697-255A48E63613}" dt="2023-03-09T04:22:21.987" v="204" actId="478"/>
          <ac:inkMkLst>
            <pc:docMk/>
            <pc:sldMk cId="3754276200" sldId="1794"/>
            <ac:inkMk id="42" creationId="{FA686492-3870-7A3D-5F77-542615BD6ACB}"/>
          </ac:inkMkLst>
        </pc:inkChg>
        <pc:inkChg chg="del">
          <ac:chgData name="Fei Zheng" userId="d19317889db4c986" providerId="LiveId" clId="{1BEF2CEC-184C-6B4E-B697-255A48E63613}" dt="2023-03-09T04:22:21.987" v="204" actId="478"/>
          <ac:inkMkLst>
            <pc:docMk/>
            <pc:sldMk cId="3754276200" sldId="1794"/>
            <ac:inkMk id="43" creationId="{827E7B1D-41CE-3B7E-0C3C-B19CEA5EE430}"/>
          </ac:inkMkLst>
        </pc:inkChg>
        <pc:inkChg chg="del">
          <ac:chgData name="Fei Zheng" userId="d19317889db4c986" providerId="LiveId" clId="{1BEF2CEC-184C-6B4E-B697-255A48E63613}" dt="2023-03-09T04:22:21.987" v="204" actId="478"/>
          <ac:inkMkLst>
            <pc:docMk/>
            <pc:sldMk cId="3754276200" sldId="1794"/>
            <ac:inkMk id="44" creationId="{3CC8AFF7-C123-7B1E-3A26-3C1DB34DCC26}"/>
          </ac:inkMkLst>
        </pc:inkChg>
        <pc:inkChg chg="del">
          <ac:chgData name="Fei Zheng" userId="d19317889db4c986" providerId="LiveId" clId="{1BEF2CEC-184C-6B4E-B697-255A48E63613}" dt="2023-03-09T04:22:21.987" v="204" actId="478"/>
          <ac:inkMkLst>
            <pc:docMk/>
            <pc:sldMk cId="3754276200" sldId="1794"/>
            <ac:inkMk id="46" creationId="{8E0C4E27-E3FA-82CC-95D6-F4BEFAC4F280}"/>
          </ac:inkMkLst>
        </pc:inkChg>
        <pc:inkChg chg="del">
          <ac:chgData name="Fei Zheng" userId="d19317889db4c986" providerId="LiveId" clId="{1BEF2CEC-184C-6B4E-B697-255A48E63613}" dt="2023-03-09T04:22:21.987" v="204" actId="478"/>
          <ac:inkMkLst>
            <pc:docMk/>
            <pc:sldMk cId="3754276200" sldId="1794"/>
            <ac:inkMk id="47" creationId="{CC12D173-265E-12FC-FECE-EBA7FC7E5AC6}"/>
          </ac:inkMkLst>
        </pc:inkChg>
        <pc:inkChg chg="del">
          <ac:chgData name="Fei Zheng" userId="d19317889db4c986" providerId="LiveId" clId="{1BEF2CEC-184C-6B4E-B697-255A48E63613}" dt="2023-03-09T04:22:27.519" v="206" actId="478"/>
          <ac:inkMkLst>
            <pc:docMk/>
            <pc:sldMk cId="3754276200" sldId="1794"/>
            <ac:inkMk id="48" creationId="{07CD88B9-9049-5789-23DA-59115DB1D85A}"/>
          </ac:inkMkLst>
        </pc:inkChg>
        <pc:inkChg chg="del">
          <ac:chgData name="Fei Zheng" userId="d19317889db4c986" providerId="LiveId" clId="{1BEF2CEC-184C-6B4E-B697-255A48E63613}" dt="2023-03-09T04:22:21.987" v="204" actId="478"/>
          <ac:inkMkLst>
            <pc:docMk/>
            <pc:sldMk cId="3754276200" sldId="1794"/>
            <ac:inkMk id="49" creationId="{B19E0D49-A428-B0C8-C90F-29E07ABC4129}"/>
          </ac:inkMkLst>
        </pc:inkChg>
        <pc:inkChg chg="del">
          <ac:chgData name="Fei Zheng" userId="d19317889db4c986" providerId="LiveId" clId="{1BEF2CEC-184C-6B4E-B697-255A48E63613}" dt="2023-03-09T04:22:21.987" v="204" actId="478"/>
          <ac:inkMkLst>
            <pc:docMk/>
            <pc:sldMk cId="3754276200" sldId="1794"/>
            <ac:inkMk id="50" creationId="{BF65BA8C-7469-5C6C-455B-ACF7CBB83324}"/>
          </ac:inkMkLst>
        </pc:inkChg>
        <pc:inkChg chg="del">
          <ac:chgData name="Fei Zheng" userId="d19317889db4c986" providerId="LiveId" clId="{1BEF2CEC-184C-6B4E-B697-255A48E63613}" dt="2023-03-09T04:22:21.987" v="204" actId="478"/>
          <ac:inkMkLst>
            <pc:docMk/>
            <pc:sldMk cId="3754276200" sldId="1794"/>
            <ac:inkMk id="51" creationId="{A6D28BAD-D54E-FF4A-12E8-8A5997576FD2}"/>
          </ac:inkMkLst>
        </pc:inkChg>
        <pc:inkChg chg="del">
          <ac:chgData name="Fei Zheng" userId="d19317889db4c986" providerId="LiveId" clId="{1BEF2CEC-184C-6B4E-B697-255A48E63613}" dt="2023-03-09T04:22:21.987" v="204" actId="478"/>
          <ac:inkMkLst>
            <pc:docMk/>
            <pc:sldMk cId="3754276200" sldId="1794"/>
            <ac:inkMk id="52" creationId="{F794FB3F-DF3B-5AFB-321B-FAF3CFEF2037}"/>
          </ac:inkMkLst>
        </pc:inkChg>
        <pc:inkChg chg="del">
          <ac:chgData name="Fei Zheng" userId="d19317889db4c986" providerId="LiveId" clId="{1BEF2CEC-184C-6B4E-B697-255A48E63613}" dt="2023-03-09T04:22:21.987" v="204" actId="478"/>
          <ac:inkMkLst>
            <pc:docMk/>
            <pc:sldMk cId="3754276200" sldId="1794"/>
            <ac:inkMk id="53" creationId="{583E4D01-FA03-30E6-BCAA-55BAFF33D5CE}"/>
          </ac:inkMkLst>
        </pc:inkChg>
        <pc:inkChg chg="del">
          <ac:chgData name="Fei Zheng" userId="d19317889db4c986" providerId="LiveId" clId="{1BEF2CEC-184C-6B4E-B697-255A48E63613}" dt="2023-03-09T04:22:21.987" v="204" actId="478"/>
          <ac:inkMkLst>
            <pc:docMk/>
            <pc:sldMk cId="3754276200" sldId="1794"/>
            <ac:inkMk id="54" creationId="{CABACD05-E733-FDCE-7C6E-33F9F811C934}"/>
          </ac:inkMkLst>
        </pc:inkChg>
        <pc:inkChg chg="del">
          <ac:chgData name="Fei Zheng" userId="d19317889db4c986" providerId="LiveId" clId="{1BEF2CEC-184C-6B4E-B697-255A48E63613}" dt="2023-03-09T04:22:21.987" v="204" actId="478"/>
          <ac:inkMkLst>
            <pc:docMk/>
            <pc:sldMk cId="3754276200" sldId="1794"/>
            <ac:inkMk id="55" creationId="{4DCD59A3-4D67-2188-94C0-D02D2EF5FDA3}"/>
          </ac:inkMkLst>
        </pc:inkChg>
        <pc:inkChg chg="del">
          <ac:chgData name="Fei Zheng" userId="d19317889db4c986" providerId="LiveId" clId="{1BEF2CEC-184C-6B4E-B697-255A48E63613}" dt="2023-03-09T04:22:21.987" v="204" actId="478"/>
          <ac:inkMkLst>
            <pc:docMk/>
            <pc:sldMk cId="3754276200" sldId="1794"/>
            <ac:inkMk id="56" creationId="{833FA00C-26A7-2B6F-E34A-BEC042EEC2C4}"/>
          </ac:inkMkLst>
        </pc:inkChg>
        <pc:inkChg chg="del">
          <ac:chgData name="Fei Zheng" userId="d19317889db4c986" providerId="LiveId" clId="{1BEF2CEC-184C-6B4E-B697-255A48E63613}" dt="2023-03-09T04:22:21.987" v="204" actId="478"/>
          <ac:inkMkLst>
            <pc:docMk/>
            <pc:sldMk cId="3754276200" sldId="1794"/>
            <ac:inkMk id="57" creationId="{67980605-8D4D-EB88-BCEA-F1D7527D843A}"/>
          </ac:inkMkLst>
        </pc:inkChg>
        <pc:inkChg chg="del">
          <ac:chgData name="Fei Zheng" userId="d19317889db4c986" providerId="LiveId" clId="{1BEF2CEC-184C-6B4E-B697-255A48E63613}" dt="2023-03-09T04:22:27.519" v="206" actId="478"/>
          <ac:inkMkLst>
            <pc:docMk/>
            <pc:sldMk cId="3754276200" sldId="1794"/>
            <ac:inkMk id="58" creationId="{557B144D-75FD-A0E5-9E95-E2BBA97F1A28}"/>
          </ac:inkMkLst>
        </pc:inkChg>
        <pc:inkChg chg="del">
          <ac:chgData name="Fei Zheng" userId="d19317889db4c986" providerId="LiveId" clId="{1BEF2CEC-184C-6B4E-B697-255A48E63613}" dt="2023-03-09T04:22:27.519" v="206" actId="478"/>
          <ac:inkMkLst>
            <pc:docMk/>
            <pc:sldMk cId="3754276200" sldId="1794"/>
            <ac:inkMk id="59" creationId="{8908706F-E37B-7462-9CFF-6B4D81153FED}"/>
          </ac:inkMkLst>
        </pc:inkChg>
        <pc:inkChg chg="del">
          <ac:chgData name="Fei Zheng" userId="d19317889db4c986" providerId="LiveId" clId="{1BEF2CEC-184C-6B4E-B697-255A48E63613}" dt="2023-03-09T04:22:21.987" v="204" actId="478"/>
          <ac:inkMkLst>
            <pc:docMk/>
            <pc:sldMk cId="3754276200" sldId="1794"/>
            <ac:inkMk id="60" creationId="{DD22C3B0-EB04-AA8D-2A1D-8FBE9D7E160C}"/>
          </ac:inkMkLst>
        </pc:inkChg>
        <pc:inkChg chg="del">
          <ac:chgData name="Fei Zheng" userId="d19317889db4c986" providerId="LiveId" clId="{1BEF2CEC-184C-6B4E-B697-255A48E63613}" dt="2023-03-09T04:22:21.987" v="204" actId="478"/>
          <ac:inkMkLst>
            <pc:docMk/>
            <pc:sldMk cId="3754276200" sldId="1794"/>
            <ac:inkMk id="61" creationId="{5F0EEB35-2CFC-4DFF-F73A-5EE3BF6F96A2}"/>
          </ac:inkMkLst>
        </pc:inkChg>
        <pc:inkChg chg="del">
          <ac:chgData name="Fei Zheng" userId="d19317889db4c986" providerId="LiveId" clId="{1BEF2CEC-184C-6B4E-B697-255A48E63613}" dt="2023-03-09T04:22:21.987" v="204" actId="478"/>
          <ac:inkMkLst>
            <pc:docMk/>
            <pc:sldMk cId="3754276200" sldId="1794"/>
            <ac:inkMk id="62" creationId="{3EF6F84A-FDB1-2054-4B41-021207812176}"/>
          </ac:inkMkLst>
        </pc:inkChg>
        <pc:inkChg chg="del">
          <ac:chgData name="Fei Zheng" userId="d19317889db4c986" providerId="LiveId" clId="{1BEF2CEC-184C-6B4E-B697-255A48E63613}" dt="2023-03-09T04:22:21.987" v="204" actId="478"/>
          <ac:inkMkLst>
            <pc:docMk/>
            <pc:sldMk cId="3754276200" sldId="1794"/>
            <ac:inkMk id="63" creationId="{65FB5624-CE58-8718-BD45-284C7E9D87DA}"/>
          </ac:inkMkLst>
        </pc:inkChg>
        <pc:inkChg chg="del">
          <ac:chgData name="Fei Zheng" userId="d19317889db4c986" providerId="LiveId" clId="{1BEF2CEC-184C-6B4E-B697-255A48E63613}" dt="2023-03-09T04:22:21.987" v="204" actId="478"/>
          <ac:inkMkLst>
            <pc:docMk/>
            <pc:sldMk cId="3754276200" sldId="1794"/>
            <ac:inkMk id="64" creationId="{74245C9F-F1BB-23A6-EECC-D4D601A03ACE}"/>
          </ac:inkMkLst>
        </pc:inkChg>
        <pc:inkChg chg="del">
          <ac:chgData name="Fei Zheng" userId="d19317889db4c986" providerId="LiveId" clId="{1BEF2CEC-184C-6B4E-B697-255A48E63613}" dt="2023-03-09T04:22:27.519" v="206" actId="478"/>
          <ac:inkMkLst>
            <pc:docMk/>
            <pc:sldMk cId="3754276200" sldId="1794"/>
            <ac:inkMk id="65" creationId="{F3A75494-5408-AD69-54EC-25095B85E9A1}"/>
          </ac:inkMkLst>
        </pc:inkChg>
        <pc:inkChg chg="del">
          <ac:chgData name="Fei Zheng" userId="d19317889db4c986" providerId="LiveId" clId="{1BEF2CEC-184C-6B4E-B697-255A48E63613}" dt="2023-03-09T04:22:27.519" v="206" actId="478"/>
          <ac:inkMkLst>
            <pc:docMk/>
            <pc:sldMk cId="3754276200" sldId="1794"/>
            <ac:inkMk id="66" creationId="{93FAEC4F-A79E-6037-FDCC-16E684BF3416}"/>
          </ac:inkMkLst>
        </pc:inkChg>
        <pc:inkChg chg="del">
          <ac:chgData name="Fei Zheng" userId="d19317889db4c986" providerId="LiveId" clId="{1BEF2CEC-184C-6B4E-B697-255A48E63613}" dt="2023-03-09T04:22:27.519" v="206" actId="478"/>
          <ac:inkMkLst>
            <pc:docMk/>
            <pc:sldMk cId="3754276200" sldId="1794"/>
            <ac:inkMk id="67" creationId="{23341E36-CBFD-9CBE-13E1-8B4BC6E82E7F}"/>
          </ac:inkMkLst>
        </pc:inkChg>
        <pc:inkChg chg="del">
          <ac:chgData name="Fei Zheng" userId="d19317889db4c986" providerId="LiveId" clId="{1BEF2CEC-184C-6B4E-B697-255A48E63613}" dt="2023-03-09T04:22:21.987" v="204" actId="478"/>
          <ac:inkMkLst>
            <pc:docMk/>
            <pc:sldMk cId="3754276200" sldId="1794"/>
            <ac:inkMk id="68" creationId="{64B62DD6-1E21-2CAC-4E49-593363BB8CC0}"/>
          </ac:inkMkLst>
        </pc:inkChg>
        <pc:inkChg chg="del">
          <ac:chgData name="Fei Zheng" userId="d19317889db4c986" providerId="LiveId" clId="{1BEF2CEC-184C-6B4E-B697-255A48E63613}" dt="2023-03-09T04:22:27.519" v="206" actId="478"/>
          <ac:inkMkLst>
            <pc:docMk/>
            <pc:sldMk cId="3754276200" sldId="1794"/>
            <ac:inkMk id="69" creationId="{ADF9DDD5-074B-A7B0-88E1-5D07BE6D2607}"/>
          </ac:inkMkLst>
        </pc:inkChg>
        <pc:inkChg chg="del">
          <ac:chgData name="Fei Zheng" userId="d19317889db4c986" providerId="LiveId" clId="{1BEF2CEC-184C-6B4E-B697-255A48E63613}" dt="2023-03-09T04:22:21.987" v="204" actId="478"/>
          <ac:inkMkLst>
            <pc:docMk/>
            <pc:sldMk cId="3754276200" sldId="1794"/>
            <ac:inkMk id="70" creationId="{7514A700-9869-6894-1D6F-9229C4AC42C2}"/>
          </ac:inkMkLst>
        </pc:inkChg>
        <pc:inkChg chg="del">
          <ac:chgData name="Fei Zheng" userId="d19317889db4c986" providerId="LiveId" clId="{1BEF2CEC-184C-6B4E-B697-255A48E63613}" dt="2023-03-09T04:22:21.987" v="204" actId="478"/>
          <ac:inkMkLst>
            <pc:docMk/>
            <pc:sldMk cId="3754276200" sldId="1794"/>
            <ac:inkMk id="71" creationId="{E26FE994-09C1-6235-4322-E84707912B3E}"/>
          </ac:inkMkLst>
        </pc:inkChg>
        <pc:inkChg chg="del">
          <ac:chgData name="Fei Zheng" userId="d19317889db4c986" providerId="LiveId" clId="{1BEF2CEC-184C-6B4E-B697-255A48E63613}" dt="2023-03-09T04:22:21.987" v="204" actId="478"/>
          <ac:inkMkLst>
            <pc:docMk/>
            <pc:sldMk cId="3754276200" sldId="1794"/>
            <ac:inkMk id="72" creationId="{D897BA7D-A864-59C1-5C9A-3B5F12203762}"/>
          </ac:inkMkLst>
        </pc:inkChg>
      </pc:sldChg>
      <pc:sldChg chg="addSp delSp modSp new mod setBg">
        <pc:chgData name="Fei Zheng" userId="d19317889db4c986" providerId="LiveId" clId="{1BEF2CEC-184C-6B4E-B697-255A48E63613}" dt="2023-03-09T05:44:56.860" v="276" actId="1037"/>
        <pc:sldMkLst>
          <pc:docMk/>
          <pc:sldMk cId="3526141495" sldId="1795"/>
        </pc:sldMkLst>
        <pc:spChg chg="add del mod">
          <ac:chgData name="Fei Zheng" userId="d19317889db4c986" providerId="LiveId" clId="{1BEF2CEC-184C-6B4E-B697-255A48E63613}" dt="2023-03-09T05:44:37.535" v="270" actId="478"/>
          <ac:spMkLst>
            <pc:docMk/>
            <pc:sldMk cId="3526141495" sldId="1795"/>
            <ac:spMk id="4" creationId="{28547101-56A5-6B3F-0FB8-50DFC79F6828}"/>
          </ac:spMkLst>
        </pc:spChg>
        <pc:spChg chg="add del">
          <ac:chgData name="Fei Zheng" userId="d19317889db4c986" providerId="LiveId" clId="{1BEF2CEC-184C-6B4E-B697-255A48E63613}" dt="2023-03-09T05:43:32.479" v="244" actId="26606"/>
          <ac:spMkLst>
            <pc:docMk/>
            <pc:sldMk cId="3526141495" sldId="1795"/>
            <ac:spMk id="8" creationId="{664E23E2-7440-4E36-A67B-0F88C5F7E185}"/>
          </ac:spMkLst>
        </pc:spChg>
        <pc:spChg chg="add del">
          <ac:chgData name="Fei Zheng" userId="d19317889db4c986" providerId="LiveId" clId="{1BEF2CEC-184C-6B4E-B697-255A48E63613}" dt="2023-03-09T05:43:32.479" v="244" actId="26606"/>
          <ac:spMkLst>
            <pc:docMk/>
            <pc:sldMk cId="3526141495" sldId="1795"/>
            <ac:spMk id="10" creationId="{B06949AE-010D-4C18-8AED-7872085ADD57}"/>
          </ac:spMkLst>
        </pc:spChg>
        <pc:spChg chg="add del">
          <ac:chgData name="Fei Zheng" userId="d19317889db4c986" providerId="LiveId" clId="{1BEF2CEC-184C-6B4E-B697-255A48E63613}" dt="2023-03-09T05:43:32.479" v="244" actId="26606"/>
          <ac:spMkLst>
            <pc:docMk/>
            <pc:sldMk cId="3526141495" sldId="1795"/>
            <ac:spMk id="12" creationId="{FE54AADB-50C7-4293-94C0-27361A32B8CF}"/>
          </ac:spMkLst>
        </pc:spChg>
        <pc:picChg chg="add mod">
          <ac:chgData name="Fei Zheng" userId="d19317889db4c986" providerId="LiveId" clId="{1BEF2CEC-184C-6B4E-B697-255A48E63613}" dt="2023-03-09T05:43:56.033" v="250" actId="1440"/>
          <ac:picMkLst>
            <pc:docMk/>
            <pc:sldMk cId="3526141495" sldId="1795"/>
            <ac:picMk id="2" creationId="{5ACEB6BE-C291-8086-3A58-8B03BB58ACBC}"/>
          </ac:picMkLst>
        </pc:picChg>
        <pc:picChg chg="add mod">
          <ac:chgData name="Fei Zheng" userId="d19317889db4c986" providerId="LiveId" clId="{1BEF2CEC-184C-6B4E-B697-255A48E63613}" dt="2023-03-09T05:43:51.219" v="249" actId="1440"/>
          <ac:picMkLst>
            <pc:docMk/>
            <pc:sldMk cId="3526141495" sldId="1795"/>
            <ac:picMk id="3" creationId="{CCE289E8-EA7F-EF9E-2627-3924092B72E9}"/>
          </ac:picMkLst>
        </pc:picChg>
        <pc:picChg chg="add mod">
          <ac:chgData name="Fei Zheng" userId="d19317889db4c986" providerId="LiveId" clId="{1BEF2CEC-184C-6B4E-B697-255A48E63613}" dt="2023-03-09T05:44:56.860" v="276" actId="1037"/>
          <ac:picMkLst>
            <pc:docMk/>
            <pc:sldMk cId="3526141495" sldId="1795"/>
            <ac:picMk id="1026" creationId="{965F43A0-E53A-CC68-A777-DB32C1F675E8}"/>
          </ac:picMkLst>
        </pc:picChg>
      </pc:sldChg>
    </pc:docChg>
  </pc:docChgLst>
  <pc:docChgLst>
    <pc:chgData name="Zheng Fei" userId="d19317889db4c986" providerId="LiveId" clId="{A5234355-445E-FC44-869A-438AC1C86BBD}"/>
    <pc:docChg chg="undo custSel addSld modSld sldOrd">
      <pc:chgData name="Zheng Fei" userId="d19317889db4c986" providerId="LiveId" clId="{A5234355-445E-FC44-869A-438AC1C86BBD}" dt="2023-02-09T14:08:19.268" v="47" actId="20577"/>
      <pc:docMkLst>
        <pc:docMk/>
      </pc:docMkLst>
      <pc:sldChg chg="modSp add">
        <pc:chgData name="Zheng Fei" userId="d19317889db4c986" providerId="LiveId" clId="{A5234355-445E-FC44-869A-438AC1C86BBD}" dt="2023-02-09T14:07:19.783" v="24" actId="207"/>
        <pc:sldMkLst>
          <pc:docMk/>
          <pc:sldMk cId="0" sldId="257"/>
        </pc:sldMkLst>
        <pc:spChg chg="mod">
          <ac:chgData name="Zheng Fei" userId="d19317889db4c986" providerId="LiveId" clId="{A5234355-445E-FC44-869A-438AC1C86BBD}" dt="2023-02-09T14:07:19.783" v="24" actId="207"/>
          <ac:spMkLst>
            <pc:docMk/>
            <pc:sldMk cId="0" sldId="257"/>
            <ac:spMk id="61445" creationId="{D75E15BB-A7A5-2C46-90D2-B9B92ACCDED9}"/>
          </ac:spMkLst>
        </pc:spChg>
        <pc:spChg chg="mod">
          <ac:chgData name="Zheng Fei" userId="d19317889db4c986" providerId="LiveId" clId="{A5234355-445E-FC44-869A-438AC1C86BBD}" dt="2023-02-09T14:07:15.309" v="23" actId="207"/>
          <ac:spMkLst>
            <pc:docMk/>
            <pc:sldMk cId="0" sldId="257"/>
            <ac:spMk id="61446" creationId="{3CA5D0EF-1412-D449-86E5-3BEFAEB9289A}"/>
          </ac:spMkLst>
        </pc:spChg>
      </pc:sldChg>
      <pc:sldChg chg="ord">
        <pc:chgData name="Zheng Fei" userId="d19317889db4c986" providerId="LiveId" clId="{A5234355-445E-FC44-869A-438AC1C86BBD}" dt="2023-02-09T14:03:55.538" v="1" actId="20578"/>
        <pc:sldMkLst>
          <pc:docMk/>
          <pc:sldMk cId="4193102002" sldId="416"/>
        </pc:sldMkLst>
      </pc:sldChg>
      <pc:sldChg chg="modSp mod">
        <pc:chgData name="Zheng Fei" userId="d19317889db4c986" providerId="LiveId" clId="{A5234355-445E-FC44-869A-438AC1C86BBD}" dt="2023-02-09T14:04:47.990" v="15" actId="2711"/>
        <pc:sldMkLst>
          <pc:docMk/>
          <pc:sldMk cId="343483892" sldId="427"/>
        </pc:sldMkLst>
        <pc:spChg chg="mod">
          <ac:chgData name="Zheng Fei" userId="d19317889db4c986" providerId="LiveId" clId="{A5234355-445E-FC44-869A-438AC1C86BBD}" dt="2023-02-09T14:04:47.990" v="15" actId="2711"/>
          <ac:spMkLst>
            <pc:docMk/>
            <pc:sldMk cId="343483892" sldId="427"/>
            <ac:spMk id="2" creationId="{797422E0-021B-21D9-A1F0-506BB69A1AE0}"/>
          </ac:spMkLst>
        </pc:spChg>
      </pc:sldChg>
      <pc:sldChg chg="addSp delSp modSp mod">
        <pc:chgData name="Zheng Fei" userId="d19317889db4c986" providerId="LiveId" clId="{A5234355-445E-FC44-869A-438AC1C86BBD}" dt="2023-02-09T14:05:10.857" v="18" actId="20577"/>
        <pc:sldMkLst>
          <pc:docMk/>
          <pc:sldMk cId="1691338530" sldId="430"/>
        </pc:sldMkLst>
        <pc:spChg chg="del">
          <ac:chgData name="Zheng Fei" userId="d19317889db4c986" providerId="LiveId" clId="{A5234355-445E-FC44-869A-438AC1C86BBD}" dt="2023-02-09T14:05:06.666" v="16" actId="478"/>
          <ac:spMkLst>
            <pc:docMk/>
            <pc:sldMk cId="1691338530" sldId="430"/>
            <ac:spMk id="3" creationId="{2B6DA683-7081-FEE1-207F-0DC2338696DA}"/>
          </ac:spMkLst>
        </pc:spChg>
        <pc:spChg chg="add mod">
          <ac:chgData name="Zheng Fei" userId="d19317889db4c986" providerId="LiveId" clId="{A5234355-445E-FC44-869A-438AC1C86BBD}" dt="2023-02-09T14:05:10.857" v="18" actId="20577"/>
          <ac:spMkLst>
            <pc:docMk/>
            <pc:sldMk cId="1691338530" sldId="430"/>
            <ac:spMk id="5" creationId="{6E124EEC-F6FA-06EE-C486-5F652E7F9A26}"/>
          </ac:spMkLst>
        </pc:spChg>
      </pc:sldChg>
      <pc:sldChg chg="addSp delSp modSp mod">
        <pc:chgData name="Zheng Fei" userId="d19317889db4c986" providerId="LiveId" clId="{A5234355-445E-FC44-869A-438AC1C86BBD}" dt="2023-02-09T14:05:25.540" v="21" actId="20577"/>
        <pc:sldMkLst>
          <pc:docMk/>
          <pc:sldMk cId="3487854064" sldId="436"/>
        </pc:sldMkLst>
        <pc:spChg chg="add mod">
          <ac:chgData name="Zheng Fei" userId="d19317889db4c986" providerId="LiveId" clId="{A5234355-445E-FC44-869A-438AC1C86BBD}" dt="2023-02-09T14:05:25.540" v="21" actId="20577"/>
          <ac:spMkLst>
            <pc:docMk/>
            <pc:sldMk cId="3487854064" sldId="436"/>
            <ac:spMk id="2" creationId="{107ADB00-9C03-3877-D9A4-583F9DE5CA7D}"/>
          </ac:spMkLst>
        </pc:spChg>
        <pc:spChg chg="del">
          <ac:chgData name="Zheng Fei" userId="d19317889db4c986" providerId="LiveId" clId="{A5234355-445E-FC44-869A-438AC1C86BBD}" dt="2023-02-09T14:05:20.954" v="19" actId="478"/>
          <ac:spMkLst>
            <pc:docMk/>
            <pc:sldMk cId="3487854064" sldId="436"/>
            <ac:spMk id="4" creationId="{3278A165-0A59-F8E8-4981-7C68054F7917}"/>
          </ac:spMkLst>
        </pc:spChg>
      </pc:sldChg>
      <pc:sldChg chg="delSp modSp add mod">
        <pc:chgData name="Zheng Fei" userId="d19317889db4c986" providerId="LiveId" clId="{A5234355-445E-FC44-869A-438AC1C86BBD}" dt="2023-02-09T14:08:19.268" v="47" actId="20577"/>
        <pc:sldMkLst>
          <pc:docMk/>
          <pc:sldMk cId="1106504408" sldId="440"/>
        </pc:sldMkLst>
        <pc:spChg chg="mod">
          <ac:chgData name="Zheng Fei" userId="d19317889db4c986" providerId="LiveId" clId="{A5234355-445E-FC44-869A-438AC1C86BBD}" dt="2023-02-09T14:08:19.268" v="47" actId="20577"/>
          <ac:spMkLst>
            <pc:docMk/>
            <pc:sldMk cId="1106504408" sldId="440"/>
            <ac:spMk id="3" creationId="{E491F375-7E11-8289-EC82-CA60928A82AB}"/>
          </ac:spMkLst>
        </pc:spChg>
        <pc:spChg chg="del">
          <ac:chgData name="Zheng Fei" userId="d19317889db4c986" providerId="LiveId" clId="{A5234355-445E-FC44-869A-438AC1C86BBD}" dt="2023-02-09T14:08:10.920" v="29" actId="478"/>
          <ac:spMkLst>
            <pc:docMk/>
            <pc:sldMk cId="1106504408" sldId="440"/>
            <ac:spMk id="8" creationId="{217F5D87-65CB-D242-95C6-33F26CF50FCF}"/>
          </ac:spMkLst>
        </pc:spChg>
        <pc:picChg chg="del">
          <ac:chgData name="Zheng Fei" userId="d19317889db4c986" providerId="LiveId" clId="{A5234355-445E-FC44-869A-438AC1C86BBD}" dt="2023-02-09T14:08:07.678" v="26" actId="478"/>
          <ac:picMkLst>
            <pc:docMk/>
            <pc:sldMk cId="1106504408" sldId="440"/>
            <ac:picMk id="4" creationId="{E267B64B-E234-B240-A269-78248FEF4A87}"/>
          </ac:picMkLst>
        </pc:picChg>
        <pc:picChg chg="del">
          <ac:chgData name="Zheng Fei" userId="d19317889db4c986" providerId="LiveId" clId="{A5234355-445E-FC44-869A-438AC1C86BBD}" dt="2023-02-09T14:08:09.296" v="28" actId="478"/>
          <ac:picMkLst>
            <pc:docMk/>
            <pc:sldMk cId="1106504408" sldId="440"/>
            <ac:picMk id="5" creationId="{983B9655-8ACE-CD4D-AA04-DCBCFAEA5DC1}"/>
          </ac:picMkLst>
        </pc:picChg>
        <pc:picChg chg="del">
          <ac:chgData name="Zheng Fei" userId="d19317889db4c986" providerId="LiveId" clId="{A5234355-445E-FC44-869A-438AC1C86BBD}" dt="2023-02-09T14:08:08.563" v="27" actId="478"/>
          <ac:picMkLst>
            <pc:docMk/>
            <pc:sldMk cId="1106504408" sldId="440"/>
            <ac:picMk id="6" creationId="{CCACEAB5-826F-2240-BDF2-ECB966E432BD}"/>
          </ac:picMkLst>
        </pc:picChg>
      </pc:sldChg>
    </pc:docChg>
  </pc:docChgLst>
  <pc:docChgLst>
    <pc:chgData name="Fei Zheng" userId="d19317889db4c986" providerId="LiveId" clId="{9A90D123-9AD9-E04F-95F5-0B6CB37665CC}"/>
    <pc:docChg chg="delSld">
      <pc:chgData name="Fei Zheng" userId="d19317889db4c986" providerId="LiveId" clId="{9A90D123-9AD9-E04F-95F5-0B6CB37665CC}" dt="2023-02-10T04:19:25.051" v="0" actId="2696"/>
      <pc:docMkLst>
        <pc:docMk/>
      </pc:docMkLst>
      <pc:sldChg chg="del">
        <pc:chgData name="Fei Zheng" userId="d19317889db4c986" providerId="LiveId" clId="{9A90D123-9AD9-E04F-95F5-0B6CB37665CC}" dt="2023-02-10T04:19:25.051" v="0" actId="2696"/>
        <pc:sldMkLst>
          <pc:docMk/>
          <pc:sldMk cId="1106504408" sldId="440"/>
        </pc:sldMkLst>
      </pc:sldChg>
    </pc:docChg>
  </pc:docChgLst>
  <pc:docChgLst>
    <pc:chgData name="Zheng Fei" userId="d19317889db4c986" providerId="LiveId" clId="{92245795-75DB-4BE4-9AE2-EE4095FC83E1}"/>
    <pc:docChg chg="addSld delSld modSld">
      <pc:chgData name="Zheng Fei" userId="d19317889db4c986" providerId="LiveId" clId="{92245795-75DB-4BE4-9AE2-EE4095FC83E1}" dt="2022-03-27T13:26:27.098" v="12" actId="20577"/>
      <pc:docMkLst>
        <pc:docMk/>
      </pc:docMkLst>
      <pc:sldChg chg="modSp">
        <pc:chgData name="Zheng Fei" userId="d19317889db4c986" providerId="LiveId" clId="{92245795-75DB-4BE4-9AE2-EE4095FC83E1}" dt="2022-03-27T13:18:46.692" v="3" actId="1038"/>
        <pc:sldMkLst>
          <pc:docMk/>
          <pc:sldMk cId="0" sldId="261"/>
        </pc:sldMkLst>
        <pc:spChg chg="mod">
          <ac:chgData name="Zheng Fei" userId="d19317889db4c986" providerId="LiveId" clId="{92245795-75DB-4BE4-9AE2-EE4095FC83E1}" dt="2022-03-27T13:18:46.692" v="3" actId="1038"/>
          <ac:spMkLst>
            <pc:docMk/>
            <pc:sldMk cId="0" sldId="261"/>
            <ac:spMk id="65542" creationId="{36CCCA20-8364-AD4A-A284-A901296A22B1}"/>
          </ac:spMkLst>
        </pc:spChg>
      </pc:sldChg>
      <pc:sldChg chg="del">
        <pc:chgData name="Zheng Fei" userId="d19317889db4c986" providerId="LiveId" clId="{92245795-75DB-4BE4-9AE2-EE4095FC83E1}" dt="2022-03-27T13:26:04.389" v="4" actId="2696"/>
        <pc:sldMkLst>
          <pc:docMk/>
          <pc:sldMk cId="0" sldId="292"/>
        </pc:sldMkLst>
      </pc:sldChg>
      <pc:sldChg chg="del">
        <pc:chgData name="Zheng Fei" userId="d19317889db4c986" providerId="LiveId" clId="{92245795-75DB-4BE4-9AE2-EE4095FC83E1}" dt="2022-03-27T13:26:04.389" v="4" actId="2696"/>
        <pc:sldMkLst>
          <pc:docMk/>
          <pc:sldMk cId="0" sldId="293"/>
        </pc:sldMkLst>
      </pc:sldChg>
      <pc:sldChg chg="del">
        <pc:chgData name="Zheng Fei" userId="d19317889db4c986" providerId="LiveId" clId="{92245795-75DB-4BE4-9AE2-EE4095FC83E1}" dt="2022-03-27T13:26:04.389" v="4" actId="2696"/>
        <pc:sldMkLst>
          <pc:docMk/>
          <pc:sldMk cId="0" sldId="294"/>
        </pc:sldMkLst>
      </pc:sldChg>
      <pc:sldChg chg="del">
        <pc:chgData name="Zheng Fei" userId="d19317889db4c986" providerId="LiveId" clId="{92245795-75DB-4BE4-9AE2-EE4095FC83E1}" dt="2022-03-27T13:26:04.389" v="4" actId="2696"/>
        <pc:sldMkLst>
          <pc:docMk/>
          <pc:sldMk cId="0" sldId="296"/>
        </pc:sldMkLst>
      </pc:sldChg>
      <pc:sldChg chg="del">
        <pc:chgData name="Zheng Fei" userId="d19317889db4c986" providerId="LiveId" clId="{92245795-75DB-4BE4-9AE2-EE4095FC83E1}" dt="2022-03-27T13:26:04.389" v="4" actId="2696"/>
        <pc:sldMkLst>
          <pc:docMk/>
          <pc:sldMk cId="0" sldId="297"/>
        </pc:sldMkLst>
      </pc:sldChg>
      <pc:sldChg chg="del">
        <pc:chgData name="Zheng Fei" userId="d19317889db4c986" providerId="LiveId" clId="{92245795-75DB-4BE4-9AE2-EE4095FC83E1}" dt="2022-03-27T13:26:04.389" v="4" actId="2696"/>
        <pc:sldMkLst>
          <pc:docMk/>
          <pc:sldMk cId="0" sldId="298"/>
        </pc:sldMkLst>
      </pc:sldChg>
      <pc:sldChg chg="del">
        <pc:chgData name="Zheng Fei" userId="d19317889db4c986" providerId="LiveId" clId="{92245795-75DB-4BE4-9AE2-EE4095FC83E1}" dt="2022-03-27T13:26:04.389" v="4" actId="2696"/>
        <pc:sldMkLst>
          <pc:docMk/>
          <pc:sldMk cId="0" sldId="299"/>
        </pc:sldMkLst>
      </pc:sldChg>
      <pc:sldChg chg="del">
        <pc:chgData name="Zheng Fei" userId="d19317889db4c986" providerId="LiveId" clId="{92245795-75DB-4BE4-9AE2-EE4095FC83E1}" dt="2022-03-27T13:26:04.389" v="4" actId="2696"/>
        <pc:sldMkLst>
          <pc:docMk/>
          <pc:sldMk cId="0" sldId="300"/>
        </pc:sldMkLst>
      </pc:sldChg>
      <pc:sldChg chg="del">
        <pc:chgData name="Zheng Fei" userId="d19317889db4c986" providerId="LiveId" clId="{92245795-75DB-4BE4-9AE2-EE4095FC83E1}" dt="2022-03-27T13:26:04.389" v="4" actId="2696"/>
        <pc:sldMkLst>
          <pc:docMk/>
          <pc:sldMk cId="0" sldId="301"/>
        </pc:sldMkLst>
      </pc:sldChg>
      <pc:sldChg chg="del">
        <pc:chgData name="Zheng Fei" userId="d19317889db4c986" providerId="LiveId" clId="{92245795-75DB-4BE4-9AE2-EE4095FC83E1}" dt="2022-03-27T13:26:04.389" v="4" actId="2696"/>
        <pc:sldMkLst>
          <pc:docMk/>
          <pc:sldMk cId="0" sldId="302"/>
        </pc:sldMkLst>
      </pc:sldChg>
      <pc:sldChg chg="del">
        <pc:chgData name="Zheng Fei" userId="d19317889db4c986" providerId="LiveId" clId="{92245795-75DB-4BE4-9AE2-EE4095FC83E1}" dt="2022-03-27T13:26:04.389" v="4" actId="2696"/>
        <pc:sldMkLst>
          <pc:docMk/>
          <pc:sldMk cId="0" sldId="303"/>
        </pc:sldMkLst>
      </pc:sldChg>
      <pc:sldChg chg="del">
        <pc:chgData name="Zheng Fei" userId="d19317889db4c986" providerId="LiveId" clId="{92245795-75DB-4BE4-9AE2-EE4095FC83E1}" dt="2022-03-27T13:26:04.389" v="4" actId="2696"/>
        <pc:sldMkLst>
          <pc:docMk/>
          <pc:sldMk cId="0" sldId="304"/>
        </pc:sldMkLst>
      </pc:sldChg>
      <pc:sldChg chg="del">
        <pc:chgData name="Zheng Fei" userId="d19317889db4c986" providerId="LiveId" clId="{92245795-75DB-4BE4-9AE2-EE4095FC83E1}" dt="2022-03-27T13:26:04.389" v="4" actId="2696"/>
        <pc:sldMkLst>
          <pc:docMk/>
          <pc:sldMk cId="0" sldId="305"/>
        </pc:sldMkLst>
      </pc:sldChg>
      <pc:sldChg chg="del">
        <pc:chgData name="Zheng Fei" userId="d19317889db4c986" providerId="LiveId" clId="{92245795-75DB-4BE4-9AE2-EE4095FC83E1}" dt="2022-03-27T13:26:04.389" v="4" actId="2696"/>
        <pc:sldMkLst>
          <pc:docMk/>
          <pc:sldMk cId="0" sldId="306"/>
        </pc:sldMkLst>
      </pc:sldChg>
      <pc:sldChg chg="del">
        <pc:chgData name="Zheng Fei" userId="d19317889db4c986" providerId="LiveId" clId="{92245795-75DB-4BE4-9AE2-EE4095FC83E1}" dt="2022-03-27T13:26:04.389" v="4" actId="2696"/>
        <pc:sldMkLst>
          <pc:docMk/>
          <pc:sldMk cId="0" sldId="307"/>
        </pc:sldMkLst>
      </pc:sldChg>
      <pc:sldChg chg="del">
        <pc:chgData name="Zheng Fei" userId="d19317889db4c986" providerId="LiveId" clId="{92245795-75DB-4BE4-9AE2-EE4095FC83E1}" dt="2022-03-27T13:26:04.389" v="4" actId="2696"/>
        <pc:sldMkLst>
          <pc:docMk/>
          <pc:sldMk cId="0" sldId="308"/>
        </pc:sldMkLst>
      </pc:sldChg>
      <pc:sldChg chg="del">
        <pc:chgData name="Zheng Fei" userId="d19317889db4c986" providerId="LiveId" clId="{92245795-75DB-4BE4-9AE2-EE4095FC83E1}" dt="2022-03-27T13:26:04.389" v="4" actId="2696"/>
        <pc:sldMkLst>
          <pc:docMk/>
          <pc:sldMk cId="0" sldId="309"/>
        </pc:sldMkLst>
      </pc:sldChg>
      <pc:sldChg chg="addSp modSp new mod">
        <pc:chgData name="Zheng Fei" userId="d19317889db4c986" providerId="LiveId" clId="{92245795-75DB-4BE4-9AE2-EE4095FC83E1}" dt="2022-03-27T13:26:21.976" v="10" actId="20577"/>
        <pc:sldMkLst>
          <pc:docMk/>
          <pc:sldMk cId="2298298171" sldId="435"/>
        </pc:sldMkLst>
        <pc:spChg chg="add mod">
          <ac:chgData name="Zheng Fei" userId="d19317889db4c986" providerId="LiveId" clId="{92245795-75DB-4BE4-9AE2-EE4095FC83E1}" dt="2022-03-27T13:26:21.976" v="10" actId="20577"/>
          <ac:spMkLst>
            <pc:docMk/>
            <pc:sldMk cId="2298298171" sldId="435"/>
            <ac:spMk id="2" creationId="{02226945-ADD4-4688-AE9E-357122B8C72F}"/>
          </ac:spMkLst>
        </pc:spChg>
      </pc:sldChg>
      <pc:sldChg chg="modSp add mod">
        <pc:chgData name="Zheng Fei" userId="d19317889db4c986" providerId="LiveId" clId="{92245795-75DB-4BE4-9AE2-EE4095FC83E1}" dt="2022-03-27T13:26:27.098" v="12" actId="20577"/>
        <pc:sldMkLst>
          <pc:docMk/>
          <pc:sldMk cId="3487854064" sldId="436"/>
        </pc:sldMkLst>
        <pc:spChg chg="mod">
          <ac:chgData name="Zheng Fei" userId="d19317889db4c986" providerId="LiveId" clId="{92245795-75DB-4BE4-9AE2-EE4095FC83E1}" dt="2022-03-27T13:26:27.098" v="12" actId="20577"/>
          <ac:spMkLst>
            <pc:docMk/>
            <pc:sldMk cId="3487854064" sldId="436"/>
            <ac:spMk id="2" creationId="{02226945-ADD4-4688-AE9E-357122B8C72F}"/>
          </ac:spMkLst>
        </pc:sp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emf"/><Relationship Id="rId1" Type="http://schemas.openxmlformats.org/officeDocument/2006/relationships/image" Target="../media/image35.emf"/><Relationship Id="rId5" Type="http://schemas.openxmlformats.org/officeDocument/2006/relationships/image" Target="../media/image39.emf"/><Relationship Id="rId4" Type="http://schemas.openxmlformats.org/officeDocument/2006/relationships/image" Target="../media/image38.e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53.emf"/><Relationship Id="rId13" Type="http://schemas.openxmlformats.org/officeDocument/2006/relationships/image" Target="../media/image58.emf"/><Relationship Id="rId3" Type="http://schemas.openxmlformats.org/officeDocument/2006/relationships/image" Target="../media/image48.emf"/><Relationship Id="rId7" Type="http://schemas.openxmlformats.org/officeDocument/2006/relationships/image" Target="../media/image52.emf"/><Relationship Id="rId12" Type="http://schemas.openxmlformats.org/officeDocument/2006/relationships/image" Target="../media/image57.emf"/><Relationship Id="rId2" Type="http://schemas.openxmlformats.org/officeDocument/2006/relationships/image" Target="../media/image47.emf"/><Relationship Id="rId1" Type="http://schemas.openxmlformats.org/officeDocument/2006/relationships/image" Target="../media/image46.emf"/><Relationship Id="rId6" Type="http://schemas.openxmlformats.org/officeDocument/2006/relationships/image" Target="../media/image51.emf"/><Relationship Id="rId11" Type="http://schemas.openxmlformats.org/officeDocument/2006/relationships/image" Target="../media/image56.emf"/><Relationship Id="rId5" Type="http://schemas.openxmlformats.org/officeDocument/2006/relationships/image" Target="../media/image50.emf"/><Relationship Id="rId10" Type="http://schemas.openxmlformats.org/officeDocument/2006/relationships/image" Target="../media/image55.emf"/><Relationship Id="rId4" Type="http://schemas.openxmlformats.org/officeDocument/2006/relationships/image" Target="../media/image49.emf"/><Relationship Id="rId9" Type="http://schemas.openxmlformats.org/officeDocument/2006/relationships/image" Target="../media/image54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emf"/><Relationship Id="rId2" Type="http://schemas.openxmlformats.org/officeDocument/2006/relationships/image" Target="../media/image62.emf"/><Relationship Id="rId1" Type="http://schemas.openxmlformats.org/officeDocument/2006/relationships/image" Target="../media/image61.e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14T06:19:19.50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</inkml:brush>
  </inkml:definitions>
  <inkml:trace contextRef="#ctx0" brushRef="#br0">1054 0 16383,'59'7'0,"1"0"0,3-1 0,1 1 0,-6-1 0,-2-1 0,43 3 0,-37-2 0,-37-4 0,-119 4 0,34-2 0,-9 0 0,-12 2 0,-10 1 0,0 0 0,1 2 0,0 0 0,-1 0 0,-1 1 0,0 0 0,4 1 0,12-1 0,3 0 0,6 1 0,-6 1 0,10 1 0,-5 5 0,43-7 0,19-5 0,75 10 0,16-6 0,-5-1 0,5 1 0,-6-5 0,-2-2 0,-8 0 0,-4-1 0,27 2 0,-47-2 0,-29 0 0,-29 44 0,-20-7 0,4 0 0,-7 1 0,-15-5 0,-8-4 0,-12 2 0,-6-3 0,-7 0 0,-2-2 0,6-3 0,4-3 0,18-6 0,6-2 0,-6 5 0,40-11 0,85 16 0,-11-12 0,12-1 0,12 3 0,11 0 0,3-1 0,-11-4 0,2-1 0,3-2 0,1 0 0,8 0 0,3-1 0,0-2 0,-1 1 0,-4-2 0,0 0 0,-2 0 0,-4-1 0,9-1 0,-4 0 0,-7 0 0,7-1 0,-13 0 0,-8 0 0,-48-1 0,-74-51 0,39 20 0,-24-44 0,59 33 0,4 2 0,-3 3 0,-6-1 0,-3-2 0,-1-4 0,0 1 0,1 8 0,4 8 0,3 6 0,1 8 0,7 10 0,3 5 0,4 6 0,-6-1 0,-84 38 0,8-17 0,-9 0 0,-13 5 0,-11 2 0,-2-1 0,-2-3 0,-3-2 0,1-2 0,4-3 0,0-2 0,4-3 0,-14 0 0,10-4 0,1-8 0,66-6 0,48-4 0,27-2 0,2-1 0,9 0 0,5-1 0,9-1 0,-2 1 0,-6 2 0,-2-1 0,-2 2 0,27-3 0,-10 3 0,-34 2 0,-12 1 0,-14 1 0,-130 10 0,43 0 0,-3 0 0,-33 3 0,-1 0 0,22 0 0,6 0 0,-22 3 0,59-5 0,75 6 0,36 2 0,-6-4 0,8 1 0,2 1 0,7 1 0,-4-1 0,-20-5 0,-4-2 0,-4 0 0,12 1 0,-14 0 0,-19-1 0,-95-4 0,-36-1 0,7 2 0,-8 1 0,-1-1 0,-7 1 0,4 3 0,18 0 0,2 1 0,4 1 0,-17 6 0,8 1 0,23-4 0,9 0 0,0 3 0,113 2 0,19-12 0,-1 1 0,6-1 0,-19-5 0,-3-1 0,-8-1 0,-6 0 0,10-1 0,-57-8 0,-52-9 0,-28-2 0,15 6 0,-4 0 0,-34-10 0,1 3 0,35 11 0,8 4 0,-10-1 0,105 14 0,31 3 0,-5-1 0,7 0 0,8 2 0,10 1 0,-4-1 0,-18-2 0,-3-1 0,-3 0 0,16 2 0,-10-1 0,4 1 0,-65-6 0,-103-7 0,38 0 0,-3 0 0,-32-1 0,-3 0 0,12 0 0,3 0 0,11 0 0,5 1 0,-18-1 0,61 4 0,61 10 0,31 5 0,-7-2 0,6 2 0,4 1 0,7 1 0,-4-1 0,16 4 0,-8-1 0,-21-5 0,-10-2 0,1 3 0,-98-12 0,-27-2 0,-5-2 0,-9 0 0,-4 0 0,-9 1 0,3-1 0,9-1 0,3 1 0,2-1 0,-29 1 0,10-1 0,-5 1 0,51 0 0,91 7 0,32 3 0,-8-1 0,8 1 0,6 2 0,8 0 0,-2 0 0,-11-2 0,-2 0 0,-4-1 0,22 2 0,-10-1 0,17 2 0,-72-9 0,-81-12 0,-38-4 0,10 4 0,-5 0 0,0-1 0,-6-1 0,5 2 0,-12 1 0,11 2 0,-11 0 0,73 6 0,91 13 0,44 4 0,-16-2 0,8 1 0,-28-3 0,8 1 0,-1 0 0,-5-1 0,1 0 0,-4-1 0,-6-1 0,6 2 0,-11-3 0,-12 1 0,-100-7 0,-28-3 0,5 3 0,-10-2 0,6 2 0,39 1 0,29 3 0,64 29 0,14-3 0,-6-4 0,6-1 0,-7-8 0,-1-3 0,-6-3 0,-4-1 0,18 0 0,-45-8 0,-61-4 0,-25 0 0,-21 2 0,2 2 0,-1 2 0,28 1 0,5 3 0,-38 16 0,21 2 0,22-5 0,18-7 0,14-9 0,83 20 0,-19-14 0,9-1 0,8 1 0,8 1 0,2-1 0,-1-3 0,0-1 0,-1-1 0,27 0 0,-6-1 0,-23-3 0,-12-2 0,-13-1 0,-89-5 0,-25 0 0,-29-4 0,-2 1 0,-4 0 0,35 1 0,4 0 0,0-1 0,1 0 0,8-1 0,3 0 0,-23-4 0,26 4 0,32 5 0,96 5 0,-40-2 0,52 3 0,-75-4 0,-16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14T06:19:27.71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</inkml:brush>
  </inkml:definitions>
  <inkml:trace contextRef="#ctx0" brushRef="#br0">942 2354 16383,'-55'-2'0,"0"-1"0,-41-1 0,43 2 0,17 0 0,18 1 0,-12-2 0,-15-2 0,-46-8 0,31 5 0,-2-1 0,-5 0 0,1-1 0,8 2 0,4 1 0,-16-2 0,45 5 0,79 3 0,37 0 0,-23 1 0,5-1 0,11 0 0,8 1 0,-5-1 0,16 0 0,-9 0 0,-17 1 0,-7-1 0,17-1 0,-40 1 0,-23-3 0,24-4 0,32-5 0,-29 3 0,2-1 0,2-1 0,-1-2 0,39-16 0,-33-3 0,-31-1 0,-22-5 0,-11-8 0,-8-12 0,-7-13 0,1-6 0,4 3 0,7 9 0,8 8 0,2 7 0,3 6 0,0 5 0,2 9 0,2-2 0,1-6 0,1-10 0,-1-6 0,-3-2 0,-3 2 0,-3 7 0,-1 8 0,-2 5 0,-1 0 0,-1-2 0,-2-1 0,2 4 0,0 6 0,2 4 0,1-6 0,0 9 0,0-10 0,1 5 0,1 1 0,1-6 0,-1 4 0,0-1 0,0-8 0,-2-2 0,1 5 0,-1 7 0,0 1 0,0-9 0,0-10 0,0-11 0,0 9 0,2 9 0,1 13 0,2 2 0,-51 14 0,-36-1 0,-7 8 0,-13 3 0,23-1 0,-2 1 0,-2 1 0,-5 0 0,-1 0 0,2 0 0,6 1 0,2-1 0,6 1 0,-6 1 0,9-1 0,-9 1 0,65-5 0,82-7 0,48-3 0,-40 4 0,4-1 0,5 0 0,7 0 0,8-1 0,1 0 0,-3 0 0,-12 2 0,-2-1 0,-1 1 0,-5 0 0,8 0 0,-4-1 0,-9 2 0,-6 0 0,-12 0 0,-15 0 0,-75 4 0,-30 1 0,-3-2 0,-9-2 0,-2 1 0,2 0 0,-1-1 0,-2 1 0,-16-2 0,-4-1 0,11 1 0,9 0 0,11 0 0,-13 0 0,56 2 0,67 1 0,29 0 0,-9 0 0,5 1 0,5-1 0,7 1 0,-2 0 0,14 1 0,-5 1 0,-14-1 0,-7 2 0,7 1 0,-49 4 0,-41 45 0,0 11 0,-7 26 0,12-15 0,8-12 0,3-1 0,0 8 0,1 3 0,-1 0 0,-1-4 0,-2-3 0,-2-3 0,-3 3 0,0-4 0,3-9 0,3-15 0,2-13 0,57-75 0,-18 15 0,3-4 0,24-32 0,4-7 0,-23 26 0,-1 0 0,0-1 0,16-27 0,-5 4 0,-19 26 0,-3 1 0,-1-10 0,-7 9 0,-16 29 0,8-27 0,-8 29 0,4-2 0,4-5 0,-1 7 0,10 3 0,7 6 0,10 2 0,-7 4 0,-15 2 0,-80 27 0,27-10 0,-48 19 0,55-18 0,-2 7 0,-4 4 0,-2 4 0,1 0 0,5 1 0,1 5 0,0 6 0,0 4 0,4-5 0,7-9 0,4-10 0,-1 9 0,1-3 0,-6 16 0,2-1 0,-1 1 0,2-4 0,4-9 0,4-11 0,-2 9 0,5-12 0,-4 18 0,5-8 0,0 2 0,0 0 0,2-5 0,-1 8 0,0-8 0,2 5 0,64-99 0,-5 4 0,-2-4 0,2-5 0,-11 19 0,-3 3 0,-5 6 0,-1 3 0,18-21 0,-21 23 0,-20 25 0,-7 7 0,-67 39 0,31-10 0,-50 31 0,43-11 0,-2 8 0,0 8 0,1 5 0,9-7 0,4-2 0,4-5 0,4-1 0,3-1 0,1 2 0,1 2 0,1 7 0,2 7 0,2 4 0,1-2 0,1-6 0,-2-2 0,1 5 0,1 10 0,-1 4 0,2-7 0,0-10 0,1-12 0,0-10 0,1-16 0,-1 5 0,0 13 0,0 5 0,0 11 0,1 6 0,0 20 0,2 3 0,-1-10 0,0-38 0,-2-22 0,-85-17 0,6-8 0,-13-4 0,21 6 0,-8 0 0,-3-1 0,1-1 0,-4-1 0,-1-1 0,-1 0 0,3 1 0,4 2 0,1 0 0,2 1 0,7 1 0,-30-2 0,16 3 0,3 3 0,74 7 0,64 11 0,36 2 0,-31-5 0,4-1 0,8 3 0,7 0 0,-8-1 0,-2-4 0,-11-1 0,8 0 0,-37-3 0,-34-4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14T06:19:54.78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</inkml:brush>
  </inkml:definitions>
  <inkml:trace contextRef="#ctx0" brushRef="#br0">2165 86 16383,'58'-5'0,"0"1"0,2 0 0,0 1 0,-5 2 0,0 1 0,-3 0 0,-1 0 0,36 0 0,-9 2 0,1 0 0,2 0 0,11 1 0,2-1 0,-6-1 0,-17 0 0,-29-1 0,-23 0 0,-116-1 0,17 0 0,-12 0 0,-8-1 0,23 1 0,0-1 0,-18 0 0,-1 0 0,4 0 0,3-1 0,11 2 0,4-1 0,17 0 0,8 1 0,-2 0 0,24 0 0,11 0 0,-17 2 0,4-1 0,-13 1 0,11 0 0,-2 0 0,-3-1 0,2 1 0,6 0 0,-2 1 0,83 7 0,34 1 0,-29-2 0,6 0 0,18 1 0,12 1 0,-5-1 0,10 0 0,-6-1 0,-7-1 0,-5 1 0,-16-2 0,-7 0 0,17 2 0,-34-4 0,-27-3 0,8 0 0,30 4 0,33 3 0,-34-3 0,1 0 0,38 3 0,-33-3 0,-34-4 0,-73 0 0,-33-2 0,15 1 0,-6-1 0,-11 0 0,-9 0 0,1 1 0,15-1 0,3 0 0,0 1 0,1-1 0,2 0 0,1 1 0,-24-1 0,3 1 0,13-1 0,6 1 0,16-1 0,6 1 0,-4 0 0,40 2 0,57 5 0,29 1 0,-3-1 0,7-1 0,2 2 0,7 1 0,-1-2 0,-13-1 0,-1-1 0,-2 0 0,25 1 0,-10 0 0,0 0 0,-61-3 0,-62-5 0,-34-2 0,-1-1 0,-12 0 0,-8-1 0,12 1 0,-6-1 0,-5-1 0,-3 0 0,-1 0 0,16 1 0,-3 0 0,-1 0 0,-2 0 0,0-1 0,0 1 0,1 0 0,-1 0 0,-1 0 0,-1 0 0,1 0 0,1 1 0,2-1 0,2 1 0,-20-1 0,0-1 0,4 1 0,5 1 0,9 0 0,-18 0 0,10 0 0,34 5 0,44 4 0,55 1 0,47-1 0,6 1 0,-7 0 0,7 0 0,4 0 0,2 0 0,-6 0 0,4 0 0,1 0 0,1 0 0,-1 0 0,0 0 0,1 0 0,0-1 0,-1 0 0,-4 1 0,11-1 0,-3 1 0,-3-1 0,-5 0 0,5 0 0,-4 0 0,-12-1 0,-5 0 0,-16-1 0,-11 0 0,-41-2 0,-106-12 0,37 5 0,-9 0 0,-7 0 0,-7-2 0,-8-1 0,-5 1 0,-1-1 0,10 2 0,-3-1 0,-2 1 0,1 0 0,0 0 0,3 1 0,-2-1 0,2 1 0,1 0 0,4 0 0,-5 0 0,3 1 0,5-1 0,6 2 0,-23-2 0,19 1 0,17 0 0,100 10 0,46 3 0,3 0 0,-1 0 0,3 0 0,9 1 0,-10-2 0,7 2 0,4-1 0,2 0 0,-1 0 0,-14-2 0,1 0 0,1 0 0,-1 0 0,0 0 0,-1-1 0,14 1 0,0-1 0,-1 0 0,-2-1 0,-4 0 0,5 1 0,-3-2 0,-4 1 0,-7-1 0,-1 0 0,-7 0 0,-15-1 0,1 0 0,-66-1 0,-72-6 0,20 0 0,-8 0 0,-11-1 0,-10-1 0,-4 0 0,12 1 0,-2 0 0,-2 0 0,-2-1 0,-5 0 0,-3 0 0,0 0 0,2 0 0,8 1 0,0 0 0,3 0 0,5 1 0,-35-3 0,18 1 0,21 3 0,104 10 0,30 3 0,3-1 0,12 0 0,5 1 0,1-1 0,7 0 0,3 1 0,2-1 0,-13 0 0,2-1 0,1 0 0,0 1 0,-3-1 0,14 1 0,-1-1 0,-3 1 0,-3-1 0,8 2 0,-4-1 0,-11 0 0,-5 1 0,-15-2 0,-11 1 0,-144-12 0,-5-2 0,13 1 0,2 1 0,-11-3 0,49 5 0,80 6 0,26 2 0,-6-1 0,4 0 0,4 2 0,5 0 0,-4-1 0,6 0 0,-9 0 0,14 2 0,-60-6 0,-63-7 0,-55-7 0,-4 1 0,27 4 0,-2 0 0,-5 0 0,-6 0 0,1-1 0,-7 0 0,-6-1 0,-1 1 0,0 0 0,4 0 0,5 2 0,1-1 0,0 2 0,1-1 0,1 1 0,2 0 0,-9 0 0,0 0 0,2 0 0,4 1 0,5 1 0,-25-2 0,8 0 0,26 4 0,24 5 0,111 5 0,48 3 0,-28-4 0,10 1 0,5 0 0,4 1 0,-3-1 0,5 1 0,3 0 0,1-1 0,0 1 0,-11-1 0,1-1 0,1 1 0,0-1 0,0 0 0,-1 0 0,-4-1 0,1 1 0,0-1 0,-2 0 0,-2 0 0,-3-1 0,19 2 0,-2-1 0,-6 0 0,-8-2 0,-5 1 0,-7-2 0,-20-1 0,-19-2 0,-117-8 0,12 1 0,-9 1 0,11 0 0,-5-1 0,0 1 0,-8-1 0,-1-1 0,1 2 0,1-1 0,2 1 0,2 1 0,-25-2 0,12 0 0,-6 1 0,84 7 0,63 4 0,34 1 0,-26-1 0,1 0 0,19 2 0,-6-1 0,-15-1 0,-50-6 0,-77-7 0,-51-6 0,34 5 0,-6 0 0,-8-1 0,13 1 0,-7-1 0,-4-1 0,-1 1 0,4 0 0,8 2 0,-1 0 0,2-1 0,3 2 0,3-1 0,-28-2 0,5 0 0,19 2 0,-8-1 0,156 14 0,53 4 0,-34-3 0,9 1 0,6 0 0,3 0 0,-20 0 0,3-1 0,3 1 0,1-1 0,0 1 0,-1 0 0,-1-1 0,2 1 0,0-1 0,-2 1 0,-2-1 0,-3 0 0,16 1 0,-2 0 0,-6 0 0,-7-1 0,-3 1 0,-7-1 0,-16-2 0,-8-1 0,-106-11 0,-38-2 0,34 4 0,-5 1 0,-7-2 0,-7-1 0,8 1 0,10 3 0,9 1 0,-14 0 0,39 1 0,73 4 0,31 1 0,-7 1 0,8 0 0,9 1 0,9 1 0,-3-1 0,-15 1 0,-2-1 0,-4 0 0,23 3 0,-9-2 0,-27-1 0,-10-1 0,-2-1 0,-30-2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14T06:19:55.83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</inkml:brush>
  </inkml:definitions>
  <inkml:trace contextRef="#ctx0" brushRef="#br0">26 0 16383,'-1'61'0,"0"0"0,0-6 0,0-4 0,-3 7 0,0-7 0,0-7 0,0-9 0,1-11 0,1-9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14T06:19:56.59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</inkml:brush>
  </inkml:definitions>
  <inkml:trace contextRef="#ctx0" brushRef="#br0">0 1 16383,'6'58'0,"0"0"0,2 2 0,1 0 0,0-9 0,1 0 0,2 3 0,2-1 0,0-1 0,0-2 0,11 31 0,-7-25 0,-7-23 0,-7-18 0,-3-11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14T06:20:01.89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</inkml:brush>
  </inkml:definitions>
  <inkml:trace contextRef="#ctx0" brushRef="#br0">1 1 16383,'76'18'0,"1"-1"0,14 1 0,5-1 0,-25-7 0,2-2 0,0 1 0,0-1 0,-1-1 0,-2 0 0,21 2 0,-10-1 0,10 0 0,-44-5 0,-37-3 0,12 0 0,22 2 0,16 0 0,12 2 0,-5 1 0,-21-2 0,-19-1 0,-8 0 0,8 1 0,21 2 0,43 6 0,-19-2 0,7 0 0,-12-2 0,4 1 0,0 0 0,8 1 0,1 0 0,-1 0 0,-8-1 0,-1-1 0,-5 0 0,7 1 0,-9-2 0,7 1 0,-29-5 0,18-2 0,17 0 0,13 1 0,6-1 0,0 1 0,-8 0 0,-4-1 0,-20 1 0,-11-1 0,-15 0 0,28-1 0,-5 0 0,7 1 0,13-1 0,2 1 0,-1 0 0,-3 0 0,-15 0 0,-6 0 0,2 1 0,-34 0 0,-67 0 0,-27-1 0,20 0 0,-4 0 0,-43 0 0,-4 0 0,29 0 0,5 0 0,5 0 0,4 1 0,-27-1 0,22 1 0,17-1 0,7 0 0,-4 0 0,-5 0 0,4 0 0,13 0 0,129 2 0,-9 1 0,6-1 0,8 0 0,-16 1 0,0 0 0,5 0 0,1-1 0,-2 1 0,-3-1 0,-8 1 0,-6-1 0,22 0 0,-39-1 0,-30-1 0,-9-1 0,18 0 0,-3 0 0,19 0 0,-9 1 0,8 0 0,10 1 0,2-1 0,-6 1 0,-12-1 0,-14 1 0,-10-1 0,7 0 0,-3 0 0,14 0 0,-1 0 0,6 0 0,4-1 0,2 0 0,-5-1 0,-6 0 0,-8 0 0,-6 0 0,3-1 0,4 0 0,24-2 0,18 2 0,18-1 0,-40 2 0,1 0 0,-1 1 0,0-1 0,0 1 0,-2 1 0,38-1 0,-27 1 0,-23 0 0,-23-1 0,-21-40 0,2 27 0,-9-32 0,4 19 0,4 13 0,-6-14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14T06:20:17.497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</inkml:brush>
  </inkml:definitions>
  <inkml:trace contextRef="#ctx0" brushRef="#br0">936 8 16383,'51'1'0,"-1"-1"0,39 1 0,-44-1 0,-6 0 0,-5 0 0,-3 0 0,-2 0 0,0 0 0,-5 0 0,26 0 0,25 0 0,-26 1 0,2 0 0,5-1 0,-5 1 0,0 0 0,-109 1 0,-42 0 0,15-1 0,-8-1 0,14 0 0,-9 0 0,-1 1 0,6-2 0,3 1 0,5-2 0,3 1 0,-22 0 0,8-1 0,29 1 0,7 0 0,-8 0 0,36 1 0,63-2 0,22 0 0,-12 1 0,16-1 0,-4 0 0,-35 2 0,1 0 0,7 0 0,25 2 0,9-1 0,-7 1 0,-37 1 0,-77 9 0,-34 3 0,24-6 0,-3 0 0,-9 2 0,-7 2 0,7-3 0,5-1 0,8-2 0,-23 1 0,45-4 0,29-3 0,98-1 0,-37 1 0,3 0 0,31 0 0,2 0 0,-16 1 0,-6 0 0,32 1 0,-48-1 0,-90 0 0,-28 0 0,5-1 0,-7 0 0,-10 0 0,-8 1 0,3-1 0,14-1 0,4 0 0,2 0 0,-16 0 0,7-1 0,-13 0 0,52 1 0,30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14T06:20:18.397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</inkml:brush>
  </inkml:definitions>
  <inkml:trace contextRef="#ctx0" brushRef="#br0">1 11 16383,'71'-2'0,"1"0"0,7 0 0,1 1 0,-1-1 0,0 1 0,-6 1 0,-4-1 0,28 1 0,-45 0 0,-31 0 0,10 0 0,6 0 0,23 1 0,-8-1 0,-12 1 0,-20 0 0,-12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14T06:20:22.66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</inkml:brush>
  </inkml:definitions>
  <inkml:trace contextRef="#ctx0" brushRef="#br0">0 0 16383,'74'1'0,"0"0"0,0 0 0,1 0 0,0 0 0,-1 0 0,-6 1 0,-1-1 0,-2 1 0,18 1 0,-8-1 0,17 1 0,-51-2 0,-18 0 0,28 0 0,42 1 0,-22 0 0,5 0 0,7 1 0,1-1 0,-1 1 0,-1-1 0,-9 1 0,-5-1 0,27 1 0,-35-1 0,-34-1 0,-11-1 0,36 0 0,14 1 0,-9 0 0,4 0 0,-6-1 0,-2 1 0,28 0 0,-37 1 0,-86 5 0,-51 4 0,-2-1 0,16-4 0,-1-2 0,-8 2 0,6 0 0,-9 2 0,-4 1 0,1-1 0,5-2 0,0 0 0,3-2 0,2 0 0,4 0 0,-8 1 0,3-1 0,7 0 0,-6 1 0,14-1 0,5 0 0,42-4 0,24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14T06:20:37.76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</inkml:brush>
  </inkml:definitions>
  <inkml:trace contextRef="#ctx0" brushRef="#br0">1810 48 16383,'70'-1'0,"1"0"0,-5-1 0,-1 2 0,-9-1 0,-6 2 0,12-1 0,-12 0 0,-43 1 0,32-2 0,1-1 0,38-1 0,12-1 0,-39 3 0,2-1 0,2 1 0,0 0 0,-4 0 0,-2 0 0,34-1 0,-17 1 0,-10 1 0,-1 0 0,-6 1 0,-11-1 0,-23 1 0,-54-2 0,-49 1 0,-2-1 0,5 1 0,-4-1 0,-8 0 0,7 0 0,-9 1 0,-4-1 0,0 0 0,4 0 0,13 0 0,1 0 0,1 0 0,2 0 0,3 0 0,-6 1 0,2-1 0,3 0 0,7 0 0,-26-1 0,18 0 0,15 1 0,67 0 0,49 0 0,29 1 0,-8 0 0,5-1 0,-1 1 0,5 0 0,-2 0 0,16 0 0,-7 0 0,-17 0 0,-8 1 0,8-1 0,-33 1 0,-10-1 0,27 0 0,-7 1 0,6-1 0,14 0 0,3 1 0,4-1 0,1 0 0,-5 1 0,-4-1 0,30 1 0,-39-1 0,-67 1 0,-68-1 0,17-1 0,-10 1 0,-5 0 0,2 0 0,-3 0 0,-3-1 0,0 1 0,-1 0 0,-2 0 0,2 0 0,1 0 0,-17 0 0,4 0 0,8 0 0,6 0 0,14 0 0,13 0 0,46-1 0,80 1 0,-24-1 0,6 0 0,35 0 0,6 0 0,-13 0 0,-4 1 0,-14-1 0,-7 1 0,4 0 0,-54 0 0,-74 0 0,-48 1 0,32-1 0,-6 0 0,-8 1 0,13-1 0,-7 0 0,-3 1 0,-1-1 0,4 1 0,-11 0 0,1 0 0,1 0 0,3 0 0,6 0 0,1 0 0,4 1 0,5-1 0,4 1 0,6 0 0,7 0 0,5-1 0,8 1 0,-20 1 0,37-1 0,-22 1 0,-14 0 0,9-2 0,21-1 0,20 0 0,16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14T06:20:38.86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</inkml:brush>
  </inkml:definitions>
  <inkml:trace contextRef="#ctx0" brushRef="#br0">1351 3 16383,'-69'0'0,"1"0"0,-1 0 0,1 0 0,0-1 0,2 1 0,-21 0 0,5-1 0,8 1 0,5 0 0,14-1 0,6 2 0,-15 0 0,26 1 0,12 0 0,2 0 0,-6 2 0,6-2 0,-6 0 0,2-1 0,-10 1 0,-12-1 0,-8 0 0,-3 0 0,26-1 0,15 0 0,26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14T06:20:40.66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</inkml:brush>
  </inkml:definitions>
  <inkml:trace contextRef="#ctx0" brushRef="#br0">905 1 16383,'-68'9'0,"0"0"0,-6 0 0,-2 1 0,-2 0 0,-1-1 0,1-1 0,3-1 0,11-1 0,5-1 0,-25 1 0,39-4 0,25-1 0,1 1 0,2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14T06:20:43.081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</inkml:brush>
  </inkml:definitions>
  <inkml:trace contextRef="#ctx0" brushRef="#br0">1133 34 16383,'-64'-2'0,"-1"1"0,0 0 0,1-1 0,4 0 0,2 1 0,-27-2 0,44 2 0,19 0 0,2 0 0,-14 0 0,-17-1 0,-10 0 0,-7-2 0,5 0 0,13 1 0,14 1 0,17 1 0,-25 1 0,12 1 0,-24 0 0,23-1 0,9 0 0,6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14T06:20:44.381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</inkml:brush>
  </inkml:definitions>
  <inkml:trace contextRef="#ctx0" brushRef="#br0">2134 81 16383,'-93'3'0,"1"1"0,25-3 0,0 0 0,0-1 0,-28-2 0,0-2 0,-4 0 0,1-1 0,5-1 0,5 1 0,15 1 0,6 0 0,15 1 0,5 0 0,-16 0 0,21 1 0,5 0 0,-7 0 0,-18-1 0,-18-2 0,-19 0 0,42 1 0,0 1 0,-1 0 0,1 0 0,-43-3 0,30 3 0,34 1 0,14 1 0,-2 0 0,-8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14T06:20:45.797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</inkml:brush>
  </inkml:definitions>
  <inkml:trace contextRef="#ctx0" brushRef="#br0">4181 259 16383,'-76'1'0,"1"0"0,-1-1 0,-11 0 0,-3-1 0,-1-1 0,-7-1 0,-2-1 0,-1-2 0,21 1 0,-1-1 0,0 0 0,1-1 0,-21-2 0,2-1 0,3 0 0,11 0 0,3 1 0,4 0 0,-20-1 0,7 1 0,23 3 0,5 2 0,9 1 0,3 0 0,-28 2 0,-5-2 0,-8-2 0,-2 0 0,6-1 0,7 1 0,-1 1 0,-7-1 0,39 1 0,-2 0 0,-8 0 0,-2-1 0,-4 0 0,-1-1 0,-2-1 0,0 1 0,3-1 0,2 1 0,11 1 0,2 0 0,-28-2 0,23 3 0,14 1 0,8 1 0,6 1 0,0 0 0,3 0 0,-7 0 0,-1 1 0,-1-1 0,3 0 0,-3 0 0,-6 0 0,-9-1 0,-2 0 0,5 1 0,23 0 0,8 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14T06:20:46.99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</inkml:brush>
  </inkml:definitions>
  <inkml:trace contextRef="#ctx0" brushRef="#br0">1989 216 16383,'-94'-13'0,"-1"-1"0,27 4 0,-2 0 0,1 0 0,1-1 0,-1 1 0,1-1 0,-26-3 0,3 0 0,20 3 0,7 1 0,-16-2 0,37 6 0,16 5 0,1-1 0,-4 0 0,-8-1 0,-10-1 0,-12 0 0,-10 0 0,-9 0 0,-5-1 0,-4 0 0,-3-2 0,2 1 0,8 1 0,18 1 0,21 2 0,21 1 0,13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14T06:20:57.547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</inkml:brush>
  </inkml:definitions>
  <inkml:trace contextRef="#ctx0" brushRef="#br0">0 1 16383,'96'0'0,"1"0"0,-9 0 0,-3 1 0,-17 0 0,-4-1 0,21 1 0,-40-1 0,-25 0 0,1 0 0,15 0 0,9 0 0,-2 0 0,-14 0 0,-8 0 0,5-1 0,8 1 0,-2-1 0,-5 1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14T06:20:58.63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</inkml:brush>
  </inkml:definitions>
  <inkml:trace contextRef="#ctx0" brushRef="#br0">0 7 16383,'62'0'0,"0"0"0,5 1 0,1-1 0,-1 1 0,0-1 0,-4 0 0,-2 0 0,31-1 0,-37 1 0,-27-1 0,-9 0 0,13-1 0,22 0 0,21 1 0,9 1 0,-7 0 0,-22 1 0,-26-1 0,-18 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14T06:19:54.78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</inkml:brush>
  </inkml:definitions>
  <inkml:trace contextRef="#ctx0" brushRef="#br0">2165 86 16383,'58'-5'0,"0"1"0,2 0 0,0 1 0,-5 2 0,0 1 0,-3 0 0,-1 0 0,36 0 0,-9 2 0,1 0 0,2 0 0,11 1 0,2-1 0,-6-1 0,-17 0 0,-29-1 0,-23 0 0,-116-1 0,17 0 0,-12 0 0,-8-1 0,23 1 0,0-1 0,-18 0 0,-1 0 0,4 0 0,3-1 0,11 2 0,4-1 0,17 0 0,8 1 0,-2 0 0,24 0 0,11 0 0,-17 2 0,4-1 0,-13 1 0,11 0 0,-2 0 0,-3-1 0,2 1 0,6 0 0,-2 1 0,83 7 0,34 1 0,-29-2 0,6 0 0,18 1 0,12 1 0,-5-1 0,10 0 0,-6-1 0,-7-1 0,-5 1 0,-16-2 0,-7 0 0,17 2 0,-34-4 0,-27-3 0,8 0 0,30 4 0,33 3 0,-34-3 0,1 0 0,38 3 0,-33-3 0,-34-4 0,-73 0 0,-33-2 0,15 1 0,-6-1 0,-11 0 0,-9 0 0,1 1 0,15-1 0,3 0 0,0 1 0,1-1 0,2 0 0,1 1 0,-24-1 0,3 1 0,13-1 0,6 1 0,16-1 0,6 1 0,-4 0 0,40 2 0,57 5 0,29 1 0,-3-1 0,7-1 0,2 2 0,7 1 0,-1-2 0,-13-1 0,-1-1 0,-2 0 0,25 1 0,-10 0 0,0 0 0,-61-3 0,-62-5 0,-34-2 0,-1-1 0,-12 0 0,-8-1 0,12 1 0,-6-1 0,-5-1 0,-3 0 0,-1 0 0,16 1 0,-3 0 0,-1 0 0,-2 0 0,0-1 0,0 1 0,1 0 0,-1 0 0,-1 0 0,-1 0 0,1 0 0,1 1 0,2-1 0,2 1 0,-20-1 0,0-1 0,4 1 0,5 1 0,9 0 0,-18 0 0,10 0 0,34 5 0,44 4 0,55 1 0,47-1 0,6 1 0,-7 0 0,7 0 0,4 0 0,2 0 0,-6 0 0,4 0 0,1 0 0,1 0 0,-1 0 0,0 0 0,1 0 0,0-1 0,-1 0 0,-4 1 0,11-1 0,-3 1 0,-3-1 0,-5 0 0,5 0 0,-4 0 0,-12-1 0,-5 0 0,-16-1 0,-11 0 0,-41-2 0,-106-12 0,37 5 0,-9 0 0,-7 0 0,-7-2 0,-8-1 0,-5 1 0,-1-1 0,10 2 0,-3-1 0,-2 1 0,1 0 0,0 0 0,3 1 0,-2-1 0,2 1 0,1 0 0,4 0 0,-5 0 0,3 1 0,5-1 0,6 2 0,-23-2 0,19 1 0,17 0 0,100 10 0,46 3 0,3 0 0,-1 0 0,3 0 0,9 1 0,-10-2 0,7 2 0,4-1 0,2 0 0,-1 0 0,-14-2 0,1 0 0,1 0 0,-1 0 0,0 0 0,-1-1 0,14 1 0,0-1 0,-1 0 0,-2-1 0,-4 0 0,5 1 0,-3-2 0,-4 1 0,-7-1 0,-1 0 0,-7 0 0,-15-1 0,1 0 0,-66-1 0,-72-6 0,20 0 0,-8 0 0,-11-1 0,-10-1 0,-4 0 0,12 1 0,-2 0 0,-2 0 0,-2-1 0,-5 0 0,-3 0 0,0 0 0,2 0 0,8 1 0,0 0 0,3 0 0,5 1 0,-35-3 0,18 1 0,21 3 0,104 10 0,30 3 0,3-1 0,12 0 0,5 1 0,1-1 0,7 0 0,3 1 0,2-1 0,-13 0 0,2-1 0,1 0 0,0 1 0,-3-1 0,14 1 0,-1-1 0,-3 1 0,-3-1 0,8 2 0,-4-1 0,-11 0 0,-5 1 0,-15-2 0,-11 1 0,-144-12 0,-5-2 0,13 1 0,2 1 0,-11-3 0,49 5 0,80 6 0,26 2 0,-6-1 0,4 0 0,4 2 0,5 0 0,-4-1 0,6 0 0,-9 0 0,14 2 0,-60-6 0,-63-7 0,-55-7 0,-4 1 0,27 4 0,-2 0 0,-5 0 0,-6 0 0,1-1 0,-7 0 0,-6-1 0,-1 1 0,0 0 0,4 0 0,5 2 0,1-1 0,0 2 0,1-1 0,1 1 0,2 0 0,-9 0 0,0 0 0,2 0 0,4 1 0,5 1 0,-25-2 0,8 0 0,26 4 0,24 5 0,111 5 0,48 3 0,-28-4 0,10 1 0,5 0 0,4 1 0,-3-1 0,5 1 0,3 0 0,1-1 0,0 1 0,-11-1 0,1-1 0,1 1 0,0-1 0,0 0 0,-1 0 0,-4-1 0,1 1 0,0-1 0,-2 0 0,-2 0 0,-3-1 0,19 2 0,-2-1 0,-6 0 0,-8-2 0,-5 1 0,-7-2 0,-20-1 0,-19-2 0,-117-8 0,12 1 0,-9 1 0,11 0 0,-5-1 0,0 1 0,-8-1 0,-1-1 0,1 2 0,1-1 0,2 1 0,2 1 0,-25-2 0,12 0 0,-6 1 0,84 7 0,63 4 0,34 1 0,-26-1 0,1 0 0,19 2 0,-6-1 0,-15-1 0,-50-6 0,-77-7 0,-51-6 0,34 5 0,-6 0 0,-8-1 0,13 1 0,-7-1 0,-4-1 0,-1 1 0,4 0 0,8 2 0,-1 0 0,2-1 0,3 2 0,3-1 0,-28-2 0,5 0 0,19 2 0,-8-1 0,156 14 0,53 4 0,-34-3 0,9 1 0,6 0 0,3 0 0,-20 0 0,3-1 0,3 1 0,1-1 0,0 1 0,-1 0 0,-1-1 0,2 1 0,0-1 0,-2 1 0,-2-1 0,-3 0 0,16 1 0,-2 0 0,-6 0 0,-7-1 0,-3 1 0,-7-1 0,-16-2 0,-8-1 0,-106-11 0,-38-2 0,34 4 0,-5 1 0,-7-2 0,-7-1 0,8 1 0,10 3 0,9 1 0,-14 0 0,39 1 0,73 4 0,31 1 0,-7 1 0,8 0 0,9 1 0,9 1 0,-3-1 0,-15 1 0,-2-1 0,-4 0 0,23 3 0,-9-2 0,-27-1 0,-10-1 0,-2-1 0,-30-2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14T06:19:55.83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</inkml:brush>
  </inkml:definitions>
  <inkml:trace contextRef="#ctx0" brushRef="#br0">26 0 16383,'-1'61'0,"0"0"0,0-6 0,0-4 0,-3 7 0,0-7 0,0-7 0,0-9 0,1-11 0,1-9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14T06:19:56.59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</inkml:brush>
  </inkml:definitions>
  <inkml:trace contextRef="#ctx0" brushRef="#br0">0 1 16383,'6'58'0,"0"0"0,2 2 0,1 0 0,0-9 0,1 0 0,2 3 0,2-1 0,0-1 0,0-2 0,11 31 0,-7-25 0,-7-23 0,-7-18 0,-3-11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14T06:20:01.89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</inkml:brush>
  </inkml:definitions>
  <inkml:trace contextRef="#ctx0" brushRef="#br0">1 1 16383,'76'18'0,"1"-1"0,14 1 0,5-1 0,-25-7 0,2-2 0,0 1 0,0-1 0,-1-1 0,-2 0 0,21 2 0,-10-1 0,10 0 0,-44-5 0,-37-3 0,12 0 0,22 2 0,16 0 0,12 2 0,-5 1 0,-21-2 0,-19-1 0,-8 0 0,8 1 0,21 2 0,43 6 0,-19-2 0,7 0 0,-12-2 0,4 1 0,0 0 0,8 1 0,1 0 0,-1 0 0,-8-1 0,-1-1 0,-5 0 0,7 1 0,-9-2 0,7 1 0,-29-5 0,18-2 0,17 0 0,13 1 0,6-1 0,0 1 0,-8 0 0,-4-1 0,-20 1 0,-11-1 0,-15 0 0,28-1 0,-5 0 0,7 1 0,13-1 0,2 1 0,-1 0 0,-3 0 0,-15 0 0,-6 0 0,2 1 0,-34 0 0,-67 0 0,-27-1 0,20 0 0,-4 0 0,-43 0 0,-4 0 0,29 0 0,5 0 0,5 0 0,4 1 0,-27-1 0,22 1 0,17-1 0,7 0 0,-4 0 0,-5 0 0,4 0 0,13 0 0,129 2 0,-9 1 0,6-1 0,8 0 0,-16 1 0,0 0 0,5 0 0,1-1 0,-2 1 0,-3-1 0,-8 1 0,-6-1 0,22 0 0,-39-1 0,-30-1 0,-9-1 0,18 0 0,-3 0 0,19 0 0,-9 1 0,8 0 0,10 1 0,2-1 0,-6 1 0,-12-1 0,-14 1 0,-10-1 0,7 0 0,-3 0 0,14 0 0,-1 0 0,6 0 0,4-1 0,2 0 0,-5-1 0,-6 0 0,-8 0 0,-6 0 0,3-1 0,4 0 0,24-2 0,18 2 0,18-1 0,-40 2 0,1 0 0,-1 1 0,0-1 0,0 1 0,-2 1 0,38-1 0,-27 1 0,-23 0 0,-23-1 0,-21-40 0,2 27 0,-9-32 0,4 19 0,4 13 0,-6-14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14T06:20:17.497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</inkml:brush>
  </inkml:definitions>
  <inkml:trace contextRef="#ctx0" brushRef="#br0">936 8 16383,'51'1'0,"-1"-1"0,39 1 0,-44-1 0,-6 0 0,-5 0 0,-3 0 0,-2 0 0,0 0 0,-5 0 0,26 0 0,25 0 0,-26 1 0,2 0 0,5-1 0,-5 1 0,0 0 0,-109 1 0,-42 0 0,15-1 0,-8-1 0,14 0 0,-9 0 0,-1 1 0,6-2 0,3 1 0,5-2 0,3 1 0,-22 0 0,8-1 0,29 1 0,7 0 0,-8 0 0,36 1 0,63-2 0,22 0 0,-12 1 0,16-1 0,-4 0 0,-35 2 0,1 0 0,7 0 0,25 2 0,9-1 0,-7 1 0,-37 1 0,-77 9 0,-34 3 0,24-6 0,-3 0 0,-9 2 0,-7 2 0,7-3 0,5-1 0,8-2 0,-23 1 0,45-4 0,29-3 0,98-1 0,-37 1 0,3 0 0,31 0 0,2 0 0,-16 1 0,-6 0 0,32 1 0,-48-1 0,-90 0 0,-28 0 0,5-1 0,-7 0 0,-10 0 0,-8 1 0,3-1 0,14-1 0,4 0 0,2 0 0,-16 0 0,7-1 0,-13 0 0,52 1 0,30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14T06:20:18.397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</inkml:brush>
  </inkml:definitions>
  <inkml:trace contextRef="#ctx0" brushRef="#br0">1 11 16383,'71'-2'0,"1"0"0,7 0 0,1 1 0,-1-1 0,0 1 0,-6 1 0,-4-1 0,28 1 0,-45 0 0,-31 0 0,10 0 0,6 0 0,23 1 0,-8-1 0,-12 1 0,-20 0 0,-12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14T06:20:22.66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</inkml:brush>
  </inkml:definitions>
  <inkml:trace contextRef="#ctx0" brushRef="#br0">0 0 16383,'74'1'0,"0"0"0,0 0 0,1 0 0,0 0 0,-1 0 0,-6 1 0,-1-1 0,-2 1 0,18 1 0,-8-1 0,17 1 0,-51-2 0,-18 0 0,28 0 0,42 1 0,-22 0 0,5 0 0,7 1 0,1-1 0,-1 1 0,-1-1 0,-9 1 0,-5-1 0,27 1 0,-35-1 0,-34-1 0,-11-1 0,36 0 0,14 1 0,-9 0 0,4 0 0,-6-1 0,-2 1 0,28 0 0,-37 1 0,-86 5 0,-51 4 0,-2-1 0,16-4 0,-1-2 0,-8 2 0,6 0 0,-9 2 0,-4 1 0,1-1 0,5-2 0,0 0 0,3-2 0,2 0 0,4 0 0,-8 1 0,3-1 0,7 0 0,-6 1 0,14-1 0,5 0 0,42-4 0,24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14T06:20:37.76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</inkml:brush>
  </inkml:definitions>
  <inkml:trace contextRef="#ctx0" brushRef="#br0">1810 48 16383,'70'-1'0,"1"0"0,-5-1 0,-1 2 0,-9-1 0,-6 2 0,12-1 0,-12 0 0,-43 1 0,32-2 0,1-1 0,38-1 0,12-1 0,-39 3 0,2-1 0,2 1 0,0 0 0,-4 0 0,-2 0 0,34-1 0,-17 1 0,-10 1 0,-1 0 0,-6 1 0,-11-1 0,-23 1 0,-54-2 0,-49 1 0,-2-1 0,5 1 0,-4-1 0,-8 0 0,7 0 0,-9 1 0,-4-1 0,0 0 0,4 0 0,13 0 0,1 0 0,1 0 0,2 0 0,3 0 0,-6 1 0,2-1 0,3 0 0,7 0 0,-26-1 0,18 0 0,15 1 0,67 0 0,49 0 0,29 1 0,-8 0 0,5-1 0,-1 1 0,5 0 0,-2 0 0,16 0 0,-7 0 0,-17 0 0,-8 1 0,8-1 0,-33 1 0,-10-1 0,27 0 0,-7 1 0,6-1 0,14 0 0,3 1 0,4-1 0,1 0 0,-5 1 0,-4-1 0,30 1 0,-39-1 0,-67 1 0,-68-1 0,17-1 0,-10 1 0,-5 0 0,2 0 0,-3 0 0,-3-1 0,0 1 0,-1 0 0,-2 0 0,2 0 0,1 0 0,-17 0 0,4 0 0,8 0 0,6 0 0,14 0 0,13 0 0,46-1 0,80 1 0,-24-1 0,6 0 0,35 0 0,6 0 0,-13 0 0,-4 1 0,-14-1 0,-7 1 0,4 0 0,-54 0 0,-74 0 0,-48 1 0,32-1 0,-6 0 0,-8 1 0,13-1 0,-7 0 0,-3 1 0,-1-1 0,4 1 0,-11 0 0,1 0 0,1 0 0,3 0 0,6 0 0,1 0 0,4 1 0,5-1 0,4 1 0,6 0 0,7 0 0,5-1 0,8 1 0,-20 1 0,37-1 0,-22 1 0,-14 0 0,9-2 0,21-1 0,20 0 0,16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14T06:20:38.86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</inkml:brush>
  </inkml:definitions>
  <inkml:trace contextRef="#ctx0" brushRef="#br0">1351 3 16383,'-69'0'0,"1"0"0,-1 0 0,1 0 0,0-1 0,2 1 0,-21 0 0,5-1 0,8 1 0,5 0 0,14-1 0,6 2 0,-15 0 0,26 1 0,12 0 0,2 0 0,-6 2 0,6-2 0,-6 0 0,2-1 0,-10 1 0,-12-1 0,-8 0 0,-3 0 0,26-1 0,15 0 0,26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14T06:20:39.81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</inkml:brush>
  </inkml:definitions>
  <inkml:trace contextRef="#ctx0" brushRef="#br0">1318 0 16383,'-71'3'0,"0"0"0,-2-1 0,1 0 0,7-1 0,1 0 0,2 0 0,3-1 0,-40 2 0,26-1 0,15 1 0,3 0 0,-6 0 0,-6 1 0,2-1 0,7-1 0,8 0 0,6 0 0,3 0 0,3 1 0,5-1 0,10 1 0,8-1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14T06:20:40.66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</inkml:brush>
  </inkml:definitions>
  <inkml:trace contextRef="#ctx0" brushRef="#br0">905 1 16383,'-68'9'0,"0"0"0,-6 0 0,-2 1 0,-2 0 0,-1-1 0,1-1 0,3-1 0,11-1 0,5-1 0,-25 1 0,39-4 0,25-1 0,1 1 0,2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14T06:20:43.081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</inkml:brush>
  </inkml:definitions>
  <inkml:trace contextRef="#ctx0" brushRef="#br0">1133 34 16383,'-64'-2'0,"-1"1"0,0 0 0,1-1 0,4 0 0,2 1 0,-27-2 0,44 2 0,19 0 0,2 0 0,-14 0 0,-17-1 0,-10 0 0,-7-2 0,5 0 0,13 1 0,14 1 0,17 1 0,-25 1 0,12 1 0,-24 0 0,23-1 0,9 0 0,6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14T06:20:44.381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</inkml:brush>
  </inkml:definitions>
  <inkml:trace contextRef="#ctx0" brushRef="#br0">2134 81 16383,'-93'3'0,"1"1"0,25-3 0,0 0 0,0-1 0,-28-2 0,0-2 0,-4 0 0,1-1 0,5-1 0,5 1 0,15 1 0,6 0 0,15 1 0,5 0 0,-16 0 0,21 1 0,5 0 0,-7 0 0,-18-1 0,-18-2 0,-19 0 0,42 1 0,0 1 0,-1 0 0,1 0 0,-43-3 0,30 3 0,34 1 0,14 1 0,-2 0 0,-8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14T06:20:45.797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</inkml:brush>
  </inkml:definitions>
  <inkml:trace contextRef="#ctx0" brushRef="#br0">4181 259 16383,'-76'1'0,"1"0"0,-1-1 0,-11 0 0,-3-1 0,-1-1 0,-7-1 0,-2-1 0,-1-2 0,21 1 0,-1-1 0,0 0 0,1-1 0,-21-2 0,2-1 0,3 0 0,11 0 0,3 1 0,4 0 0,-20-1 0,7 1 0,23 3 0,5 2 0,9 1 0,3 0 0,-28 2 0,-5-2 0,-8-2 0,-2 0 0,6-1 0,7 1 0,-1 1 0,-7-1 0,39 1 0,-2 0 0,-8 0 0,-2-1 0,-4 0 0,-1-1 0,-2-1 0,0 1 0,3-1 0,2 1 0,11 1 0,2 0 0,-28-2 0,23 3 0,14 1 0,8 1 0,6 1 0,0 0 0,3 0 0,-7 0 0,-1 1 0,-1-1 0,3 0 0,-3 0 0,-6 0 0,-9-1 0,-2 0 0,5 1 0,23 0 0,8 1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14T06:20:46.99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</inkml:brush>
  </inkml:definitions>
  <inkml:trace contextRef="#ctx0" brushRef="#br0">1989 216 16383,'-94'-13'0,"-1"-1"0,27 4 0,-2 0 0,1 0 0,1-1 0,-1 1 0,1-1 0,-26-3 0,3 0 0,20 3 0,7 1 0,-16-2 0,37 6 0,16 5 0,1-1 0,-4 0 0,-8-1 0,-10-1 0,-12 0 0,-10 0 0,-9 0 0,-5-1 0,-4 0 0,-3-2 0,2 1 0,8 1 0,18 1 0,21 2 0,21 1 0,13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39F487C9-4072-F249-A3E0-221700824B0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 i="0">
                <a:latin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620F9869-2C16-C04F-B347-A54965B843A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 i="0">
                <a:latin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4BC66504-BED5-3A4A-A066-D8B193B4DFA7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438427DA-D260-AE4C-BA19-33E7C9E79D6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2294" name="Rectangle 6">
            <a:extLst>
              <a:ext uri="{FF2B5EF4-FFF2-40B4-BE49-F238E27FC236}">
                <a16:creationId xmlns:a16="http://schemas.microsoft.com/office/drawing/2014/main" id="{69B22126-B0BB-1944-8669-DF0581CC5A9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 i="0">
                <a:latin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12295" name="Rectangle 7">
            <a:extLst>
              <a:ext uri="{FF2B5EF4-FFF2-40B4-BE49-F238E27FC236}">
                <a16:creationId xmlns:a16="http://schemas.microsoft.com/office/drawing/2014/main" id="{EDF081A7-DC7B-3A40-AF33-9627D27AED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 i="0">
                <a:latin typeface="KaiTi" panose="02010609060101010101" pitchFamily="49" charset="-122"/>
              </a:defRPr>
            </a:lvl1pPr>
          </a:lstStyle>
          <a:p>
            <a:fld id="{28A7E449-4D70-F54A-8681-0FBF0E2B77D8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KaiTi" panose="02010609060101010101" pitchFamily="49" charset="-122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KaiTi" panose="02010609060101010101" pitchFamily="49" charset="-122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KaiTi" panose="02010609060101010101" pitchFamily="49" charset="-122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KaiTi" panose="02010609060101010101" pitchFamily="49" charset="-122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KaiTi" panose="02010609060101010101" pitchFamily="49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A7E449-4D70-F54A-8681-0FBF0E2B77D8}" type="slidenum">
              <a:rPr lang="en-US" altLang="zh-CN" smtClean="0"/>
              <a:pPr/>
              <a:t>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406995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A7E449-4D70-F54A-8681-0FBF0E2B77D8}" type="slidenum">
              <a:rPr lang="en-US" altLang="zh-CN" smtClean="0"/>
              <a:pPr/>
              <a:t>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167158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A7E449-4D70-F54A-8681-0FBF0E2B77D8}" type="slidenum">
              <a:rPr lang="en-US" altLang="zh-CN" smtClean="0"/>
              <a:pPr/>
              <a:t>9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65273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A7E449-4D70-F54A-8681-0FBF0E2B77D8}" type="slidenum">
              <a:rPr lang="en-US" altLang="zh-CN" smtClean="0"/>
              <a:pPr/>
              <a:t>11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920768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A7E449-4D70-F54A-8681-0FBF0E2B77D8}" type="slidenum">
              <a:rPr lang="en-US" altLang="zh-CN" smtClean="0"/>
              <a:pPr/>
              <a:t>13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314035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A7E449-4D70-F54A-8681-0FBF0E2B77D8}" type="slidenum">
              <a:rPr lang="en-US" altLang="zh-CN" smtClean="0"/>
              <a:pPr/>
              <a:t>14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906008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A7E449-4D70-F54A-8681-0FBF0E2B77D8}" type="slidenum">
              <a:rPr lang="en-US" altLang="zh-CN" smtClean="0"/>
              <a:pPr/>
              <a:t>15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232302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A7E449-4D70-F54A-8681-0FBF0E2B77D8}" type="slidenum">
              <a:rPr lang="en-US" altLang="zh-CN" smtClean="0"/>
              <a:pPr/>
              <a:t>17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550664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A7E449-4D70-F54A-8681-0FBF0E2B77D8}" type="slidenum">
              <a:rPr lang="en-US" altLang="zh-CN" smtClean="0"/>
              <a:pPr/>
              <a:t>30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356511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A7E449-4D70-F54A-8681-0FBF0E2B77D8}" type="slidenum">
              <a:rPr lang="en-US" altLang="zh-CN" smtClean="0"/>
              <a:pPr/>
              <a:t>31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373104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DF93BFB6-DA9C-934A-A480-AC8B5DABCD5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 b="0" i="0">
                <a:latin typeface="KaiTi" panose="02010609060101010101" pitchFamily="49" charset="-122"/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1CAC235E-36F8-AE40-89B1-696EA1A0693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 b="0" i="0">
                <a:latin typeface="KaiTi" panose="02010609060101010101" pitchFamily="49" charset="-122"/>
              </a:defRPr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</a:p>
        </p:txBody>
      </p:sp>
      <p:sp>
        <p:nvSpPr>
          <p:cNvPr id="60420" name="Rectangle 4">
            <a:extLst>
              <a:ext uri="{FF2B5EF4-FFF2-40B4-BE49-F238E27FC236}">
                <a16:creationId xmlns:a16="http://schemas.microsoft.com/office/drawing/2014/main" id="{45CC2887-5D9C-024A-A6BD-776BED1287F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 b="0" i="0">
                <a:latin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60421" name="Rectangle 5">
            <a:extLst>
              <a:ext uri="{FF2B5EF4-FFF2-40B4-BE49-F238E27FC236}">
                <a16:creationId xmlns:a16="http://schemas.microsoft.com/office/drawing/2014/main" id="{2AC1FF05-84E3-C440-9317-EF60B250FF3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 b="0" i="0">
                <a:latin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60422" name="Rectangle 6">
            <a:extLst>
              <a:ext uri="{FF2B5EF4-FFF2-40B4-BE49-F238E27FC236}">
                <a16:creationId xmlns:a16="http://schemas.microsoft.com/office/drawing/2014/main" id="{01B062FF-8064-6640-9447-DCDFF822498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 b="0" i="0">
                <a:latin typeface="KaiTi" panose="02010609060101010101" pitchFamily="49" charset="-122"/>
              </a:defRPr>
            </a:lvl1pPr>
          </a:lstStyle>
          <a:p>
            <a:fld id="{AE416307-B0C7-704D-828F-F140F7EA92E3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60423" name="AutoShape 7">
            <a:extLst>
              <a:ext uri="{FF2B5EF4-FFF2-40B4-BE49-F238E27FC236}">
                <a16:creationId xmlns:a16="http://schemas.microsoft.com/office/drawing/2014/main" id="{86CF64AF-C4A1-A242-836F-CF42FBD553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G0" fmla="+- 618 0 0"/>
              <a:gd name="T0" fmla="*/ 0 w 1000"/>
              <a:gd name="T1" fmla="*/ 0 h 1000"/>
              <a:gd name="T2" fmla="*/ 618 w 1000"/>
              <a:gd name="T3" fmla="*/ 0 h 1000"/>
              <a:gd name="T4" fmla="*/ 618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zh-CN" sz="2400" b="0" i="0" dirty="0">
              <a:latin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22650188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5D96F1-80D6-4847-94AA-EEDCED0C7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A44B99-9522-0345-852B-6697D9AFA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</a:defRPr>
            </a:lvl1pPr>
            <a:lvl2pPr>
              <a:defRPr b="0" i="0">
                <a:latin typeface="KaiTi" panose="02010609060101010101" pitchFamily="49" charset="-122"/>
              </a:defRPr>
            </a:lvl2pPr>
            <a:lvl3pPr>
              <a:defRPr b="0" i="0">
                <a:latin typeface="KaiTi" panose="02010609060101010101" pitchFamily="49" charset="-122"/>
              </a:defRPr>
            </a:lvl3pPr>
            <a:lvl4pPr>
              <a:defRPr b="0" i="0">
                <a:latin typeface="KaiTi" panose="02010609060101010101" pitchFamily="49" charset="-122"/>
              </a:defRPr>
            </a:lvl4pPr>
            <a:lvl5pPr>
              <a:defRPr b="0" i="0">
                <a:latin typeface="KaiTi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B0682A-629F-074F-B7F1-DB8405283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CE3242-8AB6-404D-83B3-69ED0F3AB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C90464-F306-ED4C-8BC3-1FA0F273B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</a:defRPr>
            </a:lvl1pPr>
          </a:lstStyle>
          <a:p>
            <a:fld id="{753052AC-1ECA-3F44-8BEA-327C151A755B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55206544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A79E7C-BE7A-D247-B804-04E0961EB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 b="0" i="0">
                <a:latin typeface="KaiTi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ACFFFFF-FE6B-F241-81EC-4B71FA7A89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 b="0" i="0">
                <a:latin typeface="KaiTi" panose="02010609060101010101" pitchFamily="49" charset="-122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91DEE1-9ADB-044B-9FB7-869DB3273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F8BB33-E868-DB4F-86A8-CF4C7B4D1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61E851-D418-174F-A2C4-5F981978B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</a:defRPr>
            </a:lvl1pPr>
          </a:lstStyle>
          <a:p>
            <a:fld id="{FF71C079-2A17-714E-B052-851B1FA7F42A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33398725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EF5341-C088-3C46-AA57-0E6849208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235EAB-6D88-F742-923A-5DF5E5A966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b="0" i="0">
                <a:latin typeface="KaiTi" panose="02010609060101010101" pitchFamily="49" charset="-122"/>
              </a:defRPr>
            </a:lvl1pPr>
            <a:lvl2pPr>
              <a:defRPr b="0" i="0">
                <a:latin typeface="KaiTi" panose="02010609060101010101" pitchFamily="49" charset="-122"/>
              </a:defRPr>
            </a:lvl2pPr>
            <a:lvl3pPr>
              <a:defRPr b="0" i="0">
                <a:latin typeface="KaiTi" panose="02010609060101010101" pitchFamily="49" charset="-122"/>
              </a:defRPr>
            </a:lvl3pPr>
            <a:lvl4pPr>
              <a:defRPr b="0" i="0">
                <a:latin typeface="KaiTi" panose="02010609060101010101" pitchFamily="49" charset="-122"/>
              </a:defRPr>
            </a:lvl4pPr>
            <a:lvl5pPr>
              <a:defRPr b="0" i="0">
                <a:latin typeface="KaiTi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7086743-9C81-044F-9508-861022975D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b="0" i="0">
                <a:latin typeface="KaiTi" panose="02010609060101010101" pitchFamily="49" charset="-122"/>
              </a:defRPr>
            </a:lvl1pPr>
            <a:lvl2pPr>
              <a:defRPr b="0" i="0">
                <a:latin typeface="KaiTi" panose="02010609060101010101" pitchFamily="49" charset="-122"/>
              </a:defRPr>
            </a:lvl2pPr>
            <a:lvl3pPr>
              <a:defRPr b="0" i="0">
                <a:latin typeface="KaiTi" panose="02010609060101010101" pitchFamily="49" charset="-122"/>
              </a:defRPr>
            </a:lvl3pPr>
            <a:lvl4pPr>
              <a:defRPr b="0" i="0">
                <a:latin typeface="KaiTi" panose="02010609060101010101" pitchFamily="49" charset="-122"/>
              </a:defRPr>
            </a:lvl4pPr>
            <a:lvl5pPr>
              <a:defRPr b="0" i="0">
                <a:latin typeface="KaiTi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6944533-F89C-CC43-8B72-A805A9E29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F2E13A-AAFA-8F48-A881-ACAE2D6AA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CB1B8DA-6A00-7947-AA41-127858F79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</a:defRPr>
            </a:lvl1pPr>
          </a:lstStyle>
          <a:p>
            <a:fld id="{FAE3A0B0-D9C6-834D-B16F-2F7A5BF44249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67786830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876BF1-E588-CC42-8C27-77F2D7F35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>
            <a:lvl1pPr>
              <a:defRPr b="0" i="0">
                <a:latin typeface="KaiTi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293337C-F8BA-CF40-B9BF-7128FCD0E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0" i="0">
                <a:latin typeface="KaiTi" panose="02010609060101010101" pitchFamily="49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4A38AA2-7729-9F48-A909-9817F624BF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>
            <a:lvl1pPr>
              <a:defRPr b="0" i="0">
                <a:latin typeface="KaiTi" panose="02010609060101010101" pitchFamily="49" charset="-122"/>
              </a:defRPr>
            </a:lvl1pPr>
            <a:lvl2pPr>
              <a:defRPr b="0" i="0">
                <a:latin typeface="KaiTi" panose="02010609060101010101" pitchFamily="49" charset="-122"/>
              </a:defRPr>
            </a:lvl2pPr>
            <a:lvl3pPr>
              <a:defRPr b="0" i="0">
                <a:latin typeface="KaiTi" panose="02010609060101010101" pitchFamily="49" charset="-122"/>
              </a:defRPr>
            </a:lvl3pPr>
            <a:lvl4pPr>
              <a:defRPr b="0" i="0">
                <a:latin typeface="KaiTi" panose="02010609060101010101" pitchFamily="49" charset="-122"/>
              </a:defRPr>
            </a:lvl4pPr>
            <a:lvl5pPr>
              <a:defRPr b="0" i="0">
                <a:latin typeface="KaiTi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877CFD3-D797-7440-BD5D-81C56A1530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0" i="0">
                <a:latin typeface="KaiTi" panose="02010609060101010101" pitchFamily="49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18736CF-5A43-144D-9E08-38495F64FD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>
            <a:lvl1pPr>
              <a:defRPr b="0" i="0">
                <a:latin typeface="KaiTi" panose="02010609060101010101" pitchFamily="49" charset="-122"/>
              </a:defRPr>
            </a:lvl1pPr>
            <a:lvl2pPr>
              <a:defRPr b="0" i="0">
                <a:latin typeface="KaiTi" panose="02010609060101010101" pitchFamily="49" charset="-122"/>
              </a:defRPr>
            </a:lvl2pPr>
            <a:lvl3pPr>
              <a:defRPr b="0" i="0">
                <a:latin typeface="KaiTi" panose="02010609060101010101" pitchFamily="49" charset="-122"/>
              </a:defRPr>
            </a:lvl3pPr>
            <a:lvl4pPr>
              <a:defRPr b="0" i="0">
                <a:latin typeface="KaiTi" panose="02010609060101010101" pitchFamily="49" charset="-122"/>
              </a:defRPr>
            </a:lvl4pPr>
            <a:lvl5pPr>
              <a:defRPr b="0" i="0">
                <a:latin typeface="KaiTi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04C7A34-8BE0-7C44-9335-4D903CE75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C5D8BE1-53EF-994D-9A11-7E038DAEE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C00B799-37BF-834B-B323-424D98F1C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</a:defRPr>
            </a:lvl1pPr>
          </a:lstStyle>
          <a:p>
            <a:fld id="{C488F807-967B-234F-B296-9AA5385DEDDE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39799789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97484C-93B8-2948-80B7-940679200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7FB7FB2-DD4D-BC41-B0D6-8A1B66620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645BCCB-7512-B448-AF75-5E4FB1421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5B8C73F-DEBF-D64A-AE05-649398014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</a:defRPr>
            </a:lvl1pPr>
          </a:lstStyle>
          <a:p>
            <a:fld id="{D503FABA-6498-104F-9FC5-2F856DE4EDCF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41575329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42E4FCC-46BE-9A42-BCEC-6818C57D3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BC199EB-0B3F-D049-BB39-8700D6E98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DFB6E0-BC20-A343-9C37-A4E672B71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</a:defRPr>
            </a:lvl1pPr>
          </a:lstStyle>
          <a:p>
            <a:fld id="{79CA3B3E-0E6D-2A40-969C-EFDB524F1631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93602950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6BD75F-B503-8C4F-9762-7E75D66B7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 b="0" i="0">
                <a:latin typeface="KaiTi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E112EE-AF40-334A-8102-F5A8C8DEA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 b="0" i="0">
                <a:latin typeface="KaiTi" panose="02010609060101010101" pitchFamily="49" charset="-122"/>
              </a:defRPr>
            </a:lvl1pPr>
            <a:lvl2pPr>
              <a:defRPr sz="2800" b="0" i="0">
                <a:latin typeface="KaiTi" panose="02010609060101010101" pitchFamily="49" charset="-122"/>
              </a:defRPr>
            </a:lvl2pPr>
            <a:lvl3pPr>
              <a:defRPr sz="2400" b="0" i="0">
                <a:latin typeface="KaiTi" panose="02010609060101010101" pitchFamily="49" charset="-122"/>
              </a:defRPr>
            </a:lvl3pPr>
            <a:lvl4pPr>
              <a:defRPr sz="2000" b="0" i="0">
                <a:latin typeface="KaiTi" panose="02010609060101010101" pitchFamily="49" charset="-122"/>
              </a:defRPr>
            </a:lvl4pPr>
            <a:lvl5pPr>
              <a:defRPr sz="2000" b="0" i="0">
                <a:latin typeface="KaiTi" panose="02010609060101010101" pitchFamily="49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97A679D-6114-9C43-B78B-A27C34CDE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 b="0" i="0">
                <a:latin typeface="KaiTi" panose="02010609060101010101" pitchFamily="49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FB9F34-622F-9240-8FFD-6A1D21BAA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A0FEFE8-53B9-1C46-944C-CA937C4D7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C6FEB83-3278-F741-BBD8-44BA83CD6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</a:defRPr>
            </a:lvl1pPr>
          </a:lstStyle>
          <a:p>
            <a:fld id="{E3A40C01-58A0-754E-A789-F4A55A84F0A2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66123261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DD327-895D-8A4D-ADBB-586719D60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 b="0" i="0">
                <a:latin typeface="KaiTi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783A34D-FA1A-884E-8202-7B89FC6A16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 b="0" i="0">
                <a:latin typeface="KaiTi" panose="02010609060101010101" pitchFamily="49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2BF215E-8ED5-B644-8F67-6EF42FB8BE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 b="0" i="0">
                <a:latin typeface="KaiTi" panose="02010609060101010101" pitchFamily="49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A68F68B-44AC-6E45-8518-9ED30FD97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B5EF63-5051-0D44-A001-8220BA040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4A614F2-C5B1-614F-9F9F-090159F6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</a:defRPr>
            </a:lvl1pPr>
          </a:lstStyle>
          <a:p>
            <a:fld id="{1FC02C0A-08F6-5245-93C1-49E53098E03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90155136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770E7E-4CF5-5948-9149-0DBC9CBE9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35C2128-C969-8B44-845F-41A10E08F7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b="0" i="0">
                <a:latin typeface="KaiTi" panose="02010609060101010101" pitchFamily="49" charset="-122"/>
              </a:defRPr>
            </a:lvl1pPr>
            <a:lvl2pPr>
              <a:defRPr b="0" i="0">
                <a:latin typeface="KaiTi" panose="02010609060101010101" pitchFamily="49" charset="-122"/>
              </a:defRPr>
            </a:lvl2pPr>
            <a:lvl3pPr>
              <a:defRPr b="0" i="0">
                <a:latin typeface="KaiTi" panose="02010609060101010101" pitchFamily="49" charset="-122"/>
              </a:defRPr>
            </a:lvl3pPr>
            <a:lvl4pPr>
              <a:defRPr b="0" i="0">
                <a:latin typeface="KaiTi" panose="02010609060101010101" pitchFamily="49" charset="-122"/>
              </a:defRPr>
            </a:lvl4pPr>
            <a:lvl5pPr>
              <a:defRPr b="0" i="0">
                <a:latin typeface="KaiTi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119072-D4B8-F047-B8CC-7C9D69F52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9277DB-93ED-214E-89A9-ECFA7D186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58E262-4C7C-8643-B706-3F6658296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</a:defRPr>
            </a:lvl1pPr>
          </a:lstStyle>
          <a:p>
            <a:fld id="{908C03B4-4CF8-1D42-8364-4ECA60A1A65E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82279446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CC97C7E-099F-3B4F-9206-27D9408C92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>
            <a:lvl1pPr>
              <a:defRPr b="0" i="0">
                <a:latin typeface="KaiTi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0E13F09-BA3C-8E4A-8041-841E448444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>
            <a:lvl1pPr>
              <a:defRPr b="0" i="0">
                <a:latin typeface="KaiTi" panose="02010609060101010101" pitchFamily="49" charset="-122"/>
              </a:defRPr>
            </a:lvl1pPr>
            <a:lvl2pPr>
              <a:defRPr b="0" i="0">
                <a:latin typeface="KaiTi" panose="02010609060101010101" pitchFamily="49" charset="-122"/>
              </a:defRPr>
            </a:lvl2pPr>
            <a:lvl3pPr>
              <a:defRPr b="0" i="0">
                <a:latin typeface="KaiTi" panose="02010609060101010101" pitchFamily="49" charset="-122"/>
              </a:defRPr>
            </a:lvl3pPr>
            <a:lvl4pPr>
              <a:defRPr b="0" i="0">
                <a:latin typeface="KaiTi" panose="02010609060101010101" pitchFamily="49" charset="-122"/>
              </a:defRPr>
            </a:lvl4pPr>
            <a:lvl5pPr>
              <a:defRPr b="0" i="0">
                <a:latin typeface="KaiTi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914902-9E13-0448-8B8F-322D9C5FE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42B77C-F634-A540-909F-17E67E2A7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E12A5D-1C03-EE48-A9F4-2C3FB558B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</a:defRPr>
            </a:lvl1pPr>
          </a:lstStyle>
          <a:p>
            <a:fld id="{92CDED2D-6954-994D-9556-9A8E90CCE268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21857624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DF93BFB6-DA9C-934A-A480-AC8B5DABCD5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 b="0" i="0">
                <a:ea typeface="KaiTi" panose="02010609060101010101" pitchFamily="49" charset="-122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1CAC235E-36F8-AE40-89B1-696EA1A0693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 b="0" i="0">
                <a:ea typeface="KaiTi" panose="02010609060101010101" pitchFamily="49" charset="-122"/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60420" name="Rectangle 4">
            <a:extLst>
              <a:ext uri="{FF2B5EF4-FFF2-40B4-BE49-F238E27FC236}">
                <a16:creationId xmlns:a16="http://schemas.microsoft.com/office/drawing/2014/main" id="{45CC2887-5D9C-024A-A6BD-776BED1287F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/>
          </a:p>
        </p:txBody>
      </p:sp>
      <p:sp>
        <p:nvSpPr>
          <p:cNvPr id="60421" name="Rectangle 5">
            <a:extLst>
              <a:ext uri="{FF2B5EF4-FFF2-40B4-BE49-F238E27FC236}">
                <a16:creationId xmlns:a16="http://schemas.microsoft.com/office/drawing/2014/main" id="{2AC1FF05-84E3-C440-9317-EF60B250FF3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/>
          </a:p>
        </p:txBody>
      </p:sp>
      <p:sp>
        <p:nvSpPr>
          <p:cNvPr id="60422" name="Rectangle 6">
            <a:extLst>
              <a:ext uri="{FF2B5EF4-FFF2-40B4-BE49-F238E27FC236}">
                <a16:creationId xmlns:a16="http://schemas.microsoft.com/office/drawing/2014/main" id="{01B062FF-8064-6640-9447-DCDFF822498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AE416307-B0C7-704D-828F-F140F7EA92E3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60423" name="AutoShape 7">
            <a:extLst>
              <a:ext uri="{FF2B5EF4-FFF2-40B4-BE49-F238E27FC236}">
                <a16:creationId xmlns:a16="http://schemas.microsoft.com/office/drawing/2014/main" id="{86CF64AF-C4A1-A242-836F-CF42FBD553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G0" fmla="+- 618 0 0"/>
              <a:gd name="T0" fmla="*/ 0 w 1000"/>
              <a:gd name="T1" fmla="*/ 0 h 1000"/>
              <a:gd name="T2" fmla="*/ 618 w 1000"/>
              <a:gd name="T3" fmla="*/ 0 h 1000"/>
              <a:gd name="T4" fmla="*/ 618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zh-CN" sz="2400" b="0" i="0">
              <a:latin typeface="Times New Roman" panose="02020603050405020304" pitchFamily="18" charset="0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53609340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5D96F1-80D6-4847-94AA-EEDCED0C7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A44B99-9522-0345-852B-6697D9AFA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  <a:lvl2pPr>
              <a:defRPr b="0" i="0">
                <a:ea typeface="KaiTi" panose="02010609060101010101" pitchFamily="49" charset="-122"/>
              </a:defRPr>
            </a:lvl2pPr>
            <a:lvl3pPr>
              <a:defRPr b="0" i="0">
                <a:ea typeface="KaiTi" panose="02010609060101010101" pitchFamily="49" charset="-122"/>
              </a:defRPr>
            </a:lvl3pPr>
            <a:lvl4pPr>
              <a:defRPr b="0" i="0">
                <a:ea typeface="KaiTi" panose="02010609060101010101" pitchFamily="49" charset="-122"/>
              </a:defRPr>
            </a:lvl4pPr>
            <a:lvl5pPr>
              <a:defRPr b="0" i="0"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B0682A-629F-074F-B7F1-DB8405283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CE3242-8AB6-404D-83B3-69ED0F3AB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C90464-F306-ED4C-8BC3-1FA0F273B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753052AC-1ECA-3F44-8BEA-327C151A755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3190301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A79E7C-BE7A-D247-B804-04E0961EB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 b="0" i="0">
                <a:ea typeface="KaiTi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ACFFFFF-FE6B-F241-81EC-4B71FA7A89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 b="0" i="0">
                <a:ea typeface="KaiTi" panose="02010609060101010101" pitchFamily="49" charset="-122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91DEE1-9ADB-044B-9FB7-869DB3273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F8BB33-E868-DB4F-86A8-CF4C7B4D1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61E851-D418-174F-A2C4-5F981978B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FF71C079-2A17-714E-B052-851B1FA7F42A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2918279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EF5341-C088-3C46-AA57-0E6849208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235EAB-6D88-F742-923A-5DF5E5A966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  <a:lvl2pPr>
              <a:defRPr b="0" i="0">
                <a:ea typeface="KaiTi" panose="02010609060101010101" pitchFamily="49" charset="-122"/>
              </a:defRPr>
            </a:lvl2pPr>
            <a:lvl3pPr>
              <a:defRPr b="0" i="0">
                <a:ea typeface="KaiTi" panose="02010609060101010101" pitchFamily="49" charset="-122"/>
              </a:defRPr>
            </a:lvl3pPr>
            <a:lvl4pPr>
              <a:defRPr b="0" i="0">
                <a:ea typeface="KaiTi" panose="02010609060101010101" pitchFamily="49" charset="-122"/>
              </a:defRPr>
            </a:lvl4pPr>
            <a:lvl5pPr>
              <a:defRPr b="0" i="0"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7086743-9C81-044F-9508-861022975D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  <a:lvl2pPr>
              <a:defRPr b="0" i="0">
                <a:ea typeface="KaiTi" panose="02010609060101010101" pitchFamily="49" charset="-122"/>
              </a:defRPr>
            </a:lvl2pPr>
            <a:lvl3pPr>
              <a:defRPr b="0" i="0">
                <a:ea typeface="KaiTi" panose="02010609060101010101" pitchFamily="49" charset="-122"/>
              </a:defRPr>
            </a:lvl3pPr>
            <a:lvl4pPr>
              <a:defRPr b="0" i="0">
                <a:ea typeface="KaiTi" panose="02010609060101010101" pitchFamily="49" charset="-122"/>
              </a:defRPr>
            </a:lvl4pPr>
            <a:lvl5pPr>
              <a:defRPr b="0" i="0"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6944533-F89C-CC43-8B72-A805A9E29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F2E13A-AAFA-8F48-A881-ACAE2D6AA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CB1B8DA-6A00-7947-AA41-127858F79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FAE3A0B0-D9C6-834D-B16F-2F7A5BF44249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19785509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876BF1-E588-CC42-8C27-77F2D7F35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293337C-F8BA-CF40-B9BF-7128FCD0E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0" i="0">
                <a:ea typeface="KaiTi" panose="02010609060101010101" pitchFamily="49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4A38AA2-7729-9F48-A909-9817F624BF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  <a:lvl2pPr>
              <a:defRPr b="0" i="0">
                <a:ea typeface="KaiTi" panose="02010609060101010101" pitchFamily="49" charset="-122"/>
              </a:defRPr>
            </a:lvl2pPr>
            <a:lvl3pPr>
              <a:defRPr b="0" i="0">
                <a:ea typeface="KaiTi" panose="02010609060101010101" pitchFamily="49" charset="-122"/>
              </a:defRPr>
            </a:lvl3pPr>
            <a:lvl4pPr>
              <a:defRPr b="0" i="0">
                <a:ea typeface="KaiTi" panose="02010609060101010101" pitchFamily="49" charset="-122"/>
              </a:defRPr>
            </a:lvl4pPr>
            <a:lvl5pPr>
              <a:defRPr b="0" i="0"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877CFD3-D797-7440-BD5D-81C56A1530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0" i="0">
                <a:ea typeface="KaiTi" panose="02010609060101010101" pitchFamily="49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18736CF-5A43-144D-9E08-38495F64FD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  <a:lvl2pPr>
              <a:defRPr b="0" i="0">
                <a:ea typeface="KaiTi" panose="02010609060101010101" pitchFamily="49" charset="-122"/>
              </a:defRPr>
            </a:lvl2pPr>
            <a:lvl3pPr>
              <a:defRPr b="0" i="0">
                <a:ea typeface="KaiTi" panose="02010609060101010101" pitchFamily="49" charset="-122"/>
              </a:defRPr>
            </a:lvl3pPr>
            <a:lvl4pPr>
              <a:defRPr b="0" i="0">
                <a:ea typeface="KaiTi" panose="02010609060101010101" pitchFamily="49" charset="-122"/>
              </a:defRPr>
            </a:lvl4pPr>
            <a:lvl5pPr>
              <a:defRPr b="0" i="0"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04C7A34-8BE0-7C44-9335-4D903CE75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C5D8BE1-53EF-994D-9A11-7E038DAEE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C00B799-37BF-834B-B323-424D98F1C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C488F807-967B-234F-B296-9AA5385DEDD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6720279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97484C-93B8-2948-80B7-940679200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7FB7FB2-DD4D-BC41-B0D6-8A1B66620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645BCCB-7512-B448-AF75-5E4FB1421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5B8C73F-DEBF-D64A-AE05-649398014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D503FABA-6498-104F-9FC5-2F856DE4EDCF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3749152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42E4FCC-46BE-9A42-BCEC-6818C57D3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BC199EB-0B3F-D049-BB39-8700D6E98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DFB6E0-BC20-A343-9C37-A4E672B71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79CA3B3E-0E6D-2A40-969C-EFDB524F163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0082211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6BD75F-B503-8C4F-9762-7E75D66B7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 b="0" i="0">
                <a:ea typeface="KaiTi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E112EE-AF40-334A-8102-F5A8C8DEA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 b="0" i="0">
                <a:ea typeface="KaiTi" panose="02010609060101010101" pitchFamily="49" charset="-122"/>
              </a:defRPr>
            </a:lvl1pPr>
            <a:lvl2pPr>
              <a:defRPr sz="2800" b="0" i="0">
                <a:ea typeface="KaiTi" panose="02010609060101010101" pitchFamily="49" charset="-122"/>
              </a:defRPr>
            </a:lvl2pPr>
            <a:lvl3pPr>
              <a:defRPr sz="2400" b="0" i="0">
                <a:ea typeface="KaiTi" panose="02010609060101010101" pitchFamily="49" charset="-122"/>
              </a:defRPr>
            </a:lvl3pPr>
            <a:lvl4pPr>
              <a:defRPr sz="2000" b="0" i="0">
                <a:ea typeface="KaiTi" panose="02010609060101010101" pitchFamily="49" charset="-122"/>
              </a:defRPr>
            </a:lvl4pPr>
            <a:lvl5pPr>
              <a:defRPr sz="2000" b="0" i="0">
                <a:ea typeface="KaiTi" panose="02010609060101010101" pitchFamily="49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97A679D-6114-9C43-B78B-A27C34CDE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 b="0" i="0">
                <a:ea typeface="KaiTi" panose="02010609060101010101" pitchFamily="49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FB9F34-622F-9240-8FFD-6A1D21BAA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A0FEFE8-53B9-1C46-944C-CA937C4D7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C6FEB83-3278-F741-BBD8-44BA83CD6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E3A40C01-58A0-754E-A789-F4A55A84F0A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86771412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DD327-895D-8A4D-ADBB-586719D60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 b="0" i="0">
                <a:ea typeface="KaiTi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783A34D-FA1A-884E-8202-7B89FC6A16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 b="0" i="0">
                <a:ea typeface="KaiTi" panose="02010609060101010101" pitchFamily="49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2BF215E-8ED5-B644-8F67-6EF42FB8BE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 b="0" i="0">
                <a:ea typeface="KaiTi" panose="02010609060101010101" pitchFamily="49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A68F68B-44AC-6E45-8518-9ED30FD97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B5EF63-5051-0D44-A001-8220BA040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4A614F2-C5B1-614F-9F9F-090159F6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1FC02C0A-08F6-5245-93C1-49E53098E03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3717135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770E7E-4CF5-5948-9149-0DBC9CBE9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35C2128-C969-8B44-845F-41A10E08F7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b="0" i="0">
                <a:ea typeface="KaiTi" panose="02010609060101010101" pitchFamily="49" charset="-122"/>
              </a:defRPr>
            </a:lvl1pPr>
            <a:lvl2pPr>
              <a:defRPr b="0" i="0">
                <a:ea typeface="KaiTi" panose="02010609060101010101" pitchFamily="49" charset="-122"/>
              </a:defRPr>
            </a:lvl2pPr>
            <a:lvl3pPr>
              <a:defRPr b="0" i="0">
                <a:ea typeface="KaiTi" panose="02010609060101010101" pitchFamily="49" charset="-122"/>
              </a:defRPr>
            </a:lvl3pPr>
            <a:lvl4pPr>
              <a:defRPr b="0" i="0">
                <a:ea typeface="KaiTi" panose="02010609060101010101" pitchFamily="49" charset="-122"/>
              </a:defRPr>
            </a:lvl4pPr>
            <a:lvl5pPr>
              <a:defRPr b="0" i="0"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119072-D4B8-F047-B8CC-7C9D69F52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9277DB-93ED-214E-89A9-ECFA7D186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58E262-4C7C-8643-B706-3F6658296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908C03B4-4CF8-1D42-8364-4ECA60A1A65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49728077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CC97C7E-099F-3B4F-9206-27D9408C92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0E13F09-BA3C-8E4A-8041-841E448444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>
            <a:lvl1pPr>
              <a:defRPr b="0" i="0">
                <a:ea typeface="KaiTi" panose="02010609060101010101" pitchFamily="49" charset="-122"/>
              </a:defRPr>
            </a:lvl1pPr>
            <a:lvl2pPr>
              <a:defRPr b="0" i="0">
                <a:ea typeface="KaiTi" panose="02010609060101010101" pitchFamily="49" charset="-122"/>
              </a:defRPr>
            </a:lvl2pPr>
            <a:lvl3pPr>
              <a:defRPr b="0" i="0">
                <a:ea typeface="KaiTi" panose="02010609060101010101" pitchFamily="49" charset="-122"/>
              </a:defRPr>
            </a:lvl3pPr>
            <a:lvl4pPr>
              <a:defRPr b="0" i="0">
                <a:ea typeface="KaiTi" panose="02010609060101010101" pitchFamily="49" charset="-122"/>
              </a:defRPr>
            </a:lvl4pPr>
            <a:lvl5pPr>
              <a:defRPr b="0" i="0"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914902-9E13-0448-8B8F-322D9C5FE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42B77C-F634-A540-909F-17E67E2A7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E12A5D-1C03-EE48-A9F4-2C3FB558B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92CDED2D-6954-994D-9556-9A8E90CCE268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696973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BB0F1688-167F-924C-9482-69B3023315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8866E684-2016-5A43-BF38-8A4DF0A2BA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9396" name="AutoShape 4">
            <a:extLst>
              <a:ext uri="{FF2B5EF4-FFF2-40B4-BE49-F238E27FC236}">
                <a16:creationId xmlns:a16="http://schemas.microsoft.com/office/drawing/2014/main" id="{AB1D9E2F-FF62-6040-97C0-0A079D1A9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G0" fmla="+- 585 0 0"/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zh-CN" sz="2400" b="0" i="0" dirty="0">
              <a:latin typeface="KaiTi" panose="02010609060101010101" pitchFamily="49" charset="-122"/>
            </a:endParaRPr>
          </a:p>
        </p:txBody>
      </p:sp>
      <p:sp>
        <p:nvSpPr>
          <p:cNvPr id="59397" name="Line 5">
            <a:extLst>
              <a:ext uri="{FF2B5EF4-FFF2-40B4-BE49-F238E27FC236}">
                <a16:creationId xmlns:a16="http://schemas.microsoft.com/office/drawing/2014/main" id="{5D82BDA2-FCB4-254E-B5F5-6B7F427247E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 i="0" dirty="0">
              <a:latin typeface="KaiTi" panose="02010609060101010101" pitchFamily="49" charset="-122"/>
            </a:endParaRPr>
          </a:p>
        </p:txBody>
      </p:sp>
      <p:sp>
        <p:nvSpPr>
          <p:cNvPr id="59398" name="Rectangle 6">
            <a:extLst>
              <a:ext uri="{FF2B5EF4-FFF2-40B4-BE49-F238E27FC236}">
                <a16:creationId xmlns:a16="http://schemas.microsoft.com/office/drawing/2014/main" id="{99F57888-0740-9444-9F17-626F47CE1AE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 i="0">
                <a:latin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59399" name="Rectangle 7">
            <a:extLst>
              <a:ext uri="{FF2B5EF4-FFF2-40B4-BE49-F238E27FC236}">
                <a16:creationId xmlns:a16="http://schemas.microsoft.com/office/drawing/2014/main" id="{17FAFF1B-DDE0-064B-91B8-A89F7A78B6B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 b="0" i="0">
                <a:latin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59400" name="Rectangle 8">
            <a:extLst>
              <a:ext uri="{FF2B5EF4-FFF2-40B4-BE49-F238E27FC236}">
                <a16:creationId xmlns:a16="http://schemas.microsoft.com/office/drawing/2014/main" id="{290706E6-E829-0849-9AB9-4C4D881A3AF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 i="0">
                <a:latin typeface="KaiTi" panose="02010609060101010101" pitchFamily="49" charset="-122"/>
              </a:defRPr>
            </a:lvl1pPr>
          </a:lstStyle>
          <a:p>
            <a:fld id="{18D4E3FB-D7DD-4F47-B11C-4D19829FD88B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79090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ransition spd="med"/>
  <p:txStyles>
    <p:titleStyle>
      <a:lvl1pPr algn="l" rtl="0" fontAlgn="base">
        <a:spcBef>
          <a:spcPct val="0"/>
        </a:spcBef>
        <a:spcAft>
          <a:spcPct val="0"/>
        </a:spcAft>
        <a:defRPr sz="3800" b="0" i="0" kern="1200">
          <a:solidFill>
            <a:schemeClr val="tx2"/>
          </a:solidFill>
          <a:latin typeface="KaiTi" panose="02010609060101010101" pitchFamily="49" charset="-122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469900" indent="-4699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3000" b="0" i="0" kern="1200">
          <a:solidFill>
            <a:schemeClr val="tx1"/>
          </a:solidFill>
          <a:latin typeface="KaiTi" panose="02010609060101010101" pitchFamily="49" charset="-122"/>
          <a:ea typeface="+mn-ea"/>
          <a:cs typeface="+mn-cs"/>
        </a:defRPr>
      </a:lvl1pPr>
      <a:lvl2pPr marL="908050" indent="-436563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600" b="0" i="0" kern="1200">
          <a:solidFill>
            <a:schemeClr val="tx1"/>
          </a:solidFill>
          <a:latin typeface="KaiTi" panose="02010609060101010101" pitchFamily="49" charset="-122"/>
          <a:ea typeface="+mn-ea"/>
          <a:cs typeface="+mn-cs"/>
        </a:defRPr>
      </a:lvl2pPr>
      <a:lvl3pPr marL="1304925" indent="-395288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2300" b="0" i="0" kern="1200">
          <a:solidFill>
            <a:schemeClr val="tx1"/>
          </a:solidFill>
          <a:latin typeface="KaiTi" panose="02010609060101010101" pitchFamily="49" charset="-122"/>
          <a:ea typeface="+mn-ea"/>
          <a:cs typeface="+mn-cs"/>
        </a:defRPr>
      </a:lvl3pPr>
      <a:lvl4pPr marL="1693863" indent="-38735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000" b="0" i="0" kern="1200">
          <a:solidFill>
            <a:schemeClr val="tx1"/>
          </a:solidFill>
          <a:latin typeface="KaiTi" panose="02010609060101010101" pitchFamily="49" charset="-122"/>
          <a:ea typeface="+mn-ea"/>
          <a:cs typeface="+mn-cs"/>
        </a:defRPr>
      </a:lvl4pPr>
      <a:lvl5pPr marL="20939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 b="0" i="0" kern="1200">
          <a:solidFill>
            <a:schemeClr val="tx1"/>
          </a:solidFill>
          <a:latin typeface="KaiTi" panose="02010609060101010101" pitchFamily="49" charset="-12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BB0F1688-167F-924C-9482-69B3023315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8866E684-2016-5A43-BF38-8A4DF0A2BA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9396" name="AutoShape 4">
            <a:extLst>
              <a:ext uri="{FF2B5EF4-FFF2-40B4-BE49-F238E27FC236}">
                <a16:creationId xmlns:a16="http://schemas.microsoft.com/office/drawing/2014/main" id="{AB1D9E2F-FF62-6040-97C0-0A079D1A9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G0" fmla="+- 585 0 0"/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zh-CN" sz="2400" b="0" i="0">
              <a:latin typeface="Times New Roman" panose="02020603050405020304" pitchFamily="18" charset="0"/>
              <a:ea typeface="KaiTi" panose="02010609060101010101" pitchFamily="49" charset="-122"/>
            </a:endParaRPr>
          </a:p>
        </p:txBody>
      </p:sp>
      <p:sp>
        <p:nvSpPr>
          <p:cNvPr id="59397" name="Line 5">
            <a:extLst>
              <a:ext uri="{FF2B5EF4-FFF2-40B4-BE49-F238E27FC236}">
                <a16:creationId xmlns:a16="http://schemas.microsoft.com/office/drawing/2014/main" id="{5D82BDA2-FCB4-254E-B5F5-6B7F427247E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 i="0">
              <a:ea typeface="KaiTi" panose="02010609060101010101" pitchFamily="49" charset="-122"/>
            </a:endParaRPr>
          </a:p>
        </p:txBody>
      </p:sp>
      <p:sp>
        <p:nvSpPr>
          <p:cNvPr id="59398" name="Rectangle 6">
            <a:extLst>
              <a:ext uri="{FF2B5EF4-FFF2-40B4-BE49-F238E27FC236}">
                <a16:creationId xmlns:a16="http://schemas.microsoft.com/office/drawing/2014/main" id="{99F57888-0740-9444-9F17-626F47CE1AE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 i="0">
                <a:latin typeface="+mn-lt"/>
                <a:ea typeface="KaiTi" panose="02010609060101010101" pitchFamily="49" charset="-122"/>
              </a:defRPr>
            </a:lvl1pPr>
          </a:lstStyle>
          <a:p>
            <a:endParaRPr lang="en-US" altLang="zh-CN"/>
          </a:p>
        </p:txBody>
      </p:sp>
      <p:sp>
        <p:nvSpPr>
          <p:cNvPr id="59399" name="Rectangle 7">
            <a:extLst>
              <a:ext uri="{FF2B5EF4-FFF2-40B4-BE49-F238E27FC236}">
                <a16:creationId xmlns:a16="http://schemas.microsoft.com/office/drawing/2014/main" id="{17FAFF1B-DDE0-064B-91B8-A89F7A78B6B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 b="0" i="0">
                <a:latin typeface="+mn-lt"/>
                <a:ea typeface="KaiTi" panose="02010609060101010101" pitchFamily="49" charset="-122"/>
              </a:defRPr>
            </a:lvl1pPr>
          </a:lstStyle>
          <a:p>
            <a:endParaRPr lang="en-US" altLang="zh-CN"/>
          </a:p>
        </p:txBody>
      </p:sp>
      <p:sp>
        <p:nvSpPr>
          <p:cNvPr id="59400" name="Rectangle 8">
            <a:extLst>
              <a:ext uri="{FF2B5EF4-FFF2-40B4-BE49-F238E27FC236}">
                <a16:creationId xmlns:a16="http://schemas.microsoft.com/office/drawing/2014/main" id="{290706E6-E829-0849-9AB9-4C4D881A3AF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 i="0">
                <a:latin typeface="+mn-lt"/>
                <a:ea typeface="KaiTi" panose="02010609060101010101" pitchFamily="49" charset="-122"/>
              </a:defRPr>
            </a:lvl1pPr>
          </a:lstStyle>
          <a:p>
            <a:fld id="{18D4E3FB-D7DD-4F47-B11C-4D19829FD88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4090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ransition spd="med"/>
  <p:txStyles>
    <p:titleStyle>
      <a:lvl1pPr algn="l" rtl="0" fontAlgn="base">
        <a:spcBef>
          <a:spcPct val="0"/>
        </a:spcBef>
        <a:spcAft>
          <a:spcPct val="0"/>
        </a:spcAft>
        <a:defRPr sz="3800" b="0" i="0" kern="1200">
          <a:solidFill>
            <a:schemeClr val="tx2"/>
          </a:solidFill>
          <a:latin typeface="+mj-lt"/>
          <a:ea typeface="KaiTi" panose="02010609060101010101" pitchFamily="49" charset="-122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469900" indent="-4699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30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1pPr>
      <a:lvl2pPr marL="908050" indent="-436563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6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2pPr>
      <a:lvl3pPr marL="1304925" indent="-395288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23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3pPr>
      <a:lvl4pPr marL="1693863" indent="-38735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0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4pPr>
      <a:lvl5pPr marL="20939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slide" Target="slide1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image" Target="../media/image1.pn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310.xml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2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3.xml"/><Relationship Id="rId13" Type="http://schemas.openxmlformats.org/officeDocument/2006/relationships/tags" Target="../tags/tag28.xml"/><Relationship Id="rId18" Type="http://schemas.openxmlformats.org/officeDocument/2006/relationships/slideLayout" Target="../slideLayouts/slideLayout7.xml"/><Relationship Id="rId26" Type="http://schemas.openxmlformats.org/officeDocument/2006/relationships/image" Target="../media/image9.png"/><Relationship Id="rId3" Type="http://schemas.openxmlformats.org/officeDocument/2006/relationships/tags" Target="../tags/tag18.xml"/><Relationship Id="rId21" Type="http://schemas.openxmlformats.org/officeDocument/2006/relationships/tags" Target="../tags/tag190.xml"/><Relationship Id="rId7" Type="http://schemas.openxmlformats.org/officeDocument/2006/relationships/tags" Target="../tags/tag22.xml"/><Relationship Id="rId12" Type="http://schemas.openxmlformats.org/officeDocument/2006/relationships/tags" Target="../tags/tag27.xml"/><Relationship Id="rId17" Type="http://schemas.openxmlformats.org/officeDocument/2006/relationships/tags" Target="../tags/tag32.xml"/><Relationship Id="rId25" Type="http://schemas.openxmlformats.org/officeDocument/2006/relationships/tags" Target="../tags/tag210.xml"/><Relationship Id="rId2" Type="http://schemas.openxmlformats.org/officeDocument/2006/relationships/tags" Target="../tags/tag17.xml"/><Relationship Id="rId16" Type="http://schemas.openxmlformats.org/officeDocument/2006/relationships/tags" Target="../tags/tag31.xml"/><Relationship Id="rId20" Type="http://schemas.openxmlformats.org/officeDocument/2006/relationships/image" Target="../media/image6.png"/><Relationship Id="rId29" Type="http://schemas.openxmlformats.org/officeDocument/2006/relationships/image" Target="../media/image2.png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11" Type="http://schemas.openxmlformats.org/officeDocument/2006/relationships/tags" Target="../tags/tag26.xml"/><Relationship Id="rId24" Type="http://schemas.openxmlformats.org/officeDocument/2006/relationships/image" Target="../media/image8.png"/><Relationship Id="rId5" Type="http://schemas.openxmlformats.org/officeDocument/2006/relationships/tags" Target="../tags/tag20.xml"/><Relationship Id="rId15" Type="http://schemas.openxmlformats.org/officeDocument/2006/relationships/tags" Target="../tags/tag30.xml"/><Relationship Id="rId23" Type="http://schemas.openxmlformats.org/officeDocument/2006/relationships/tags" Target="../tags/tag200.xml"/><Relationship Id="rId28" Type="http://schemas.openxmlformats.org/officeDocument/2006/relationships/image" Target="../media/image10.png"/><Relationship Id="rId10" Type="http://schemas.openxmlformats.org/officeDocument/2006/relationships/tags" Target="../tags/tag25.xml"/><Relationship Id="rId19" Type="http://schemas.openxmlformats.org/officeDocument/2006/relationships/tags" Target="../tags/tag180.xml"/><Relationship Id="rId4" Type="http://schemas.openxmlformats.org/officeDocument/2006/relationships/tags" Target="../tags/tag19.xml"/><Relationship Id="rId9" Type="http://schemas.openxmlformats.org/officeDocument/2006/relationships/tags" Target="../tags/tag24.xml"/><Relationship Id="rId14" Type="http://schemas.openxmlformats.org/officeDocument/2006/relationships/tags" Target="../tags/tag29.xml"/><Relationship Id="rId22" Type="http://schemas.openxmlformats.org/officeDocument/2006/relationships/image" Target="../media/image7.png"/><Relationship Id="rId27" Type="http://schemas.openxmlformats.org/officeDocument/2006/relationships/tags" Target="../tags/tag22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40.xml"/><Relationship Id="rId13" Type="http://schemas.openxmlformats.org/officeDocument/2006/relationships/tags" Target="../tags/tag45.xml"/><Relationship Id="rId18" Type="http://schemas.openxmlformats.org/officeDocument/2006/relationships/slideLayout" Target="../slideLayouts/slideLayout7.xml"/><Relationship Id="rId26" Type="http://schemas.openxmlformats.org/officeDocument/2006/relationships/tags" Target="../tags/tag380.xml"/><Relationship Id="rId3" Type="http://schemas.openxmlformats.org/officeDocument/2006/relationships/tags" Target="../tags/tag35.xml"/><Relationship Id="rId21" Type="http://schemas.openxmlformats.org/officeDocument/2006/relationships/image" Target="../media/image13.png"/><Relationship Id="rId7" Type="http://schemas.openxmlformats.org/officeDocument/2006/relationships/tags" Target="../tags/tag39.xml"/><Relationship Id="rId12" Type="http://schemas.openxmlformats.org/officeDocument/2006/relationships/tags" Target="../tags/tag44.xml"/><Relationship Id="rId17" Type="http://schemas.openxmlformats.org/officeDocument/2006/relationships/tags" Target="../tags/tag49.xml"/><Relationship Id="rId25" Type="http://schemas.openxmlformats.org/officeDocument/2006/relationships/image" Target="../media/image15.png"/><Relationship Id="rId2" Type="http://schemas.openxmlformats.org/officeDocument/2006/relationships/tags" Target="../tags/tag34.xml"/><Relationship Id="rId16" Type="http://schemas.openxmlformats.org/officeDocument/2006/relationships/tags" Target="../tags/tag48.xml"/><Relationship Id="rId20" Type="http://schemas.openxmlformats.org/officeDocument/2006/relationships/tags" Target="../tags/tag350.xml"/><Relationship Id="rId29" Type="http://schemas.openxmlformats.org/officeDocument/2006/relationships/image" Target="../media/image17.png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11" Type="http://schemas.openxmlformats.org/officeDocument/2006/relationships/tags" Target="../tags/tag43.xml"/><Relationship Id="rId24" Type="http://schemas.openxmlformats.org/officeDocument/2006/relationships/tags" Target="../tags/tag370.xml"/><Relationship Id="rId5" Type="http://schemas.openxmlformats.org/officeDocument/2006/relationships/tags" Target="../tags/tag37.xml"/><Relationship Id="rId15" Type="http://schemas.openxmlformats.org/officeDocument/2006/relationships/tags" Target="../tags/tag47.xml"/><Relationship Id="rId23" Type="http://schemas.openxmlformats.org/officeDocument/2006/relationships/image" Target="../media/image14.png"/><Relationship Id="rId28" Type="http://schemas.openxmlformats.org/officeDocument/2006/relationships/tags" Target="../tags/tag390.xml"/><Relationship Id="rId10" Type="http://schemas.openxmlformats.org/officeDocument/2006/relationships/tags" Target="../tags/tag42.xml"/><Relationship Id="rId19" Type="http://schemas.openxmlformats.org/officeDocument/2006/relationships/notesSlide" Target="../notesSlides/notesSlide2.xml"/><Relationship Id="rId4" Type="http://schemas.openxmlformats.org/officeDocument/2006/relationships/tags" Target="../tags/tag36.xml"/><Relationship Id="rId9" Type="http://schemas.openxmlformats.org/officeDocument/2006/relationships/tags" Target="../tags/tag41.xml"/><Relationship Id="rId14" Type="http://schemas.openxmlformats.org/officeDocument/2006/relationships/tags" Target="../tags/tag46.xml"/><Relationship Id="rId22" Type="http://schemas.openxmlformats.org/officeDocument/2006/relationships/tags" Target="../tags/tag360.xml"/><Relationship Id="rId27" Type="http://schemas.openxmlformats.org/officeDocument/2006/relationships/image" Target="../media/image16.png"/><Relationship Id="rId30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slide" Target="slide15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5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6.png"/><Relationship Id="rId9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30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13" Type="http://schemas.openxmlformats.org/officeDocument/2006/relationships/oleObject" Target="../embeddings/oleObject5.bin"/><Relationship Id="rId3" Type="http://schemas.openxmlformats.org/officeDocument/2006/relationships/image" Target="../media/image99.png"/><Relationship Id="rId7" Type="http://schemas.openxmlformats.org/officeDocument/2006/relationships/oleObject" Target="../embeddings/oleObject2.bin"/><Relationship Id="rId12" Type="http://schemas.openxmlformats.org/officeDocument/2006/relationships/image" Target="../media/image38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5.emf"/><Relationship Id="rId11" Type="http://schemas.openxmlformats.org/officeDocument/2006/relationships/oleObject" Target="../embeddings/oleObject4.bin"/><Relationship Id="rId5" Type="http://schemas.openxmlformats.org/officeDocument/2006/relationships/oleObject" Target="../embeddings/oleObject1.bin"/><Relationship Id="rId15" Type="http://schemas.openxmlformats.org/officeDocument/2006/relationships/image" Target="../media/image41.png"/><Relationship Id="rId10" Type="http://schemas.openxmlformats.org/officeDocument/2006/relationships/image" Target="../media/image37.emf"/><Relationship Id="rId4" Type="http://schemas.openxmlformats.org/officeDocument/2006/relationships/image" Target="../media/image100.png"/><Relationship Id="rId9" Type="http://schemas.openxmlformats.org/officeDocument/2006/relationships/oleObject" Target="../embeddings/oleObject3.bin"/><Relationship Id="rId14" Type="http://schemas.openxmlformats.org/officeDocument/2006/relationships/image" Target="../media/image39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5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20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emf"/><Relationship Id="rId13" Type="http://schemas.openxmlformats.org/officeDocument/2006/relationships/oleObject" Target="../embeddings/oleObject11.bin"/><Relationship Id="rId18" Type="http://schemas.openxmlformats.org/officeDocument/2006/relationships/image" Target="../media/image53.emf"/><Relationship Id="rId26" Type="http://schemas.openxmlformats.org/officeDocument/2006/relationships/image" Target="../media/image57.emf"/><Relationship Id="rId3" Type="http://schemas.openxmlformats.org/officeDocument/2006/relationships/oleObject" Target="../embeddings/oleObject6.bin"/><Relationship Id="rId21" Type="http://schemas.openxmlformats.org/officeDocument/2006/relationships/oleObject" Target="../embeddings/oleObject15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50.emf"/><Relationship Id="rId17" Type="http://schemas.openxmlformats.org/officeDocument/2006/relationships/oleObject" Target="../embeddings/oleObject13.bin"/><Relationship Id="rId25" Type="http://schemas.openxmlformats.org/officeDocument/2006/relationships/oleObject" Target="../embeddings/oleObject1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2.emf"/><Relationship Id="rId20" Type="http://schemas.openxmlformats.org/officeDocument/2006/relationships/image" Target="../media/image54.emf"/><Relationship Id="rId29" Type="http://schemas.openxmlformats.org/officeDocument/2006/relationships/image" Target="../media/image330.png"/><Relationship Id="rId1" Type="http://schemas.openxmlformats.org/officeDocument/2006/relationships/vmlDrawing" Target="../drawings/vmlDrawing2.vml"/><Relationship Id="rId6" Type="http://schemas.openxmlformats.org/officeDocument/2006/relationships/image" Target="../media/image47.emf"/><Relationship Id="rId11" Type="http://schemas.openxmlformats.org/officeDocument/2006/relationships/oleObject" Target="../embeddings/oleObject10.bin"/><Relationship Id="rId24" Type="http://schemas.openxmlformats.org/officeDocument/2006/relationships/image" Target="../media/image56.emf"/><Relationship Id="rId5" Type="http://schemas.openxmlformats.org/officeDocument/2006/relationships/oleObject" Target="../embeddings/oleObject7.bin"/><Relationship Id="rId15" Type="http://schemas.openxmlformats.org/officeDocument/2006/relationships/oleObject" Target="../embeddings/oleObject12.bin"/><Relationship Id="rId23" Type="http://schemas.openxmlformats.org/officeDocument/2006/relationships/oleObject" Target="../embeddings/oleObject16.bin"/><Relationship Id="rId28" Type="http://schemas.openxmlformats.org/officeDocument/2006/relationships/image" Target="../media/image58.emf"/><Relationship Id="rId10" Type="http://schemas.openxmlformats.org/officeDocument/2006/relationships/image" Target="../media/image49.emf"/><Relationship Id="rId19" Type="http://schemas.openxmlformats.org/officeDocument/2006/relationships/oleObject" Target="../embeddings/oleObject14.bin"/><Relationship Id="rId4" Type="http://schemas.openxmlformats.org/officeDocument/2006/relationships/image" Target="../media/image46.emf"/><Relationship Id="rId9" Type="http://schemas.openxmlformats.org/officeDocument/2006/relationships/oleObject" Target="../embeddings/oleObject9.bin"/><Relationship Id="rId14" Type="http://schemas.openxmlformats.org/officeDocument/2006/relationships/image" Target="../media/image51.emf"/><Relationship Id="rId22" Type="http://schemas.openxmlformats.org/officeDocument/2006/relationships/image" Target="../media/image55.emf"/><Relationship Id="rId27" Type="http://schemas.openxmlformats.org/officeDocument/2006/relationships/oleObject" Target="../embeddings/oleObject18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e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62.e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61.emf"/><Relationship Id="rId9" Type="http://schemas.openxmlformats.org/officeDocument/2006/relationships/image" Target="../media/image6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57.xml"/><Relationship Id="rId13" Type="http://schemas.openxmlformats.org/officeDocument/2006/relationships/tags" Target="../tags/tag62.xml"/><Relationship Id="rId18" Type="http://schemas.openxmlformats.org/officeDocument/2006/relationships/slideLayout" Target="../slideLayouts/slideLayout7.xml"/><Relationship Id="rId26" Type="http://schemas.openxmlformats.org/officeDocument/2006/relationships/image" Target="../media/image77.png"/><Relationship Id="rId3" Type="http://schemas.openxmlformats.org/officeDocument/2006/relationships/tags" Target="../tags/tag52.xml"/><Relationship Id="rId21" Type="http://schemas.openxmlformats.org/officeDocument/2006/relationships/tags" Target="../tags/tag530.xml"/><Relationship Id="rId7" Type="http://schemas.openxmlformats.org/officeDocument/2006/relationships/tags" Target="../tags/tag56.xml"/><Relationship Id="rId12" Type="http://schemas.openxmlformats.org/officeDocument/2006/relationships/tags" Target="../tags/tag61.xml"/><Relationship Id="rId17" Type="http://schemas.openxmlformats.org/officeDocument/2006/relationships/tags" Target="../tags/tag66.xml"/><Relationship Id="rId25" Type="http://schemas.openxmlformats.org/officeDocument/2006/relationships/tags" Target="../tags/tag550.xml"/><Relationship Id="rId2" Type="http://schemas.openxmlformats.org/officeDocument/2006/relationships/tags" Target="../tags/tag51.xml"/><Relationship Id="rId16" Type="http://schemas.openxmlformats.org/officeDocument/2006/relationships/tags" Target="../tags/tag65.xml"/><Relationship Id="rId20" Type="http://schemas.openxmlformats.org/officeDocument/2006/relationships/image" Target="../media/image74.png"/><Relationship Id="rId29" Type="http://schemas.openxmlformats.org/officeDocument/2006/relationships/image" Target="../media/image2.png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11" Type="http://schemas.openxmlformats.org/officeDocument/2006/relationships/tags" Target="../tags/tag60.xml"/><Relationship Id="rId24" Type="http://schemas.openxmlformats.org/officeDocument/2006/relationships/image" Target="../media/image76.png"/><Relationship Id="rId5" Type="http://schemas.openxmlformats.org/officeDocument/2006/relationships/tags" Target="../tags/tag54.xml"/><Relationship Id="rId15" Type="http://schemas.openxmlformats.org/officeDocument/2006/relationships/tags" Target="../tags/tag64.xml"/><Relationship Id="rId23" Type="http://schemas.openxmlformats.org/officeDocument/2006/relationships/tags" Target="../tags/tag540.xml"/><Relationship Id="rId28" Type="http://schemas.openxmlformats.org/officeDocument/2006/relationships/image" Target="../media/image78.png"/><Relationship Id="rId10" Type="http://schemas.openxmlformats.org/officeDocument/2006/relationships/tags" Target="../tags/tag59.xml"/><Relationship Id="rId19" Type="http://schemas.openxmlformats.org/officeDocument/2006/relationships/tags" Target="../tags/tag520.xml"/><Relationship Id="rId4" Type="http://schemas.openxmlformats.org/officeDocument/2006/relationships/tags" Target="../tags/tag53.xml"/><Relationship Id="rId9" Type="http://schemas.openxmlformats.org/officeDocument/2006/relationships/tags" Target="../tags/tag58.xml"/><Relationship Id="rId14" Type="http://schemas.openxmlformats.org/officeDocument/2006/relationships/tags" Target="../tags/tag63.xml"/><Relationship Id="rId22" Type="http://schemas.openxmlformats.org/officeDocument/2006/relationships/image" Target="../media/image75.png"/><Relationship Id="rId27" Type="http://schemas.openxmlformats.org/officeDocument/2006/relationships/tags" Target="../tags/tag56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6.png"/><Relationship Id="rId18" Type="http://schemas.openxmlformats.org/officeDocument/2006/relationships/customXml" Target="../ink/ink6.xml"/><Relationship Id="rId26" Type="http://schemas.openxmlformats.org/officeDocument/2006/relationships/customXml" Target="../ink/ink10.xml"/><Relationship Id="rId39" Type="http://schemas.openxmlformats.org/officeDocument/2006/relationships/image" Target="../media/image590.png"/><Relationship Id="rId21" Type="http://schemas.openxmlformats.org/officeDocument/2006/relationships/image" Target="../media/image500.png"/><Relationship Id="rId34" Type="http://schemas.openxmlformats.org/officeDocument/2006/relationships/customXml" Target="../ink/ink13.xml"/><Relationship Id="rId42" Type="http://schemas.openxmlformats.org/officeDocument/2006/relationships/customXml" Target="../ink/ink17.xml"/><Relationship Id="rId50" Type="http://schemas.openxmlformats.org/officeDocument/2006/relationships/customXml" Target="../ink/ink18.xml"/><Relationship Id="rId2" Type="http://schemas.openxmlformats.org/officeDocument/2006/relationships/notesSlide" Target="../notesSlides/notesSlide9.xml"/><Relationship Id="rId16" Type="http://schemas.openxmlformats.org/officeDocument/2006/relationships/customXml" Target="../ink/ink5.xml"/><Relationship Id="rId20" Type="http://schemas.openxmlformats.org/officeDocument/2006/relationships/customXml" Target="../ink/ink7.xml"/><Relationship Id="rId29" Type="http://schemas.openxmlformats.org/officeDocument/2006/relationships/image" Target="../media/image54.png"/><Relationship Id="rId41" Type="http://schemas.openxmlformats.org/officeDocument/2006/relationships/image" Target="../media/image60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.xml"/><Relationship Id="rId11" Type="http://schemas.openxmlformats.org/officeDocument/2006/relationships/image" Target="../media/image450.png"/><Relationship Id="rId24" Type="http://schemas.openxmlformats.org/officeDocument/2006/relationships/customXml" Target="../ink/ink9.xml"/><Relationship Id="rId37" Type="http://schemas.openxmlformats.org/officeDocument/2006/relationships/image" Target="../media/image58.png"/><Relationship Id="rId40" Type="http://schemas.openxmlformats.org/officeDocument/2006/relationships/customXml" Target="../ink/ink16.xml"/><Relationship Id="rId5" Type="http://schemas.microsoft.com/office/2007/relationships/hdphoto" Target="../media/hdphoto2.wdp"/><Relationship Id="rId15" Type="http://schemas.openxmlformats.org/officeDocument/2006/relationships/image" Target="../media/image470.png"/><Relationship Id="rId23" Type="http://schemas.openxmlformats.org/officeDocument/2006/relationships/image" Target="../media/image510.png"/><Relationship Id="rId28" Type="http://schemas.openxmlformats.org/officeDocument/2006/relationships/customXml" Target="../ink/ink11.xml"/><Relationship Id="rId36" Type="http://schemas.openxmlformats.org/officeDocument/2006/relationships/customXml" Target="../ink/ink14.xml"/><Relationship Id="rId49" Type="http://schemas.openxmlformats.org/officeDocument/2006/relationships/image" Target="../media/image640.png"/><Relationship Id="rId10" Type="http://schemas.openxmlformats.org/officeDocument/2006/relationships/customXml" Target="../ink/ink2.xml"/><Relationship Id="rId19" Type="http://schemas.openxmlformats.org/officeDocument/2006/relationships/image" Target="../media/image49.png"/><Relationship Id="rId52" Type="http://schemas.openxmlformats.org/officeDocument/2006/relationships/image" Target="../media/image43.png"/><Relationship Id="rId4" Type="http://schemas.microsoft.com/office/2007/relationships/hdphoto" Target="../media/hdphoto1.wdp"/><Relationship Id="rId9" Type="http://schemas.openxmlformats.org/officeDocument/2006/relationships/image" Target="../media/image440.png"/><Relationship Id="rId14" Type="http://schemas.openxmlformats.org/officeDocument/2006/relationships/customXml" Target="../ink/ink4.xml"/><Relationship Id="rId22" Type="http://schemas.openxmlformats.org/officeDocument/2006/relationships/customXml" Target="../ink/ink8.xml"/><Relationship Id="rId27" Type="http://schemas.openxmlformats.org/officeDocument/2006/relationships/image" Target="../media/image530.png"/><Relationship Id="rId30" Type="http://schemas.openxmlformats.org/officeDocument/2006/relationships/customXml" Target="../ink/ink12.xml"/><Relationship Id="rId35" Type="http://schemas.openxmlformats.org/officeDocument/2006/relationships/image" Target="../media/image570.png"/><Relationship Id="rId51" Type="http://schemas.openxmlformats.org/officeDocument/2006/relationships/image" Target="../media/image650.png"/><Relationship Id="rId3" Type="http://schemas.openxmlformats.org/officeDocument/2006/relationships/image" Target="../media/image81.png"/><Relationship Id="rId12" Type="http://schemas.openxmlformats.org/officeDocument/2006/relationships/customXml" Target="../ink/ink3.xml"/><Relationship Id="rId17" Type="http://schemas.openxmlformats.org/officeDocument/2006/relationships/image" Target="../media/image480.png"/><Relationship Id="rId25" Type="http://schemas.openxmlformats.org/officeDocument/2006/relationships/image" Target="../media/image520.png"/><Relationship Id="rId33" Type="http://schemas.openxmlformats.org/officeDocument/2006/relationships/image" Target="../media/image560.png"/><Relationship Id="rId38" Type="http://schemas.openxmlformats.org/officeDocument/2006/relationships/customXml" Target="../ink/ink15.xml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2.xml"/><Relationship Id="rId18" Type="http://schemas.openxmlformats.org/officeDocument/2006/relationships/image" Target="../media/image85.png"/><Relationship Id="rId26" Type="http://schemas.openxmlformats.org/officeDocument/2006/relationships/image" Target="../media/image89.png"/><Relationship Id="rId21" Type="http://schemas.openxmlformats.org/officeDocument/2006/relationships/customXml" Target="../ink/ink26.xml"/><Relationship Id="rId34" Type="http://schemas.openxmlformats.org/officeDocument/2006/relationships/image" Target="../media/image93.png"/><Relationship Id="rId7" Type="http://schemas.openxmlformats.org/officeDocument/2006/relationships/customXml" Target="../ink/ink19.xml"/><Relationship Id="rId12" Type="http://schemas.openxmlformats.org/officeDocument/2006/relationships/image" Target="../media/image82.png"/><Relationship Id="rId17" Type="http://schemas.openxmlformats.org/officeDocument/2006/relationships/customXml" Target="../ink/ink24.xml"/><Relationship Id="rId25" Type="http://schemas.openxmlformats.org/officeDocument/2006/relationships/customXml" Target="../ink/ink28.xml"/><Relationship Id="rId33" Type="http://schemas.openxmlformats.org/officeDocument/2006/relationships/customXml" Target="../ink/ink32.xml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84.png"/><Relationship Id="rId20" Type="http://schemas.openxmlformats.org/officeDocument/2006/relationships/image" Target="../media/image86.png"/><Relationship Id="rId29" Type="http://schemas.openxmlformats.org/officeDocument/2006/relationships/customXml" Target="../ink/ink3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11" Type="http://schemas.openxmlformats.org/officeDocument/2006/relationships/customXml" Target="../ink/ink21.xml"/><Relationship Id="rId24" Type="http://schemas.openxmlformats.org/officeDocument/2006/relationships/image" Target="../media/image88.png"/><Relationship Id="rId32" Type="http://schemas.openxmlformats.org/officeDocument/2006/relationships/image" Target="../media/image92.png"/><Relationship Id="rId37" Type="http://schemas.microsoft.com/office/2007/relationships/hdphoto" Target="../media/hdphoto1.wdp"/><Relationship Id="rId5" Type="http://schemas.microsoft.com/office/2007/relationships/hdphoto" Target="../media/hdphoto3.wdp"/><Relationship Id="rId15" Type="http://schemas.openxmlformats.org/officeDocument/2006/relationships/customXml" Target="../ink/ink23.xml"/><Relationship Id="rId23" Type="http://schemas.openxmlformats.org/officeDocument/2006/relationships/customXml" Target="../ink/ink27.xml"/><Relationship Id="rId28" Type="http://schemas.openxmlformats.org/officeDocument/2006/relationships/image" Target="../media/image90.png"/><Relationship Id="rId36" Type="http://schemas.openxmlformats.org/officeDocument/2006/relationships/image" Target="../media/image94.png"/><Relationship Id="rId10" Type="http://schemas.openxmlformats.org/officeDocument/2006/relationships/image" Target="../media/image810.png"/><Relationship Id="rId19" Type="http://schemas.openxmlformats.org/officeDocument/2006/relationships/customXml" Target="../ink/ink25.xml"/><Relationship Id="rId31" Type="http://schemas.openxmlformats.org/officeDocument/2006/relationships/customXml" Target="../ink/ink31.xml"/><Relationship Id="rId4" Type="http://schemas.microsoft.com/office/2007/relationships/hdphoto" Target="../media/hdphoto2.wdp"/><Relationship Id="rId9" Type="http://schemas.openxmlformats.org/officeDocument/2006/relationships/customXml" Target="../ink/ink20.xml"/><Relationship Id="rId14" Type="http://schemas.openxmlformats.org/officeDocument/2006/relationships/image" Target="../media/image83.png"/><Relationship Id="rId22" Type="http://schemas.openxmlformats.org/officeDocument/2006/relationships/image" Target="../media/image87.png"/><Relationship Id="rId27" Type="http://schemas.openxmlformats.org/officeDocument/2006/relationships/customXml" Target="../ink/ink29.xml"/><Relationship Id="rId30" Type="http://schemas.openxmlformats.org/officeDocument/2006/relationships/image" Target="../media/image91.png"/><Relationship Id="rId35" Type="http://schemas.openxmlformats.org/officeDocument/2006/relationships/customXml" Target="../ink/ink33.xml"/><Relationship Id="rId8" Type="http://schemas.openxmlformats.org/officeDocument/2006/relationships/image" Target="../media/image62.png"/><Relationship Id="rId3" Type="http://schemas.openxmlformats.org/officeDocument/2006/relationships/image" Target="../media/image8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3">
            <a:extLst>
              <a:ext uri="{FF2B5EF4-FFF2-40B4-BE49-F238E27FC236}">
                <a16:creationId xmlns:a16="http://schemas.microsoft.com/office/drawing/2014/main" id="{C42CC485-E02A-824E-917A-36793DCF3A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5058" y="836712"/>
            <a:ext cx="5373885" cy="597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algn="ctr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zh-CN" altLang="en-US" sz="36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第二章 随机变量及其分布</a:t>
            </a:r>
          </a:p>
        </p:txBody>
      </p:sp>
      <p:sp>
        <p:nvSpPr>
          <p:cNvPr id="61444" name="Text Box 4">
            <a:hlinkClick r:id="rId3" action="ppaction://hlinksldjump"/>
            <a:extLst>
              <a:ext uri="{FF2B5EF4-FFF2-40B4-BE49-F238E27FC236}">
                <a16:creationId xmlns:a16="http://schemas.microsoft.com/office/drawing/2014/main" id="{601F1377-4EC1-A648-9D08-93B0CEF44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2980985"/>
            <a:ext cx="5761037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Font typeface="Wingdings" pitchFamily="2" charset="2"/>
              <a:buChar char="n"/>
            </a:pPr>
            <a:r>
              <a:rPr kumimoji="1" lang="zh-CN" altLang="en-US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离散型随机变量及其分布</a:t>
            </a:r>
          </a:p>
        </p:txBody>
      </p:sp>
      <p:sp>
        <p:nvSpPr>
          <p:cNvPr id="61445" name="Text Box 5">
            <a:hlinkClick r:id="" action="ppaction://noaction"/>
            <a:extLst>
              <a:ext uri="{FF2B5EF4-FFF2-40B4-BE49-F238E27FC236}">
                <a16:creationId xmlns:a16="http://schemas.microsoft.com/office/drawing/2014/main" id="{D75E15BB-A7A5-2C46-90D2-B9B92ACCD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4603695"/>
            <a:ext cx="6481762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Font typeface="Wingdings" pitchFamily="2" charset="2"/>
              <a:buChar char="n"/>
            </a:pPr>
            <a:r>
              <a:rPr kumimoji="1" lang="zh-CN" altLang="en-US" dirty="0">
                <a:solidFill>
                  <a:srgbClr val="00189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连续型随机变量及其概率密度</a:t>
            </a:r>
          </a:p>
        </p:txBody>
      </p:sp>
      <p:sp>
        <p:nvSpPr>
          <p:cNvPr id="61446" name="Text Box 6">
            <a:hlinkClick r:id="rId4" action="ppaction://hlinksldjump"/>
            <a:extLst>
              <a:ext uri="{FF2B5EF4-FFF2-40B4-BE49-F238E27FC236}">
                <a16:creationId xmlns:a16="http://schemas.microsoft.com/office/drawing/2014/main" id="{3CA5D0EF-1412-D449-86E5-3BEFAEB92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3792340"/>
            <a:ext cx="5761037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Font typeface="Wingdings" pitchFamily="2" charset="2"/>
              <a:buChar char="n"/>
            </a:pPr>
            <a:r>
              <a:rPr kumimoji="1" lang="zh-CN" altLang="en-US" dirty="0">
                <a:solidFill>
                  <a:srgbClr val="00189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随机变量的分布函数</a:t>
            </a:r>
          </a:p>
        </p:txBody>
      </p:sp>
      <p:sp>
        <p:nvSpPr>
          <p:cNvPr id="61447" name="Text Box 7">
            <a:hlinkClick r:id="" action="ppaction://noaction"/>
            <a:extLst>
              <a:ext uri="{FF2B5EF4-FFF2-40B4-BE49-F238E27FC236}">
                <a16:creationId xmlns:a16="http://schemas.microsoft.com/office/drawing/2014/main" id="{DD80242F-AA85-8545-A347-8717F40C34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0" y="5394959"/>
            <a:ext cx="5761037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Font typeface="Wingdings" pitchFamily="2" charset="2"/>
              <a:buChar char="n"/>
            </a:pPr>
            <a:r>
              <a:rPr kumimoji="1" lang="zh-CN" altLang="en-US" dirty="0">
                <a:solidFill>
                  <a:srgbClr val="00179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随机变量的函数的分布</a:t>
            </a:r>
          </a:p>
        </p:txBody>
      </p:sp>
      <p:sp>
        <p:nvSpPr>
          <p:cNvPr id="9" name="Text Box 4">
            <a:hlinkClick r:id="rId3" action="ppaction://hlinksldjump"/>
            <a:extLst>
              <a:ext uri="{FF2B5EF4-FFF2-40B4-BE49-F238E27FC236}">
                <a16:creationId xmlns:a16="http://schemas.microsoft.com/office/drawing/2014/main" id="{A2A32693-FA85-46ED-9F52-424F364119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2158492"/>
            <a:ext cx="5761037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Font typeface="Wingdings" pitchFamily="2" charset="2"/>
              <a:buChar char="n"/>
            </a:pPr>
            <a:r>
              <a:rPr kumimoji="1" lang="zh-CN" altLang="en-US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随机变量</a:t>
            </a:r>
          </a:p>
        </p:txBody>
      </p:sp>
    </p:spTree>
    <p:extLst>
      <p:ext uri="{BB962C8B-B14F-4D97-AF65-F5344CB8AC3E}">
        <p14:creationId xmlns:p14="http://schemas.microsoft.com/office/powerpoint/2010/main" val="38632676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ED6C703C-475A-65D1-FF01-CC2975477CBC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0BF9581C-54B9-47AF-D85A-A93125115CFD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920BDF63-0409-53C8-FF2F-561B6E0482AF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D035E861-8B1F-67AB-96A5-B0A3A5F78325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kumimoji="1"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AAF295AA-5CCB-7020-C049-C6C73D8B8BD3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kumimoji="1"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kumimoji="1"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3702DE41-28FB-6A53-D1E7-E24F8BB1A2F3}"/>
                  </a:ext>
                </a:extLst>
              </p:cNvPr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914400" y="635000"/>
                <a:ext cx="7315200" cy="2143125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i="0" u="none" strike="noStrike" dirty="0">
                    <a:solidFill>
                      <a:srgbClr val="001892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将一枚骰子掷</a:t>
                </a:r>
                <a:r>
                  <a:rPr lang="en-US" altLang="zh-CN" sz="2400" i="0" u="none" strike="noStrike" dirty="0">
                    <a:solidFill>
                      <a:srgbClr val="001892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2</a:t>
                </a:r>
                <a:r>
                  <a:rPr lang="zh-CN" altLang="en-US" sz="2400" i="0" u="none" strike="noStrike" dirty="0">
                    <a:solidFill>
                      <a:srgbClr val="001892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次，若记</a:t>
                </a:r>
                <a:r>
                  <a:rPr lang="en-US" altLang="zh-CN" sz="2400" i="0" u="none" strike="noStrike" dirty="0">
                    <a:solidFill>
                      <a:srgbClr val="001892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2</a:t>
                </a:r>
                <a:r>
                  <a:rPr lang="zh-CN" altLang="en-US" sz="2400" i="0" u="none" strike="noStrike" dirty="0">
                    <a:solidFill>
                      <a:srgbClr val="001892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次中“点数大于</a:t>
                </a:r>
                <a:r>
                  <a:rPr lang="en-US" altLang="zh-CN" sz="2400" i="0" u="none" strike="noStrike" dirty="0">
                    <a:solidFill>
                      <a:srgbClr val="001892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4”</a:t>
                </a:r>
                <a:r>
                  <a:rPr lang="zh-CN" altLang="en-US" sz="2400" i="0" u="none" strike="noStrike" dirty="0">
                    <a:solidFill>
                      <a:srgbClr val="001892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出现的次数为</a:t>
                </a:r>
                <a14:m>
                  <m:oMath xmlns:m="http://schemas.openxmlformats.org/officeDocument/2006/math">
                    <m:r>
                      <a:rPr lang="en" altLang="zh-CN" sz="2400" b="1" i="1" u="none" strike="noStrike" dirty="0" smtClean="0">
                        <a:solidFill>
                          <a:srgbClr val="001892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𝒀</m:t>
                    </m:r>
                  </m:oMath>
                </a14:m>
                <a:r>
                  <a:rPr lang="zh-CN" altLang="en" sz="2400" i="0" u="none" strike="noStrike" dirty="0">
                    <a:solidFill>
                      <a:srgbClr val="001892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，</a:t>
                </a:r>
                <a:r>
                  <a:rPr lang="zh-CN" altLang="en-US" sz="2400" i="0" u="none" strike="noStrike" dirty="0">
                    <a:solidFill>
                      <a:srgbClr val="001892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则</a:t>
                </a:r>
                <a14:m>
                  <m:oMath xmlns:m="http://schemas.openxmlformats.org/officeDocument/2006/math">
                    <m:r>
                      <a:rPr lang="en" altLang="zh-CN" sz="2400" b="1" i="1" u="none" strike="noStrike" dirty="0" smtClean="0">
                        <a:solidFill>
                          <a:srgbClr val="001892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𝒀</m:t>
                    </m:r>
                  </m:oMath>
                </a14:m>
                <a:r>
                  <a:rPr lang="zh-CN" altLang="en-US" sz="2400" i="0" u="none" strike="noStrike" dirty="0">
                    <a:solidFill>
                      <a:srgbClr val="001892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服从</a:t>
                </a:r>
                <a:endParaRPr lang="en-US" altLang="zh-CN" sz="2400" i="0" u="none" strike="noStrike" dirty="0">
                  <a:solidFill>
                    <a:srgbClr val="001892"/>
                  </a:solidFill>
                  <a:effectLst/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3702DE41-28FB-6A53-D1E7-E24F8BB1A2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7"/>
                </p:custDataLst>
              </p:nvPr>
            </p:nvSpPr>
            <p:spPr>
              <a:xfrm>
                <a:off x="914400" y="635000"/>
                <a:ext cx="7315200" cy="2143125"/>
              </a:xfrm>
              <a:prstGeom prst="rect">
                <a:avLst/>
              </a:prstGeom>
              <a:blipFill>
                <a:blip r:embed="rId18"/>
                <a:stretch>
                  <a:fillRect l="-13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>
            <a:extLst>
              <a:ext uri="{FF2B5EF4-FFF2-40B4-BE49-F238E27FC236}">
                <a16:creationId xmlns:a16="http://schemas.microsoft.com/office/drawing/2014/main" id="{2507DC10-2379-84D0-1A5D-E9D90428063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kumimoji="1" lang="en-US" altLang="zh-CN" sz="2600" dirty="0">
                <a:solidFill>
                  <a:srgbClr val="001892"/>
                </a:solidFill>
                <a:latin typeface="KaiTi" panose="02010609060101010101" pitchFamily="49" charset="-122"/>
                <a:ea typeface="KaiTi" panose="02010609060101010101" pitchFamily="49" charset="-122"/>
                <a:sym typeface="Microsoft Yahei" panose="020B0503020204020204" pitchFamily="34" charset="-122"/>
              </a:rPr>
              <a:t>0-1</a:t>
            </a:r>
            <a:r>
              <a:rPr kumimoji="1" lang="zh-CN" altLang="en-US" sz="2600" dirty="0">
                <a:solidFill>
                  <a:srgbClr val="001892"/>
                </a:solidFill>
                <a:latin typeface="KaiTi" panose="02010609060101010101" pitchFamily="49" charset="-122"/>
                <a:ea typeface="KaiTi" panose="02010609060101010101" pitchFamily="49" charset="-122"/>
                <a:sym typeface="Microsoft Yahei" panose="020B0503020204020204" pitchFamily="34" charset="-122"/>
              </a:rPr>
              <a:t>分布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3EBAD04-DF08-E3C9-3DC2-A35BA1B29E33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kumimoji="1" lang="zh-CN" altLang="en-US" sz="2600" dirty="0">
                <a:solidFill>
                  <a:srgbClr val="001892"/>
                </a:solidFill>
                <a:latin typeface="KaiTi" panose="02010609060101010101" pitchFamily="49" charset="-122"/>
                <a:ea typeface="KaiTi" panose="02010609060101010101" pitchFamily="49" charset="-122"/>
                <a:sym typeface="Microsoft Yahei" panose="020B0503020204020204" pitchFamily="34" charset="-122"/>
              </a:rPr>
              <a:t>二项分布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1552E26-D5D9-895D-FDCE-50CB92FB8957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kumimoji="1" lang="zh-CN" altLang="en-US" sz="2600" dirty="0">
                <a:solidFill>
                  <a:srgbClr val="001892"/>
                </a:solidFill>
                <a:latin typeface="KaiTi" panose="02010609060101010101" pitchFamily="49" charset="-122"/>
                <a:ea typeface="KaiTi" panose="02010609060101010101" pitchFamily="49" charset="-122"/>
                <a:sym typeface="Microsoft Yahei" panose="020B0503020204020204" pitchFamily="34" charset="-122"/>
              </a:rPr>
              <a:t>泊松分布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8DF31844-F9D0-C22D-E64D-B6BE00EA4D4C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BD26929F-2E41-92AB-1715-CE07CF24C148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28D4BEA-B773-4AA2-A048-2012F1915113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87DF0E22-B399-4A91-1EEC-B03BFBA3942B}"/>
              </a:ext>
            </a:extLst>
          </p:cNvPr>
          <p:cNvSpPr/>
          <p:nvPr>
            <p:custDataLst>
              <p:tags r:id="rId10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2DBB991-6A42-F267-FA68-92C98381EECB}"/>
              </a:ext>
            </a:extLst>
          </p:cNvPr>
          <p:cNvPicPr>
            <a:picLocks/>
          </p:cNvPicPr>
          <p:nvPr>
            <p:custDataLst>
              <p:tags r:id="rId11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7973818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7FA8B6C3-34AB-7BF1-771E-DB054110CBD8}"/>
              </a:ext>
            </a:extLst>
          </p:cNvPr>
          <p:cNvSpPr txBox="1"/>
          <p:nvPr/>
        </p:nvSpPr>
        <p:spPr bwMode="auto">
          <a:xfrm>
            <a:off x="1471612" y="989762"/>
            <a:ext cx="6200775" cy="1154112"/>
          </a:xfrm>
          <a:prstGeom prst="rect">
            <a:avLst/>
          </a:prstGeom>
          <a:noFill/>
          <a:ln w="28575" cap="rnd">
            <a:noFill/>
            <a:prstDash val="sysDot"/>
            <a:miter lim="800000"/>
            <a:headEnd/>
            <a:tailEnd/>
          </a:ln>
          <a:effectLst/>
        </p:spPr>
        <p:txBody>
          <a:bodyPr>
            <a:normAutofit/>
          </a:bodyPr>
          <a:lstStyle/>
          <a:p>
            <a:pPr algn="ctr"/>
            <a:r>
              <a:rPr lang="zh-CN" altLang="en-US" dirty="0">
                <a:solidFill>
                  <a:srgbClr val="C00000"/>
                </a:solidFill>
                <a:ea typeface="KaiTi" panose="02010609060101010101" pitchFamily="49" charset="-122"/>
              </a:rPr>
              <a:t>什么是二项分布？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2A3EC8C-73AD-3749-A8D3-1150C1FADC39}"/>
                  </a:ext>
                </a:extLst>
              </p:cNvPr>
              <p:cNvSpPr txBox="1"/>
              <p:nvPr/>
            </p:nvSpPr>
            <p:spPr>
              <a:xfrm>
                <a:off x="411946" y="3013956"/>
                <a:ext cx="260840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zh-CN" altLang="en-US" dirty="0">
                    <a:solidFill>
                      <a:srgbClr val="001892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重伯努利试验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2A3EC8C-73AD-3749-A8D3-1150C1FADC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946" y="3013956"/>
                <a:ext cx="2608406" cy="523220"/>
              </a:xfrm>
              <a:prstGeom prst="rect">
                <a:avLst/>
              </a:prstGeom>
              <a:blipFill>
                <a:blip r:embed="rId2"/>
                <a:stretch>
                  <a:fillRect t="-14286" r="-2427" b="-30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A026CD0-40B0-7358-7EF9-1A01AB7D7685}"/>
                  </a:ext>
                </a:extLst>
              </p:cNvPr>
              <p:cNvSpPr txBox="1"/>
              <p:nvPr/>
            </p:nvSpPr>
            <p:spPr>
              <a:xfrm>
                <a:off x="3275856" y="2996952"/>
                <a:ext cx="336130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𝑋</m:t>
                    </m:r>
                  </m:oMath>
                </a14:m>
                <a:r>
                  <a:rPr kumimoji="1" lang="en-US" altLang="zh-CN" dirty="0">
                    <a:solidFill>
                      <a:srgbClr val="001892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:</a:t>
                </a:r>
                <a:r>
                  <a:rPr kumimoji="1" lang="zh-CN" altLang="en-US" dirty="0">
                    <a:solidFill>
                      <a:srgbClr val="001892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事件</a:t>
                </a:r>
                <a14:m>
                  <m:oMath xmlns:m="http://schemas.openxmlformats.org/officeDocument/2006/math">
                    <m:r>
                      <a:rPr kumimoji="1" lang="en-US" altLang="zh-CN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kumimoji="1" lang="zh-CN" altLang="en-US" dirty="0">
                    <a:solidFill>
                      <a:srgbClr val="001892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发生的次数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A026CD0-40B0-7358-7EF9-1A01AB7D76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856" y="2996952"/>
                <a:ext cx="3361305" cy="523220"/>
              </a:xfrm>
              <a:prstGeom prst="rect">
                <a:avLst/>
              </a:prstGeom>
              <a:blipFill>
                <a:blip r:embed="rId3"/>
                <a:stretch>
                  <a:fillRect l="-752" t="-17073" r="-2632" b="-317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27870A6-AE6D-842B-AFCE-BBDFEE991F29}"/>
                  </a:ext>
                </a:extLst>
              </p:cNvPr>
              <p:cNvSpPr txBox="1"/>
              <p:nvPr/>
            </p:nvSpPr>
            <p:spPr>
              <a:xfrm>
                <a:off x="6892666" y="2996952"/>
                <a:ext cx="171694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zh-CN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kumimoji="1" lang="en-US" altLang="zh-CN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kumimoji="1" lang="en-US" altLang="zh-CN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kumimoji="1" lang="zh-CN" altLang="en-US" dirty="0">
                  <a:solidFill>
                    <a:srgbClr val="001892"/>
                  </a:solidFill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27870A6-AE6D-842B-AFCE-BBDFEE991F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666" y="2996952"/>
                <a:ext cx="1716945" cy="523220"/>
              </a:xfrm>
              <a:prstGeom prst="rect">
                <a:avLst/>
              </a:prstGeom>
              <a:blipFill>
                <a:blip r:embed="rId4"/>
                <a:stretch>
                  <a:fillRect b="-219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4">
                <a:extLst>
                  <a:ext uri="{FF2B5EF4-FFF2-40B4-BE49-F238E27FC236}">
                    <a16:creationId xmlns:a16="http://schemas.microsoft.com/office/drawing/2014/main" id="{1B8012D4-727F-81BA-30C4-389AB44D4E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946" y="5443310"/>
                <a:ext cx="1863523" cy="4924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0000"/>
                    </a:solidFill>
                  </a14:hiddenFill>
                </a:ext>
                <a:ext uri="{91240B29-F687-4F45-9708-019B960494DF}">
                  <a14:hiddenLine w="12700" cap="sq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6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𝑋</m:t>
                      </m:r>
                      <m:r>
                        <a:rPr kumimoji="1" lang="zh-CN" altLang="en-US" sz="2600" b="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～</m:t>
                      </m:r>
                      <m:r>
                        <a:rPr kumimoji="1" lang="en-US" altLang="zh-CN" sz="2600" b="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𝑏</m:t>
                      </m:r>
                      <m:r>
                        <a:rPr kumimoji="1" lang="en-US" altLang="zh-CN" sz="2600" b="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( </m:t>
                      </m:r>
                      <m:r>
                        <a:rPr kumimoji="1" lang="en-US" altLang="zh-CN" sz="2600" b="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𝑛</m:t>
                      </m:r>
                      <m:r>
                        <a:rPr kumimoji="1" lang="en-US" altLang="zh-CN" sz="2600" b="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, </m:t>
                      </m:r>
                      <m:r>
                        <a:rPr kumimoji="1" lang="en-US" altLang="zh-CN" sz="2600" b="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𝑝</m:t>
                      </m:r>
                      <m:r>
                        <a:rPr kumimoji="1" lang="en-US" altLang="zh-CN" sz="2600" b="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en-US" altLang="zh-CN" sz="2600" b="0" dirty="0">
                  <a:solidFill>
                    <a:srgbClr val="C00000"/>
                  </a:solidFill>
                  <a:latin typeface="Times New Roman" panose="02020603050405020304" pitchFamily="18" charset="0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Rectangle 4">
                <a:extLst>
                  <a:ext uri="{FF2B5EF4-FFF2-40B4-BE49-F238E27FC236}">
                    <a16:creationId xmlns:a16="http://schemas.microsoft.com/office/drawing/2014/main" id="{1B8012D4-727F-81BA-30C4-389AB44D4E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1946" y="5443310"/>
                <a:ext cx="1863523" cy="492443"/>
              </a:xfrm>
              <a:prstGeom prst="rect">
                <a:avLst/>
              </a:prstGeom>
              <a:blipFill>
                <a:blip r:embed="rId5"/>
                <a:stretch>
                  <a:fillRect l="-676" b="-225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0000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2">
                <a:extLst>
                  <a:ext uri="{FF2B5EF4-FFF2-40B4-BE49-F238E27FC236}">
                    <a16:creationId xmlns:a16="http://schemas.microsoft.com/office/drawing/2014/main" id="{5515C50C-215E-E6FC-83BD-066629D27AB0}"/>
                  </a:ext>
                </a:extLst>
              </p:cNvPr>
              <p:cNvSpPr txBox="1"/>
              <p:nvPr/>
            </p:nvSpPr>
            <p:spPr bwMode="auto">
              <a:xfrm>
                <a:off x="403070" y="4296230"/>
                <a:ext cx="7885112" cy="13477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zh-CN" altLang="en-US" sz="2600" b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zh-CN" altLang="en-US" sz="2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zh-CN" altLang="en-US" sz="2600" b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2600" b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}=</m:t>
                      </m:r>
                      <m:sSubSup>
                        <m:sSubSupPr>
                          <m:ctrlPr>
                            <a:rPr lang="zh-CN" altLang="en-US" sz="2600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600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zh-CN" altLang="en-US" sz="2600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zh-CN" altLang="en-US" sz="2600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sSup>
                        <m:sSupPr>
                          <m:ctrlPr>
                            <a:rPr lang="zh-CN" altLang="en-US" sz="2600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600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zh-CN" altLang="en-US" sz="2600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zh-CN" altLang="en-US" sz="2600" b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600" b="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2600" b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600" b="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sSup>
                        <m:sSupPr>
                          <m:ctrlPr>
                            <a:rPr lang="zh-CN" altLang="en-US" sz="2600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600" b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600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600" b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600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zh-CN" altLang="en-US" sz="2600" b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zh-CN" altLang="en-US" sz="2600" b="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2600" b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600" b="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sz="2600" b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600" b="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2600" b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600" b="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sz="2600" b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...,</m:t>
                      </m:r>
                      <m:r>
                        <a:rPr lang="zh-CN" altLang="en-US" sz="2600" b="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CN" altLang="en-US" sz="2600" b="0" dirty="0">
                  <a:solidFill>
                    <a:srgbClr val="C00000"/>
                  </a:solidFill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Object 2">
                <a:extLst>
                  <a:ext uri="{FF2B5EF4-FFF2-40B4-BE49-F238E27FC236}">
                    <a16:creationId xmlns:a16="http://schemas.microsoft.com/office/drawing/2014/main" id="{5515C50C-215E-E6FC-83BD-066629D27A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3070" y="4296230"/>
                <a:ext cx="7885112" cy="1347788"/>
              </a:xfrm>
              <a:prstGeom prst="rect">
                <a:avLst/>
              </a:prstGeom>
              <a:blipFill>
                <a:blip r:embed="rId6"/>
                <a:stretch>
                  <a:fillRect l="-16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236691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EBCEA752-F6AA-C1E2-0BA2-FAEDB03DD3EF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F6A21E2A-F072-C0A0-9DBF-5EB1A898D789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38C092C8-CC22-E86B-0231-0CF1EE03B42A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504F124F-A998-3B6F-A1B1-5628C9C0116A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kumimoji="1"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CFB637D9-D1D2-BBB5-FA04-856593937297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kumimoji="1"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kumimoji="1"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01C9655-8A99-617A-0ED1-3B22723AFBCF}"/>
                  </a:ext>
                </a:extLst>
              </p:cNvPr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914400" y="635000"/>
                <a:ext cx="7315200" cy="2143125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i="0" u="none" strike="noStrike" dirty="0">
                    <a:solidFill>
                      <a:srgbClr val="001892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一盒中有</a:t>
                </a:r>
                <a:r>
                  <a:rPr lang="en-US" altLang="zh-CN" sz="2400" i="0" u="none" strike="noStrike" dirty="0">
                    <a:solidFill>
                      <a:srgbClr val="001892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5</a:t>
                </a:r>
                <a:r>
                  <a:rPr lang="zh-CN" altLang="en-US" sz="2400" i="0" u="none" strike="noStrike" dirty="0">
                    <a:solidFill>
                      <a:srgbClr val="001892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个大小形状一致的球，其中</a:t>
                </a:r>
                <a:r>
                  <a:rPr lang="en-US" altLang="zh-CN" sz="2400" i="0" u="none" strike="noStrike" dirty="0">
                    <a:solidFill>
                      <a:srgbClr val="001892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3</a:t>
                </a:r>
                <a:r>
                  <a:rPr lang="zh-CN" altLang="en-US" sz="2400" i="0" u="none" strike="noStrike" dirty="0">
                    <a:solidFill>
                      <a:srgbClr val="001892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个为黄球，</a:t>
                </a:r>
                <a:r>
                  <a:rPr lang="en-US" altLang="zh-CN" sz="2400" i="0" u="none" strike="noStrike" dirty="0">
                    <a:solidFill>
                      <a:srgbClr val="001892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2</a:t>
                </a:r>
                <a:r>
                  <a:rPr lang="zh-CN" altLang="en-US" sz="2400" i="0" u="none" strike="noStrike" dirty="0">
                    <a:solidFill>
                      <a:srgbClr val="001892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个为红球，采用放回抽样取</a:t>
                </a:r>
                <a:r>
                  <a:rPr lang="en-US" altLang="zh-CN" sz="2400" i="0" u="none" strike="noStrike" dirty="0">
                    <a:solidFill>
                      <a:srgbClr val="001892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3</a:t>
                </a:r>
                <a:r>
                  <a:rPr lang="zh-CN" altLang="en-US" sz="2400" i="0" u="none" strike="noStrike" dirty="0">
                    <a:solidFill>
                      <a:srgbClr val="001892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球，记一共取到的红球数为</a:t>
                </a:r>
                <a14:m>
                  <m:oMath xmlns:m="http://schemas.openxmlformats.org/officeDocument/2006/math">
                    <m:r>
                      <a:rPr lang="en" altLang="zh-CN" sz="2400" i="1" u="none" strike="noStrike" dirty="0" smtClean="0">
                        <a:solidFill>
                          <a:srgbClr val="001892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𝑋</m:t>
                    </m:r>
                  </m:oMath>
                </a14:m>
                <a:r>
                  <a:rPr lang="zh-CN" altLang="en" sz="2400" i="0" u="none" strike="noStrike" dirty="0">
                    <a:solidFill>
                      <a:srgbClr val="001892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，</a:t>
                </a:r>
                <a:r>
                  <a:rPr lang="zh-CN" altLang="en-US" sz="2400" i="0" u="none" strike="noStrike" dirty="0">
                    <a:solidFill>
                      <a:srgbClr val="001892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则</a:t>
                </a:r>
                <a14:m>
                  <m:oMath xmlns:m="http://schemas.openxmlformats.org/officeDocument/2006/math">
                    <m:r>
                      <a:rPr lang="en" altLang="zh-CN" sz="2400" i="1" u="none" strike="noStrike" dirty="0" smtClean="0">
                        <a:solidFill>
                          <a:srgbClr val="001892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𝑋</m:t>
                    </m:r>
                  </m:oMath>
                </a14:m>
                <a:r>
                  <a:rPr lang="zh-CN" altLang="en-US" sz="2400" i="0" u="none" strike="noStrike" dirty="0">
                    <a:solidFill>
                      <a:srgbClr val="001892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服从二项分布，</a:t>
                </a:r>
                <a14:m>
                  <m:oMath xmlns:m="http://schemas.openxmlformats.org/officeDocument/2006/math">
                    <m:r>
                      <a:rPr lang="zh-CN" altLang="en-US" sz="2400" i="1" u="none" strike="noStrike" dirty="0" smtClean="0">
                        <a:solidFill>
                          <a:srgbClr val="001892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（</m:t>
                    </m:r>
                    <m:r>
                      <a:rPr lang="en" altLang="zh-CN" sz="2400" i="1" u="none" strike="noStrike" dirty="0" smtClean="0">
                        <a:solidFill>
                          <a:srgbClr val="001892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𝑛</m:t>
                    </m:r>
                    <m:r>
                      <a:rPr lang="zh-CN" altLang="en" sz="2400" i="1" u="none" strike="noStrike" dirty="0" smtClean="0">
                        <a:solidFill>
                          <a:srgbClr val="001892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，</m:t>
                    </m:r>
                    <m:r>
                      <a:rPr lang="en" altLang="zh-CN" sz="2400" i="1" u="none" strike="noStrike" dirty="0" smtClean="0">
                        <a:solidFill>
                          <a:srgbClr val="001892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𝑝</m:t>
                    </m:r>
                    <m:r>
                      <a:rPr lang="zh-CN" altLang="en" sz="2400" i="1" u="none" strike="noStrike" dirty="0" smtClean="0">
                        <a:solidFill>
                          <a:srgbClr val="001892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）</m:t>
                    </m:r>
                  </m:oMath>
                </a14:m>
                <a:r>
                  <a:rPr lang="zh-CN" altLang="en-US" sz="2400" i="0" u="none" strike="noStrike" dirty="0">
                    <a:solidFill>
                      <a:srgbClr val="001892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为</a:t>
                </a:r>
                <a:endParaRPr lang="en-US" altLang="zh-CN" sz="2400" i="0" u="none" strike="noStrike" dirty="0">
                  <a:solidFill>
                    <a:srgbClr val="001892"/>
                  </a:solidFill>
                  <a:effectLst/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01C9655-8A99-617A-0ED1-3B22723AFB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9"/>
                </p:custDataLst>
              </p:nvPr>
            </p:nvSpPr>
            <p:spPr>
              <a:xfrm>
                <a:off x="914400" y="635000"/>
                <a:ext cx="7315200" cy="2143125"/>
              </a:xfrm>
              <a:prstGeom prst="rect">
                <a:avLst/>
              </a:prstGeom>
              <a:blipFill>
                <a:blip r:embed="rId20"/>
                <a:stretch>
                  <a:fillRect l="-13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8CC6DD86-9231-7366-ED5F-A28591C4F4E4}"/>
                  </a:ext>
                </a:extLst>
              </p:cNvPr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828800" y="2786063"/>
                <a:ext cx="64008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6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(3</m:t>
                      </m:r>
                      <m:r>
                        <a:rPr kumimoji="1" lang="en-US" altLang="zh-CN" sz="2600" b="1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, </m:t>
                      </m:r>
                      <m:r>
                        <a:rPr kumimoji="1" lang="en-US" altLang="zh-CN" sz="26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0.4)</m:t>
                      </m:r>
                    </m:oMath>
                  </m:oMathPara>
                </a14:m>
                <a:endParaRPr kumimoji="1" lang="zh-CN" altLang="en-US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8CC6DD86-9231-7366-ED5F-A28591C4F4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1"/>
                </p:custDataLst>
              </p:nvPr>
            </p:nvSpPr>
            <p:spPr>
              <a:xfrm>
                <a:off x="1828800" y="2786063"/>
                <a:ext cx="6400800" cy="642938"/>
              </a:xfrm>
              <a:prstGeom prst="rect">
                <a:avLst/>
              </a:prstGeom>
              <a:blipFill>
                <a:blip r:embed="rId22"/>
                <a:stretch>
                  <a:fillRect l="-992" b="-3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ABF01A23-8DA2-F899-D718-4A7F821BD7D1}"/>
                  </a:ext>
                </a:extLst>
              </p:cNvPr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1828800" y="3643313"/>
                <a:ext cx="64008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6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(3,</m:t>
                      </m:r>
                      <m:r>
                        <a:rPr kumimoji="1" lang="en-US" altLang="zh-CN" sz="2600" b="1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 </m:t>
                      </m:r>
                      <m:r>
                        <a:rPr kumimoji="1" lang="en-US" altLang="zh-CN" sz="26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0.6)</m:t>
                      </m:r>
                    </m:oMath>
                  </m:oMathPara>
                </a14:m>
                <a:endParaRPr kumimoji="1" lang="zh-CN" altLang="en-US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ABF01A23-8DA2-F899-D718-4A7F821BD7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3"/>
                </p:custDataLst>
              </p:nvPr>
            </p:nvSpPr>
            <p:spPr>
              <a:xfrm>
                <a:off x="1828800" y="3643313"/>
                <a:ext cx="6400800" cy="642938"/>
              </a:xfrm>
              <a:prstGeom prst="rect">
                <a:avLst/>
              </a:prstGeom>
              <a:blipFill>
                <a:blip r:embed="rId24"/>
                <a:stretch>
                  <a:fillRect l="-992" b="-39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A3E7891E-B9A2-69CA-0A73-CA4430227D97}"/>
                  </a:ext>
                </a:extLst>
              </p:cNvPr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1828800" y="4500563"/>
                <a:ext cx="64008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6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(2,</m:t>
                      </m:r>
                      <m:r>
                        <a:rPr kumimoji="1" lang="en-US" altLang="zh-CN" sz="2600" b="1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 </m:t>
                      </m:r>
                      <m:r>
                        <a:rPr kumimoji="1" lang="en-US" altLang="zh-CN" sz="26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0.6)</m:t>
                      </m:r>
                    </m:oMath>
                  </m:oMathPara>
                </a14:m>
                <a:endParaRPr kumimoji="1" lang="zh-CN" altLang="en-US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A3E7891E-B9A2-69CA-0A73-CA4430227D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5"/>
                </p:custDataLst>
              </p:nvPr>
            </p:nvSpPr>
            <p:spPr>
              <a:xfrm>
                <a:off x="1828800" y="4500563"/>
                <a:ext cx="6400800" cy="642938"/>
              </a:xfrm>
              <a:prstGeom prst="rect">
                <a:avLst/>
              </a:prstGeom>
              <a:blipFill>
                <a:blip r:embed="rId26"/>
                <a:stretch>
                  <a:fillRect l="-992" b="-3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FBB617A6-C106-F88E-A907-356604AB4941}"/>
                  </a:ext>
                </a:extLst>
              </p:cNvPr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1828800" y="5357813"/>
                <a:ext cx="64008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6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(</m:t>
                      </m:r>
                      <m:r>
                        <a:rPr kumimoji="1" lang="en-US" altLang="zh-CN" sz="26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5, 0.4</m:t>
                      </m:r>
                      <m:r>
                        <a:rPr kumimoji="1" lang="en-US" altLang="zh-CN" sz="26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FBB617A6-C106-F88E-A907-356604AB49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7"/>
                </p:custDataLst>
              </p:nvPr>
            </p:nvSpPr>
            <p:spPr>
              <a:xfrm>
                <a:off x="1828800" y="5357813"/>
                <a:ext cx="6400800" cy="642938"/>
              </a:xfrm>
              <a:prstGeom prst="rect">
                <a:avLst/>
              </a:prstGeom>
              <a:blipFill>
                <a:blip r:embed="rId28"/>
                <a:stretch>
                  <a:fillRect l="-992" b="-3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椭圆 15">
            <a:extLst>
              <a:ext uri="{FF2B5EF4-FFF2-40B4-BE49-F238E27FC236}">
                <a16:creationId xmlns:a16="http://schemas.microsoft.com/office/drawing/2014/main" id="{354A0C93-A07B-F449-5584-398710704315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394E5F17-1B46-C137-2B84-99E0967339CC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8D879923-D96C-2772-71A4-8DFD91CC0218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0FFC02E0-1301-11B5-23FE-4508ABD2FBA8}"/>
              </a:ext>
            </a:extLst>
          </p:cNvPr>
          <p:cNvSpPr>
            <a:spLocks noChangeAspect="1"/>
          </p:cNvSpPr>
          <p:nvPr>
            <p:custDataLst>
              <p:tags r:id="rId11"/>
            </p:custDataLst>
          </p:nvPr>
        </p:nvSpPr>
        <p:spPr bwMode="auto"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EFF8D894-2AC6-A2C0-5EAA-0D2ECA5AD2A3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50BB127-6A4A-ACFE-0631-E531F64DD85E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81584186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7FA8B6C3-34AB-7BF1-771E-DB054110CBD8}"/>
                  </a:ext>
                </a:extLst>
              </p:cNvPr>
              <p:cNvSpPr txBox="1"/>
              <p:nvPr/>
            </p:nvSpPr>
            <p:spPr bwMode="auto">
              <a:xfrm>
                <a:off x="1471613" y="3789040"/>
                <a:ext cx="6200775" cy="1154112"/>
              </a:xfrm>
              <a:prstGeom prst="rect">
                <a:avLst/>
              </a:prstGeom>
              <a:noFill/>
              <a:ln w="28575" cap="rnd">
                <a:noFill/>
                <a:prstDash val="sysDot"/>
                <a:miter lim="800000"/>
                <a:headEnd/>
                <a:tailEnd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altLang="en-US" b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b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zh-CN" altLang="en-US" b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b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</m:d>
                      <m:r>
                        <a:rPr lang="zh-CN" altLang="en-US" b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b="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b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𝝀</m:t>
                              </m:r>
                            </m:e>
                            <m:sup>
                              <m:r>
                                <a:rPr lang="zh-CN" altLang="en-US" b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en-US" b="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b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zh-CN" altLang="en-US" b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b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𝝀</m:t>
                              </m:r>
                            </m:sup>
                          </m:sSup>
                        </m:num>
                        <m:den>
                          <m:r>
                            <a:rPr lang="zh-CN" altLang="en-US" b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zh-CN" altLang="en-US" b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zh-CN" altLang="en-US" b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zh-CN" altLang="en-US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</m:mr>
                      </m:m>
                      <m:r>
                        <a:rPr lang="zh-CN" altLang="en-US" b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zh-CN" altLang="en-US" b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b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zh-CN" altLang="en-US" b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b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zh-CN" altLang="en-US" b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b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zh-CN" altLang="en-US" b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...</m:t>
                      </m:r>
                    </m:oMath>
                  </m:oMathPara>
                </a14:m>
                <a:endParaRPr lang="zh-CN" altLang="en-US" b="0" dirty="0">
                  <a:solidFill>
                    <a:srgbClr val="C00000"/>
                  </a:solidFill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7FA8B6C3-34AB-7BF1-771E-DB054110CB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71613" y="3789040"/>
                <a:ext cx="6200775" cy="11541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8575" cap="rnd">
                <a:noFill/>
                <a:prstDash val="sysDot"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6">
                <a:extLst>
                  <a:ext uri="{FF2B5EF4-FFF2-40B4-BE49-F238E27FC236}">
                    <a16:creationId xmlns:a16="http://schemas.microsoft.com/office/drawing/2014/main" id="{99740FF3-EE03-3F21-4212-C4F512C270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6169" y="2134840"/>
                <a:ext cx="1871663" cy="5794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38100" cap="sq" algn="ctr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𝑋</m:t>
                      </m:r>
                      <m:r>
                        <a:rPr kumimoji="1" lang="zh-CN" altLang="en-US" sz="3200" b="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～</m:t>
                      </m:r>
                      <m:r>
                        <a:rPr kumimoji="1" lang="zh-CN" altLang="en-US" sz="3200" b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sym typeface="Symbol" pitchFamily="2" charset="2"/>
                        </a:rPr>
                        <m:t>𝝅</m:t>
                      </m:r>
                      <m:r>
                        <a:rPr kumimoji="1" lang="en-US" altLang="zh-CN" sz="32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sym typeface="Symbol" pitchFamily="2" charset="2"/>
                        </a:rPr>
                        <m:t>()</m:t>
                      </m:r>
                    </m:oMath>
                  </m:oMathPara>
                </a14:m>
                <a:endParaRPr kumimoji="1" lang="en-US" altLang="zh-CN" sz="3200" b="0" dirty="0">
                  <a:solidFill>
                    <a:srgbClr val="C00000"/>
                  </a:solidFill>
                  <a:latin typeface="Times New Roman" panose="02020603050405020304" pitchFamily="18" charset="0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Rectangle 6">
                <a:extLst>
                  <a:ext uri="{FF2B5EF4-FFF2-40B4-BE49-F238E27FC236}">
                    <a16:creationId xmlns:a16="http://schemas.microsoft.com/office/drawing/2014/main" id="{99740FF3-EE03-3F21-4212-C4F512C270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36169" y="2134840"/>
                <a:ext cx="1871663" cy="579437"/>
              </a:xfrm>
              <a:prstGeom prst="rect">
                <a:avLst/>
              </a:prstGeom>
              <a:blipFill>
                <a:blip r:embed="rId3"/>
                <a:stretch>
                  <a:fillRect r="-676" b="-2608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 cap="sq" algn="ctr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>
            <a:extLst>
              <a:ext uri="{FF2B5EF4-FFF2-40B4-BE49-F238E27FC236}">
                <a16:creationId xmlns:a16="http://schemas.microsoft.com/office/drawing/2014/main" id="{ED5A4E3F-83DF-D11A-40FF-395CB56F2438}"/>
              </a:ext>
            </a:extLst>
          </p:cNvPr>
          <p:cNvSpPr/>
          <p:nvPr/>
        </p:nvSpPr>
        <p:spPr bwMode="auto">
          <a:xfrm>
            <a:off x="5015798" y="4028752"/>
            <a:ext cx="914400" cy="62438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A9BCE01-C3E1-3B90-AEF8-E1BF9C9A3103}"/>
              </a:ext>
            </a:extLst>
          </p:cNvPr>
          <p:cNvSpPr/>
          <p:nvPr/>
        </p:nvSpPr>
        <p:spPr bwMode="auto">
          <a:xfrm>
            <a:off x="5965032" y="4028752"/>
            <a:ext cx="1271264" cy="62438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CAA966E-E146-EDD0-6475-C77D90CD1D54}"/>
              </a:ext>
            </a:extLst>
          </p:cNvPr>
          <p:cNvSpPr/>
          <p:nvPr/>
        </p:nvSpPr>
        <p:spPr bwMode="auto">
          <a:xfrm>
            <a:off x="3851920" y="3861048"/>
            <a:ext cx="1129044" cy="100811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050425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 animBg="1"/>
      <p:bldP spid="3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E18498C-E7A7-629B-678B-5986938A5676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5DF98F86-9351-1BAD-DDDB-1D8A78938741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271328D2-F568-7D0C-6762-153B96A17D6E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BEE8E1C3-35CE-17BC-77DB-4139758303E3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kumimoji="1"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8A78C9F7-358A-E570-E016-075E2E1E7AA3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kumimoji="1"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kumimoji="1"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38EE99DF-7DD1-1735-EECC-A0723586AA72}"/>
                  </a:ext>
                </a:extLst>
              </p:cNvPr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914400" y="635000"/>
                <a:ext cx="7315200" cy="2143125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r>
                  <a:rPr kumimoji="1" lang="zh-CN" altLang="en-US" sz="2600" dirty="0">
                    <a:solidFill>
                      <a:srgbClr val="001892"/>
                    </a:solidFill>
                    <a:latin typeface="KaiTi" panose="02010609060101010101" pitchFamily="49" charset="-122"/>
                    <a:ea typeface="KaiTi" panose="02010609060101010101" pitchFamily="49" charset="-122"/>
                    <a:sym typeface="Microsoft Yahei" panose="020B0503020204020204" pitchFamily="34" charset="-122"/>
                  </a:rPr>
                  <a:t>设随机变量</a:t>
                </a:r>
                <a14:m>
                  <m:oMath xmlns:m="http://schemas.openxmlformats.org/officeDocument/2006/math">
                    <m:r>
                      <a:rPr kumimoji="1" lang="en-US" altLang="zh-CN" sz="2600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𝑿</m:t>
                    </m:r>
                    <m:r>
                      <a:rPr kumimoji="1" lang="en-US" altLang="zh-CN" sz="2600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~</m:t>
                    </m:r>
                    <m:r>
                      <a:rPr kumimoji="1" lang="en-US" altLang="zh-CN" sz="2600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icrosoft Yahei" panose="020B0503020204020204" pitchFamily="34" charset="-122"/>
                      </a:rPr>
                      <m:t>𝝅</m:t>
                    </m:r>
                    <m:d>
                      <m:dPr>
                        <m:ctrlPr>
                          <a:rPr kumimoji="1" lang="en-US" altLang="zh-CN" sz="2600" b="1" i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600" b="1" i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Microsoft Yahei" panose="020B0503020204020204" pitchFamily="34" charset="-122"/>
                          </a:rPr>
                          <m:t>𝟐</m:t>
                        </m:r>
                      </m:e>
                    </m:d>
                    <m:r>
                      <a:rPr kumimoji="1" lang="en-US" altLang="zh-CN" sz="2600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icrosoft Yahei" panose="020B0503020204020204" pitchFamily="34" charset="-122"/>
                      </a:rPr>
                      <m:t>,</m:t>
                    </m:r>
                  </m:oMath>
                </a14:m>
                <a:r>
                  <a:rPr kumimoji="1" lang="en-US" altLang="zh-CN" sz="2600" dirty="0">
                    <a:solidFill>
                      <a:srgbClr val="001892"/>
                    </a:solidFill>
                    <a:latin typeface="KaiTi" panose="02010609060101010101" pitchFamily="49" charset="-122"/>
                    <a:ea typeface="KaiTi" panose="02010609060101010101" pitchFamily="49" charset="-122"/>
                    <a:sym typeface="Microsoft Yahei" panose="020B0503020204020204" pitchFamily="34" charset="-122"/>
                  </a:rPr>
                  <a:t> </a:t>
                </a:r>
                <a:r>
                  <a:rPr kumimoji="1" lang="zh-CN" altLang="en-US" sz="2600" dirty="0">
                    <a:solidFill>
                      <a:srgbClr val="001892"/>
                    </a:solidFill>
                    <a:latin typeface="KaiTi" panose="02010609060101010101" pitchFamily="49" charset="-122"/>
                    <a:ea typeface="KaiTi" panose="02010609060101010101" pitchFamily="49" charset="-122"/>
                    <a:sym typeface="Microsoft Yahei" panose="020B0503020204020204" pitchFamily="34" charset="-122"/>
                  </a:rPr>
                  <a:t>则</a:t>
                </a:r>
                <a14:m>
                  <m:oMath xmlns:m="http://schemas.openxmlformats.org/officeDocument/2006/math">
                    <m:r>
                      <a:rPr kumimoji="1" lang="en-US" altLang="zh-CN" sz="2600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icrosoft Yahei" panose="020B0503020204020204" pitchFamily="34" charset="-122"/>
                      </a:rPr>
                      <m:t>𝑷</m:t>
                    </m:r>
                    <m:r>
                      <a:rPr kumimoji="1" lang="en-US" altLang="zh-CN" sz="2600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icrosoft Yahei" panose="020B0503020204020204" pitchFamily="34" charset="-122"/>
                      </a:rPr>
                      <m:t>{</m:t>
                    </m:r>
                    <m:r>
                      <a:rPr kumimoji="1" lang="en-US" altLang="zh-CN" sz="2600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icrosoft Yahei" panose="020B0503020204020204" pitchFamily="34" charset="-122"/>
                      </a:rPr>
                      <m:t>𝑿</m:t>
                    </m:r>
                    <m:r>
                      <a:rPr kumimoji="1" lang="en-US" altLang="zh-CN" sz="2600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icrosoft Yahei" panose="020B0503020204020204" pitchFamily="34" charset="-122"/>
                      </a:rPr>
                      <m:t>≤</m:t>
                    </m:r>
                    <m:r>
                      <a:rPr kumimoji="1" lang="en-US" altLang="zh-CN" sz="2600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icrosoft Yahei" panose="020B0503020204020204" pitchFamily="34" charset="-122"/>
                      </a:rPr>
                      <m:t>𝟏</m:t>
                    </m:r>
                    <m:r>
                      <a:rPr kumimoji="1" lang="en-US" altLang="zh-CN" sz="2600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icrosoft Yahei" panose="020B0503020204020204" pitchFamily="34" charset="-122"/>
                      </a:rPr>
                      <m:t>}</m:t>
                    </m:r>
                  </m:oMath>
                </a14:m>
                <a:endParaRPr kumimoji="1" lang="zh-CN" altLang="en-US" sz="2600" dirty="0">
                  <a:solidFill>
                    <a:srgbClr val="001892"/>
                  </a:solidFill>
                  <a:latin typeface="KaiTi" panose="02010609060101010101" pitchFamily="49" charset="-122"/>
                  <a:ea typeface="KaiTi" panose="02010609060101010101" pitchFamily="49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38EE99DF-7DD1-1735-EECC-A0723586AA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0"/>
                </p:custDataLst>
              </p:nvPr>
            </p:nvSpPr>
            <p:spPr>
              <a:xfrm>
                <a:off x="914400" y="635000"/>
                <a:ext cx="7315200" cy="2143125"/>
              </a:xfrm>
              <a:prstGeom prst="rect">
                <a:avLst/>
              </a:prstGeom>
              <a:blipFill>
                <a:blip r:embed="rId21"/>
                <a:stretch>
                  <a:fillRect l="-15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D395AE3B-A595-9986-BD54-2AF21955A9B3}"/>
                  </a:ext>
                </a:extLst>
              </p:cNvPr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828800" y="2786063"/>
                <a:ext cx="64008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sz="26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600" b="1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𝒆</m:t>
                          </m:r>
                        </m:e>
                        <m:sup>
                          <m:r>
                            <a:rPr kumimoji="1" lang="en-US" altLang="zh-CN" sz="2600" b="1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−</m:t>
                          </m:r>
                          <m:r>
                            <a:rPr kumimoji="1" lang="en-US" altLang="zh-CN" sz="2600" b="1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kumimoji="1" lang="zh-CN" altLang="en-US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D395AE3B-A595-9986-BD54-2AF21955A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2"/>
                </p:custDataLst>
              </p:nvPr>
            </p:nvSpPr>
            <p:spPr>
              <a:xfrm>
                <a:off x="1828800" y="2786063"/>
                <a:ext cx="6400800" cy="642938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DD09CCCC-1077-1A3A-0EC2-EC7177A6D2CE}"/>
                  </a:ext>
                </a:extLst>
              </p:cNvPr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1828800" y="3643313"/>
                <a:ext cx="64008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sz="26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600" b="1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𝟐</m:t>
                          </m:r>
                          <m:r>
                            <a:rPr kumimoji="1" lang="en-US" altLang="zh-CN" sz="2600" b="1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𝒆</m:t>
                          </m:r>
                        </m:e>
                        <m:sup>
                          <m:r>
                            <a:rPr kumimoji="1" lang="en-US" altLang="zh-CN" sz="2600" b="1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−</m:t>
                          </m:r>
                          <m:r>
                            <a:rPr kumimoji="1" lang="en-US" altLang="zh-CN" sz="2600" b="1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kumimoji="1" lang="zh-CN" altLang="en-US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DD09CCCC-1077-1A3A-0EC2-EC7177A6D2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4"/>
                </p:custDataLst>
              </p:nvPr>
            </p:nvSpPr>
            <p:spPr>
              <a:xfrm>
                <a:off x="1828800" y="3643313"/>
                <a:ext cx="6400800" cy="642938"/>
              </a:xfrm>
              <a:prstGeom prst="rect">
                <a:avLst/>
              </a:prstGeom>
              <a:blipFill>
                <a:blip r:embed="rId25"/>
                <a:stretch>
                  <a:fillRect l="-3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F34CC5A7-0833-203D-2DDE-D500DDABEFA8}"/>
                  </a:ext>
                </a:extLst>
              </p:cNvPr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1828800" y="4500563"/>
                <a:ext cx="64008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sz="26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600" b="1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𝟑</m:t>
                          </m:r>
                          <m:r>
                            <a:rPr kumimoji="1" lang="en-US" altLang="zh-CN" sz="2600" b="1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𝒆</m:t>
                          </m:r>
                        </m:e>
                        <m:sup>
                          <m:r>
                            <a:rPr kumimoji="1" lang="en-US" altLang="zh-CN" sz="2600" b="1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−</m:t>
                          </m:r>
                          <m:r>
                            <a:rPr kumimoji="1" lang="en-US" altLang="zh-CN" sz="2600" b="1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kumimoji="1" lang="zh-CN" altLang="en-US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F34CC5A7-0833-203D-2DDE-D500DDABEF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6"/>
                </p:custDataLst>
              </p:nvPr>
            </p:nvSpPr>
            <p:spPr>
              <a:xfrm>
                <a:off x="1828800" y="4500563"/>
                <a:ext cx="6400800" cy="642938"/>
              </a:xfrm>
              <a:prstGeom prst="rect">
                <a:avLst/>
              </a:prstGeom>
              <a:blipFill>
                <a:blip r:embed="rId27"/>
                <a:stretch>
                  <a:fillRect l="-3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F962710D-AF98-EE4B-CC83-AAE8CBA6E700}"/>
                  </a:ext>
                </a:extLst>
              </p:cNvPr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1828800" y="5357813"/>
                <a:ext cx="64008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sz="26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600" b="1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𝟒</m:t>
                          </m:r>
                          <m:r>
                            <a:rPr kumimoji="1" lang="en-US" altLang="zh-CN" sz="2600" b="1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𝒆</m:t>
                          </m:r>
                        </m:e>
                        <m:sup>
                          <m:r>
                            <a:rPr kumimoji="1" lang="en-US" altLang="zh-CN" sz="2600" b="1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−</m:t>
                          </m:r>
                          <m:r>
                            <a:rPr kumimoji="1" lang="en-US" altLang="zh-CN" sz="2600" b="1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kumimoji="1" lang="zh-CN" altLang="en-US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F962710D-AF98-EE4B-CC83-AAE8CBA6E7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8"/>
                </p:custDataLst>
              </p:nvPr>
            </p:nvSpPr>
            <p:spPr>
              <a:xfrm>
                <a:off x="1828800" y="5357813"/>
                <a:ext cx="6400800" cy="642938"/>
              </a:xfrm>
              <a:prstGeom prst="rect">
                <a:avLst/>
              </a:prstGeom>
              <a:blipFill>
                <a:blip r:embed="rId29"/>
                <a:stretch>
                  <a:fillRect l="-3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椭圆 15">
            <a:extLst>
              <a:ext uri="{FF2B5EF4-FFF2-40B4-BE49-F238E27FC236}">
                <a16:creationId xmlns:a16="http://schemas.microsoft.com/office/drawing/2014/main" id="{5644ECEF-36EC-2E5B-7ABA-AB4D1A7C5572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BCE4B23A-AEBC-AF49-47CC-0423AB309D86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7F993BAD-CF73-8E6C-8B66-DB0379B38EB2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456485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9401070A-0C46-8255-FDE6-A67BB039D40A}"/>
              </a:ext>
            </a:extLst>
          </p:cNvPr>
          <p:cNvSpPr>
            <a:spLocks noChangeAspect="1"/>
          </p:cNvSpPr>
          <p:nvPr>
            <p:custDataLst>
              <p:tags r:id="rId11"/>
            </p:custDataLst>
          </p:nvPr>
        </p:nvSpPr>
        <p:spPr bwMode="auto"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968D9122-8EB3-899E-94C5-2F0AE1C93FA7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6260FEC-8073-84F9-CE55-1E939DA82A50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3107769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内容占位符 4" descr="文本&#10;&#10;中度可信度描述已自动生成">
            <a:extLst>
              <a:ext uri="{FF2B5EF4-FFF2-40B4-BE49-F238E27FC236}">
                <a16:creationId xmlns:a16="http://schemas.microsoft.com/office/drawing/2014/main" id="{5ACEB6BE-C291-8086-3A58-8B03BB58A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670092"/>
            <a:ext cx="5241924" cy="55178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CE289E8-EA7F-EF9E-2627-3924092B72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59" r="36208"/>
          <a:stretch/>
        </p:blipFill>
        <p:spPr bwMode="auto">
          <a:xfrm>
            <a:off x="5076056" y="3140968"/>
            <a:ext cx="3968751" cy="25537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965F43A0-E53A-CC68-A777-DB32C1F675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0"/>
            <a:ext cx="2481982" cy="1550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6141495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CC0DC2-ED49-FB8A-8B0D-27F766FF1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116632"/>
            <a:ext cx="8001000" cy="1216025"/>
          </a:xfrm>
        </p:spPr>
        <p:txBody>
          <a:bodyPr/>
          <a:lstStyle/>
          <a:p>
            <a:pPr algn="ctr"/>
            <a:r>
              <a:rPr kumimoji="1" lang="zh-CN" altLang="en-US" sz="3200" b="1" dirty="0">
                <a:solidFill>
                  <a:srgbClr val="001892"/>
                </a:solidFill>
                <a:ea typeface="KaiTi" panose="02010609060101010101" pitchFamily="49" charset="-122"/>
              </a:rPr>
              <a:t>利用</a:t>
            </a:r>
            <a:r>
              <a:rPr kumimoji="1" lang="en-US" altLang="zh-CN" sz="3200" b="1" dirty="0">
                <a:solidFill>
                  <a:srgbClr val="001892"/>
                </a:solidFill>
                <a:ea typeface="KaiTi" panose="02010609060101010101" pitchFamily="49" charset="-122"/>
              </a:rPr>
              <a:t>Excel</a:t>
            </a:r>
            <a:r>
              <a:rPr kumimoji="1" lang="zh-CN" altLang="en-US" sz="3200" b="1" dirty="0">
                <a:solidFill>
                  <a:srgbClr val="001892"/>
                </a:solidFill>
                <a:ea typeface="KaiTi" panose="02010609060101010101" pitchFamily="49" charset="-122"/>
              </a:rPr>
              <a:t>进行二项分布与泊松分布的计算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BAB23D3-31FF-0542-E599-A0495A72CF95}"/>
                  </a:ext>
                </a:extLst>
              </p:cNvPr>
              <p:cNvSpPr txBox="1"/>
              <p:nvPr/>
            </p:nvSpPr>
            <p:spPr>
              <a:xfrm>
                <a:off x="2811860" y="2496380"/>
                <a:ext cx="2769604" cy="8617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kumimoji="1" lang="en-US" altLang="zh-CN" b="1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kumimoji="1" lang="en-US" altLang="zh-CN" b="1" i="1" smtClean="0">
                          <a:latin typeface="Cambria Math" panose="02040503050406030204" pitchFamily="18" charset="0"/>
                        </a:rPr>
                        <m:t>𝒃</m:t>
                      </m:r>
                      <m:d>
                        <m:dPr>
                          <m:ctrlPr>
                            <a:rPr kumimoji="1"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1" i="1" smtClean="0">
                              <a:latin typeface="Cambria Math" panose="02040503050406030204" pitchFamily="18" charset="0"/>
                            </a:rPr>
                            <m:t>𝟏𝟎𝟎</m:t>
                          </m:r>
                          <m:r>
                            <a:rPr kumimoji="1" lang="en-US" altLang="zh-CN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kumimoji="1" lang="en-US" altLang="zh-CN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kumimoji="1" lang="en-US" altLang="zh-CN" b="1" i="1" smtClean="0">
                              <a:latin typeface="Cambria Math" panose="02040503050406030204" pitchFamily="18" charset="0"/>
                            </a:rPr>
                            <m:t>𝟎𝟓</m:t>
                          </m:r>
                        </m:e>
                      </m:d>
                    </m:oMath>
                  </m:oMathPara>
                </a14:m>
                <a:endParaRPr kumimoji="1" lang="en-US" altLang="zh-CN" b="1" dirty="0"/>
              </a:p>
              <a:p>
                <a:endParaRPr kumimoji="1" lang="en-US" altLang="zh-CN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BAB23D3-31FF-0542-E599-A0495A72CF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1860" y="2496380"/>
                <a:ext cx="2769604" cy="861774"/>
              </a:xfrm>
              <a:prstGeom prst="rect">
                <a:avLst/>
              </a:prstGeom>
              <a:blipFill>
                <a:blip r:embed="rId2"/>
                <a:stretch>
                  <a:fillRect l="-4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8628555-A795-AC7D-582C-509D303858FE}"/>
                  </a:ext>
                </a:extLst>
              </p:cNvPr>
              <p:cNvSpPr txBox="1"/>
              <p:nvPr/>
            </p:nvSpPr>
            <p:spPr>
              <a:xfrm>
                <a:off x="4684068" y="2420888"/>
                <a:ext cx="45720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kumimoji="1" lang="en-US" altLang="zh-CN" b="1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kumimoji="1"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kumimoji="1"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  <m:r>
                        <a:rPr kumimoji="1"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8628555-A795-AC7D-582C-509D303858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4068" y="2420888"/>
                <a:ext cx="4572000" cy="523220"/>
              </a:xfrm>
              <a:prstGeom prst="rect">
                <a:avLst/>
              </a:prstGeom>
              <a:blipFill>
                <a:blip r:embed="rId3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2BA4DFF-C40A-9573-874C-F735623289B1}"/>
                  </a:ext>
                </a:extLst>
              </p:cNvPr>
              <p:cNvSpPr txBox="1"/>
              <p:nvPr/>
            </p:nvSpPr>
            <p:spPr>
              <a:xfrm>
                <a:off x="524718" y="3358154"/>
                <a:ext cx="178972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kumimoji="1" lang="en-US" altLang="zh-CN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kumimoji="1"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b="1" i="1" smtClean="0"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kumimoji="1" lang="en-US" altLang="zh-CN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2BA4DFF-C40A-9573-874C-F735623289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718" y="3358154"/>
                <a:ext cx="1789721" cy="430887"/>
              </a:xfrm>
              <a:prstGeom prst="rect">
                <a:avLst/>
              </a:prstGeom>
              <a:blipFill>
                <a:blip r:embed="rId4"/>
                <a:stretch>
                  <a:fillRect l="-3521" r="-6338" b="-3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08E183BE-4140-0674-F95B-BE14C188D3BE}"/>
                  </a:ext>
                </a:extLst>
              </p:cNvPr>
              <p:cNvSpPr txBox="1"/>
              <p:nvPr/>
            </p:nvSpPr>
            <p:spPr>
              <a:xfrm>
                <a:off x="524719" y="4387485"/>
                <a:ext cx="178972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kumimoji="1" lang="en-US" altLang="zh-CN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kumimoji="1"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kumimoji="1" lang="en-US" altLang="zh-CN" b="1" i="1" smtClean="0"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kumimoji="1" lang="en-US" altLang="zh-CN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08E183BE-4140-0674-F95B-BE14C188D3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719" y="4387485"/>
                <a:ext cx="1789721" cy="430887"/>
              </a:xfrm>
              <a:prstGeom prst="rect">
                <a:avLst/>
              </a:prstGeom>
              <a:blipFill>
                <a:blip r:embed="rId5"/>
                <a:stretch>
                  <a:fillRect l="-3521" r="-6338" b="-3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994895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5518550-9631-917C-73A9-6A7F0405E0DC}"/>
              </a:ext>
            </a:extLst>
          </p:cNvPr>
          <p:cNvSpPr txBox="1"/>
          <p:nvPr/>
        </p:nvSpPr>
        <p:spPr>
          <a:xfrm>
            <a:off x="1475656" y="1772816"/>
            <a:ext cx="667682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二项分布在什么情况下可以用泊松近似？</a:t>
            </a:r>
            <a:endParaRPr kumimoji="1" lang="en-US" altLang="zh-CN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kumimoji="1" lang="zh-CN" altLang="en-US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44D2A953-905D-F08B-4688-00465E8201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7032" y="4221088"/>
                <a:ext cx="8153400" cy="12167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150000"/>
                  </a:lnSpc>
                  <a:buFont typeface="Monotype Sorts" pitchFamily="2" charset="2"/>
                  <a:buNone/>
                </a:pPr>
                <a:r>
                  <a:rPr kumimoji="1" lang="zh-CN" altLang="en-US" sz="26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  <a:sym typeface="Monotype Sorts" pitchFamily="2" charset="2"/>
                  </a:rPr>
                  <a:t>当</a:t>
                </a:r>
                <a14:m>
                  <m:oMath xmlns:m="http://schemas.openxmlformats.org/officeDocument/2006/math">
                    <m:r>
                      <a:rPr kumimoji="1" lang="en-US" altLang="en-US" sz="26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sym typeface="Monotype Sorts" pitchFamily="2" charset="2"/>
                      </a:rPr>
                      <m:t>𝑛</m:t>
                    </m:r>
                  </m:oMath>
                </a14:m>
                <a:r>
                  <a:rPr kumimoji="1" lang="zh-CN" altLang="en-US" sz="26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  <a:sym typeface="Monotype Sorts" pitchFamily="2" charset="2"/>
                  </a:rPr>
                  <a:t>较大，</a:t>
                </a:r>
                <a14:m>
                  <m:oMath xmlns:m="http://schemas.openxmlformats.org/officeDocument/2006/math">
                    <m:r>
                      <a:rPr kumimoji="1" lang="en-US" altLang="en-US" sz="26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sym typeface="Monotype Sorts" pitchFamily="2" charset="2"/>
                      </a:rPr>
                      <m:t>𝑝</m:t>
                    </m:r>
                  </m:oMath>
                </a14:m>
                <a:r>
                  <a:rPr kumimoji="1" lang="zh-CN" altLang="en-US" sz="26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  <a:sym typeface="Monotype Sorts" pitchFamily="2" charset="2"/>
                  </a:rPr>
                  <a:t>较小，</a:t>
                </a:r>
                <a14:m>
                  <m:oMath xmlns:m="http://schemas.openxmlformats.org/officeDocument/2006/math">
                    <m:r>
                      <a:rPr kumimoji="1" lang="en-US" altLang="zh-CN" sz="26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sym typeface="Monotype Sorts" pitchFamily="2" charset="2"/>
                      </a:rPr>
                      <m:t>𝑛𝑝</m:t>
                    </m:r>
                  </m:oMath>
                </a14:m>
                <a:r>
                  <a:rPr kumimoji="1" lang="zh-CN" altLang="en-US" sz="26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  <a:sym typeface="Monotype Sorts" pitchFamily="2" charset="2"/>
                  </a:rPr>
                  <a:t>适中时，即可用泊松公式近似替换二项概率公式，</a:t>
                </a:r>
                <a:r>
                  <a:rPr kumimoji="1" lang="en-US" altLang="zh-CN" sz="2600" dirty="0">
                    <a:solidFill>
                      <a:srgbClr val="001892"/>
                    </a:solidFill>
                    <a:ea typeface="KaiTi" panose="02010609060101010101" pitchFamily="49" charset="-122"/>
                    <a:sym typeface="Monotype Sort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6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onotype Sorts" pitchFamily="2" charset="2"/>
                      </a:rPr>
                      <m:t>𝛌</m:t>
                    </m:r>
                    <m:r>
                      <a:rPr kumimoji="1" lang="en-US" altLang="zh-CN" sz="2600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onotype Sorts" pitchFamily="2" charset="2"/>
                      </a:rPr>
                      <m:t>=</m:t>
                    </m:r>
                    <m:r>
                      <a:rPr kumimoji="1" lang="en-US" altLang="zh-CN" sz="2600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sym typeface="Monotype Sorts" pitchFamily="2" charset="2"/>
                      </a:rPr>
                      <m:t>𝑛𝑝</m:t>
                    </m:r>
                  </m:oMath>
                </a14:m>
                <a:endParaRPr kumimoji="1" lang="zh-CN" altLang="zh-CN" sz="2600" dirty="0">
                  <a:solidFill>
                    <a:srgbClr val="001892"/>
                  </a:solidFill>
                  <a:latin typeface="+mn-lt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44D2A953-905D-F08B-4688-00465E8201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7032" y="4221088"/>
                <a:ext cx="8153400" cy="1216743"/>
              </a:xfrm>
              <a:prstGeom prst="rect">
                <a:avLst/>
              </a:prstGeom>
              <a:blipFill>
                <a:blip r:embed="rId3"/>
                <a:stretch>
                  <a:fillRect l="-1244" b="-927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162446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4">
                <a:extLst>
                  <a:ext uri="{FF2B5EF4-FFF2-40B4-BE49-F238E27FC236}">
                    <a16:creationId xmlns:a16="http://schemas.microsoft.com/office/drawing/2014/main" id="{8925BDF3-805F-0E2C-3C02-4C2520497E4C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628650" y="1825625"/>
                <a:ext cx="7886700" cy="4351338"/>
              </a:xfrm>
              <a:prstGeom prst="rect">
                <a:avLst/>
              </a:prstGeom>
              <a:extLst>
                <a:ext uri="{909E8E84-426E-40DD-AFC4-6F175D3DCCD1}">
                  <a14:hiddenFill>
                    <a:solidFill>
                      <a:srgbClr val="FF0000"/>
                    </a:solidFill>
                  </a14:hiddenFill>
                </a:ext>
                <a:ext uri="{91240B29-F687-4F45-9708-019B960494DF}">
                  <a14:hiddenLine w="12700" cap="sq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normAutofit/>
              </a:bodyPr>
              <a:lstStyle/>
              <a:p>
                <a:pPr>
                  <a:spcBef>
                    <a:spcPct val="50000"/>
                  </a:spcBef>
                  <a:buFont typeface="Wingdings" pitchFamily="2" charset="2"/>
                  <a:buChar char="n"/>
                </a:pPr>
                <a14:m>
                  <m:oMath xmlns:m="http://schemas.openxmlformats.org/officeDocument/2006/math">
                    <m:r>
                      <a:rPr kumimoji="1"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𝑿</m:t>
                    </m:r>
                    <m:r>
                      <a:rPr kumimoji="1" lang="zh-CN" altLang="en-US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～</m:t>
                    </m:r>
                    <m:r>
                      <a:rPr kumimoji="1" lang="en-US" altLang="zh-CN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𝒃</m:t>
                    </m:r>
                    <m:d>
                      <m:dPr>
                        <m:ctrlPr>
                          <a:rPr kumimoji="1" lang="en-US" altLang="zh-CN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</m:ctrlPr>
                      </m:dPr>
                      <m:e>
                        <m:r>
                          <a:rPr kumimoji="1" lang="en-US" altLang="zh-CN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 </m:t>
                        </m:r>
                        <m:r>
                          <a:rPr kumimoji="1" lang="en-US" altLang="zh-CN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𝒏</m:t>
                        </m:r>
                        <m:r>
                          <a:rPr kumimoji="1" lang="en-US" altLang="zh-CN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, </m:t>
                        </m:r>
                        <m:r>
                          <a:rPr kumimoji="1" lang="en-US" altLang="zh-CN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𝒑</m:t>
                        </m:r>
                      </m:e>
                    </m:d>
                  </m:oMath>
                </a14:m>
                <a:r>
                  <a:rPr kumimoji="1" lang="en-US" altLang="zh-CN" b="1" dirty="0">
                    <a:solidFill>
                      <a:srgbClr val="C00000"/>
                    </a:solidFill>
                    <a:ea typeface="KaiTi" panose="02010609060101010101" pitchFamily="49" charset="-122"/>
                    <a:sym typeface="Symbol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sym typeface="Symbol" pitchFamily="2" charset="2"/>
                      </a:rPr>
                      <m:t>,</m:t>
                    </m:r>
                  </m:oMath>
                </a14:m>
                <a:r>
                  <a:rPr kumimoji="1" lang="en-US" altLang="zh-CN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</a:rPr>
                  <a:t>  </a:t>
                </a:r>
                <a14:m>
                  <m:oMath xmlns:m="http://schemas.openxmlformats.org/officeDocument/2006/math">
                    <m:r>
                      <a:rPr kumimoji="1" lang="en-US" altLang="zh-CN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𝒏𝒑</m:t>
                    </m:r>
                  </m:oMath>
                </a14:m>
                <a:endParaRPr kumimoji="1" lang="en-US" altLang="zh-CN" b="1" dirty="0">
                  <a:solidFill>
                    <a:srgbClr val="C00000"/>
                  </a:solidFill>
                  <a:latin typeface="Times New Roman" panose="02020603050405020304" pitchFamily="18" charset="0"/>
                  <a:ea typeface="KaiTi" panose="02010609060101010101" pitchFamily="49" charset="-122"/>
                </a:endParaRPr>
              </a:p>
              <a:p>
                <a:pPr>
                  <a:spcBef>
                    <a:spcPct val="50000"/>
                  </a:spcBef>
                  <a:buFont typeface="Wingdings" pitchFamily="2" charset="2"/>
                  <a:buChar char="n"/>
                </a:pPr>
                <a14:m>
                  <m:oMath xmlns:m="http://schemas.openxmlformats.org/officeDocument/2006/math">
                    <m:r>
                      <a:rPr kumimoji="1" lang="en-US" altLang="zh-CN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𝑿</m:t>
                    </m:r>
                    <m:r>
                      <a:rPr kumimoji="1" lang="zh-CN" altLang="en-US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～</m:t>
                    </m:r>
                    <m:r>
                      <a:rPr kumimoji="1" lang="el-GR" altLang="zh-CN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2" charset="2"/>
                      </a:rPr>
                      <m:t>𝝅</m:t>
                    </m:r>
                    <m:r>
                      <a:rPr kumimoji="1" lang="en-US" altLang="zh-CN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sym typeface="Symbol" pitchFamily="2" charset="2"/>
                      </a:rPr>
                      <m:t>()</m:t>
                    </m:r>
                  </m:oMath>
                </a14:m>
                <a:r>
                  <a:rPr kumimoji="1" lang="en-US" altLang="zh-CN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</a:rPr>
                  <a:t>,</a:t>
                </a:r>
                <a:r>
                  <a:rPr kumimoji="1" lang="en-US" altLang="zh-CN" b="1" dirty="0">
                    <a:solidFill>
                      <a:srgbClr val="C00000"/>
                    </a:solidFill>
                    <a:ea typeface="KaiTi" panose="02010609060101010101" pitchFamily="49" charset="-122"/>
                    <a:sym typeface="Symbol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sym typeface="Symbol" pitchFamily="2" charset="2"/>
                      </a:rPr>
                      <m:t></m:t>
                    </m:r>
                  </m:oMath>
                </a14:m>
                <a:endParaRPr kumimoji="1" lang="en-US" altLang="zh-CN" b="1" dirty="0">
                  <a:solidFill>
                    <a:srgbClr val="C00000"/>
                  </a:solidFill>
                  <a:latin typeface="Times New Roman" panose="02020603050405020304" pitchFamily="18" charset="0"/>
                  <a:ea typeface="KaiTi" panose="02010609060101010101" pitchFamily="49" charset="-122"/>
                </a:endParaRPr>
              </a:p>
              <a:p>
                <a:pPr>
                  <a:spcBef>
                    <a:spcPct val="50000"/>
                  </a:spcBef>
                  <a:buFont typeface="Wingdings" pitchFamily="2" charset="2"/>
                  <a:buChar char="n"/>
                </a:pPr>
                <a:endParaRPr kumimoji="1" lang="en-US" altLang="zh-CN" b="1" dirty="0">
                  <a:solidFill>
                    <a:srgbClr val="C00000"/>
                  </a:solidFill>
                  <a:latin typeface="Times New Roman" panose="02020603050405020304" pitchFamily="18" charset="0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Rectangle 4">
                <a:extLst>
                  <a:ext uri="{FF2B5EF4-FFF2-40B4-BE49-F238E27FC236}">
                    <a16:creationId xmlns:a16="http://schemas.microsoft.com/office/drawing/2014/main" id="{8925BDF3-805F-0E2C-3C02-4C2520497E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628650" y="1825625"/>
                <a:ext cx="7886700" cy="4351338"/>
              </a:xfrm>
              <a:prstGeom prst="rect">
                <a:avLst/>
              </a:prstGeom>
              <a:blipFill>
                <a:blip r:embed="rId2"/>
                <a:stretch>
                  <a:fillRect l="-1608" t="-872"/>
                </a:stretch>
              </a:blipFill>
              <a:extLst>
                <a:ext uri="{909E8E84-426E-40DD-AFC4-6F175D3DCCD1}">
                  <a14:hiddenFill xmlns:a14="http://schemas.microsoft.com/office/drawing/2010/main">
                    <a:solidFill>
                      <a:srgbClr val="FF0000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15">
            <a:extLst>
              <a:ext uri="{FF2B5EF4-FFF2-40B4-BE49-F238E27FC236}">
                <a16:creationId xmlns:a16="http://schemas.microsoft.com/office/drawing/2014/main" id="{FF0330B1-AAAC-427D-8A95-40380162BC6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4593" cy="68580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D83919D-8F7B-65B1-102E-DD334D2D68E4}"/>
              </a:ext>
            </a:extLst>
          </p:cNvPr>
          <p:cNvSpPr txBox="1"/>
          <p:nvPr/>
        </p:nvSpPr>
        <p:spPr>
          <a:xfrm>
            <a:off x="6300192" y="260648"/>
            <a:ext cx="24513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？思考问题</a:t>
            </a:r>
            <a:r>
              <a:rPr kumimoji="1" lang="en-US" altLang="zh-CN" sz="32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endParaRPr kumimoji="1" lang="zh-CN" altLang="en-US" sz="3200" u="sng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12E7D25-B802-57A6-56DA-53EFD519AEEA}"/>
              </a:ext>
            </a:extLst>
          </p:cNvPr>
          <p:cNvSpPr txBox="1"/>
          <p:nvPr/>
        </p:nvSpPr>
        <p:spPr>
          <a:xfrm>
            <a:off x="5886617" y="1249270"/>
            <a:ext cx="32784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第四章 数学期望</a:t>
            </a:r>
          </a:p>
        </p:txBody>
      </p:sp>
    </p:spTree>
    <p:extLst>
      <p:ext uri="{BB962C8B-B14F-4D97-AF65-F5344CB8AC3E}">
        <p14:creationId xmlns:p14="http://schemas.microsoft.com/office/powerpoint/2010/main" val="27813588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15">
            <a:extLst>
              <a:ext uri="{FF2B5EF4-FFF2-40B4-BE49-F238E27FC236}">
                <a16:creationId xmlns:a16="http://schemas.microsoft.com/office/drawing/2014/main" id="{FF0330B1-AAAC-427D-8A95-40380162BC6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4593" cy="68580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10651DC-7137-12F7-26ED-05944556C92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5072" t="33200" b="23751"/>
          <a:stretch/>
        </p:blipFill>
        <p:spPr>
          <a:xfrm rot="16200000">
            <a:off x="2824831" y="-1278793"/>
            <a:ext cx="1378118" cy="63769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2CF391FC-6EAC-EE92-5CF6-9646F721AF8C}"/>
                  </a:ext>
                </a:extLst>
              </p:cNvPr>
              <p:cNvSpPr txBox="1"/>
              <p:nvPr/>
            </p:nvSpPr>
            <p:spPr>
              <a:xfrm>
                <a:off x="899592" y="3356992"/>
                <a:ext cx="294914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kumimoji="1" lang="en-US" altLang="zh-CN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kumimoji="1" lang="en-US" altLang="zh-CN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kumimoji="1" lang="en-US" altLang="zh-CN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kumimoji="1" lang="en-US" altLang="zh-CN" i="1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kumimoji="1" lang="en-US" altLang="zh-CN" i="1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kumimoji="1" lang="en-US" altLang="zh-CN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kumimoji="1" lang="en-US" altLang="zh-CN" b="1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}=</m:t>
                      </m:r>
                    </m:oMath>
                  </m:oMathPara>
                </a14:m>
                <a:endParaRPr kumimoji="1" lang="zh-CN" altLang="en-US" dirty="0">
                  <a:solidFill>
                    <a:srgbClr val="001892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2CF391FC-6EAC-EE92-5CF6-9646F721AF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3356992"/>
                <a:ext cx="2949141" cy="430887"/>
              </a:xfrm>
              <a:prstGeom prst="rect">
                <a:avLst/>
              </a:prstGeom>
              <a:blipFill>
                <a:blip r:embed="rId6"/>
                <a:stretch>
                  <a:fillRect l="-2155" r="-862" b="-3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8AE1B59D-EC94-1EC7-6D54-065CC29E0739}"/>
                  </a:ext>
                </a:extLst>
              </p:cNvPr>
              <p:cNvSpPr txBox="1"/>
              <p:nvPr/>
            </p:nvSpPr>
            <p:spPr>
              <a:xfrm>
                <a:off x="611560" y="4603754"/>
                <a:ext cx="702260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kumimoji="1" lang="en-US" altLang="zh-CN" b="1" i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kumimoji="1" lang="en-US" altLang="zh-CN" i="1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kumimoji="1" lang="en-US" altLang="zh-CN" i="1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b="1" i="1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kumimoji="1" lang="en-US" altLang="zh-CN" b="1" i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}+</m:t>
                      </m:r>
                      <m:r>
                        <a:rPr kumimoji="1" lang="en-US" altLang="zh-CN" i="1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kumimoji="1" lang="en-US" altLang="zh-CN" b="1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kumimoji="1" lang="en-US" altLang="zh-CN" i="1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kumimoji="1" lang="en-US" altLang="zh-CN" i="1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b="1" i="1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kumimoji="1" lang="en-US" altLang="zh-CN" b="1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}+…+</m:t>
                      </m:r>
                      <m:r>
                        <a:rPr kumimoji="1" lang="en-US" altLang="zh-CN" i="1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kumimoji="1" lang="en-US" altLang="zh-CN" i="1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i="1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kumimoji="1" lang="en-US" altLang="zh-CN" i="1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kumimoji="1" lang="en-US" altLang="zh-CN" i="1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>
                  <a:solidFill>
                    <a:srgbClr val="001892"/>
                  </a:solidFill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8AE1B59D-EC94-1EC7-6D54-065CC29E07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4603754"/>
                <a:ext cx="7022608" cy="523220"/>
              </a:xfrm>
              <a:prstGeom prst="rect">
                <a:avLst/>
              </a:prstGeom>
              <a:blipFill>
                <a:blip r:embed="rId7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C4B5FF8F-0C3B-CE5A-473E-F5CA34464CF0}"/>
              </a:ext>
            </a:extLst>
          </p:cNvPr>
          <p:cNvSpPr txBox="1"/>
          <p:nvPr/>
        </p:nvSpPr>
        <p:spPr>
          <a:xfrm>
            <a:off x="6300192" y="260648"/>
            <a:ext cx="24513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？思考问题</a:t>
            </a:r>
            <a:r>
              <a:rPr kumimoji="1" lang="en-US" altLang="zh-CN" sz="32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endParaRPr kumimoji="1" lang="zh-CN" altLang="en-US" sz="3200" u="sng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0071274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510B7C-C159-21E3-BA10-8673F67F1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>
                <a:solidFill>
                  <a:srgbClr val="C00000"/>
                </a:solidFill>
              </a:rPr>
              <a:t>连续型随机变量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4C8A93C-2177-A98D-A93C-BF386C8BB0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4675" y="2060848"/>
                <a:ext cx="8001000" cy="4267200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kumimoji="1" lang="en-US" altLang="zh-CN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kumimoji="1" lang="zh-CN" altLang="en-US" b="1">
                    <a:solidFill>
                      <a:srgbClr val="001892"/>
                    </a:solidFill>
                  </a:rPr>
                  <a:t>在</a:t>
                </a:r>
                <a14:m>
                  <m:oMath xmlns:m="http://schemas.openxmlformats.org/officeDocument/2006/math"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kumimoji="1" lang="zh-CN" altLang="en-US" b="1">
                    <a:solidFill>
                      <a:srgbClr val="001892"/>
                    </a:solidFill>
                  </a:rPr>
                  <a:t>区间内均匀取值</a:t>
                </a:r>
                <a:endParaRPr kumimoji="1" lang="en-US" altLang="zh-CN" b="1">
                  <a:solidFill>
                    <a:srgbClr val="001892"/>
                  </a:solidFill>
                </a:endParaRPr>
              </a:p>
              <a:p>
                <a:pPr marL="0" indent="0">
                  <a:buNone/>
                </a:pPr>
                <a:endParaRPr kumimoji="1" lang="en-US" altLang="zh-CN" b="1">
                  <a:solidFill>
                    <a:srgbClr val="001892"/>
                  </a:solidFill>
                </a:endParaRPr>
              </a:p>
              <a:p>
                <a:pPr marL="0" indent="0">
                  <a:buNone/>
                </a:pPr>
                <a:r>
                  <a:rPr kumimoji="1" lang="en-US" altLang="zh-CN" b="1">
                    <a:solidFill>
                      <a:srgbClr val="001892"/>
                    </a:solidFill>
                  </a:rPr>
                  <a:t>1.</a:t>
                </a:r>
                <a:r>
                  <a:rPr kumimoji="1" lang="zh-CN" altLang="en-US" b="1">
                    <a:solidFill>
                      <a:srgbClr val="001892"/>
                    </a:solidFill>
                  </a:rPr>
                  <a:t> 列出每一个可能取值</a:t>
                </a:r>
                <a:endParaRPr kumimoji="1" lang="en-US" altLang="zh-CN" b="1">
                  <a:solidFill>
                    <a:srgbClr val="001892"/>
                  </a:solidFill>
                </a:endParaRPr>
              </a:p>
              <a:p>
                <a:pPr marL="0" indent="0">
                  <a:buNone/>
                </a:pPr>
                <a:r>
                  <a:rPr kumimoji="1" lang="en-US" altLang="zh-CN" b="1">
                    <a:solidFill>
                      <a:srgbClr val="001892"/>
                    </a:solidFill>
                  </a:rPr>
                  <a:t>2.</a:t>
                </a:r>
                <a:r>
                  <a:rPr kumimoji="1" lang="zh-CN" altLang="en-US" b="1">
                    <a:solidFill>
                      <a:srgbClr val="001892"/>
                    </a:solidFill>
                  </a:rPr>
                  <a:t> 每一个值的概率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4C8A93C-2177-A98D-A93C-BF386C8BB0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4675" y="2060848"/>
                <a:ext cx="8001000" cy="4267200"/>
              </a:xfrm>
              <a:blipFill>
                <a:blip r:embed="rId2"/>
                <a:stretch>
                  <a:fillRect l="-1752" t="-1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196B0D36-F6FD-A272-3B1B-538286324DF7}"/>
              </a:ext>
            </a:extLst>
          </p:cNvPr>
          <p:cNvSpPr txBox="1"/>
          <p:nvPr/>
        </p:nvSpPr>
        <p:spPr>
          <a:xfrm>
            <a:off x="6300192" y="260648"/>
            <a:ext cx="24513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？思考问题</a:t>
            </a:r>
            <a:r>
              <a:rPr kumimoji="1" lang="en-US" altLang="zh-CN" sz="32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endParaRPr kumimoji="1" lang="zh-CN" altLang="en-US" sz="3200" u="sng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69902925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3">
            <a:extLst>
              <a:ext uri="{FF2B5EF4-FFF2-40B4-BE49-F238E27FC236}">
                <a16:creationId xmlns:a16="http://schemas.microsoft.com/office/drawing/2014/main" id="{C42CC485-E02A-824E-917A-36793DCF3A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5058" y="836712"/>
            <a:ext cx="5373885" cy="597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algn="ctr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zh-CN" altLang="en-US" sz="36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第二章 随机变量及其分布</a:t>
            </a:r>
          </a:p>
        </p:txBody>
      </p:sp>
      <p:sp>
        <p:nvSpPr>
          <p:cNvPr id="61444" name="Text Box 4">
            <a:hlinkClick r:id="rId3" action="ppaction://hlinksldjump"/>
            <a:extLst>
              <a:ext uri="{FF2B5EF4-FFF2-40B4-BE49-F238E27FC236}">
                <a16:creationId xmlns:a16="http://schemas.microsoft.com/office/drawing/2014/main" id="{601F1377-4EC1-A648-9D08-93B0CEF44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2980985"/>
            <a:ext cx="5761037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Font typeface="Wingdings" pitchFamily="2" charset="2"/>
              <a:buChar char="n"/>
            </a:pPr>
            <a:r>
              <a:rPr kumimoji="1" lang="zh-CN" altLang="en-US" dirty="0">
                <a:solidFill>
                  <a:srgbClr val="00179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离散型随机变量及其分布</a:t>
            </a:r>
          </a:p>
        </p:txBody>
      </p:sp>
      <p:sp>
        <p:nvSpPr>
          <p:cNvPr id="61445" name="Text Box 5">
            <a:hlinkClick r:id="" action="ppaction://noaction"/>
            <a:extLst>
              <a:ext uri="{FF2B5EF4-FFF2-40B4-BE49-F238E27FC236}">
                <a16:creationId xmlns:a16="http://schemas.microsoft.com/office/drawing/2014/main" id="{D75E15BB-A7A5-2C46-90D2-B9B92ACCD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4603695"/>
            <a:ext cx="6481762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Font typeface="Wingdings" pitchFamily="2" charset="2"/>
              <a:buChar char="n"/>
            </a:pPr>
            <a:r>
              <a:rPr kumimoji="1" lang="zh-CN" altLang="en-US" dirty="0">
                <a:solidFill>
                  <a:srgbClr val="00189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连续型随机变量及其概率密度</a:t>
            </a:r>
          </a:p>
        </p:txBody>
      </p:sp>
      <p:sp>
        <p:nvSpPr>
          <p:cNvPr id="61446" name="Text Box 6">
            <a:hlinkClick r:id="rId4" action="ppaction://hlinksldjump"/>
            <a:extLst>
              <a:ext uri="{FF2B5EF4-FFF2-40B4-BE49-F238E27FC236}">
                <a16:creationId xmlns:a16="http://schemas.microsoft.com/office/drawing/2014/main" id="{3CA5D0EF-1412-D449-86E5-3BEFAEB92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3792340"/>
            <a:ext cx="5761037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Font typeface="Wingdings" pitchFamily="2" charset="2"/>
              <a:buChar char="n"/>
            </a:pPr>
            <a:r>
              <a:rPr kumimoji="1" lang="zh-CN" altLang="en-US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随机变量的分布函数</a:t>
            </a:r>
          </a:p>
        </p:txBody>
      </p:sp>
      <p:sp>
        <p:nvSpPr>
          <p:cNvPr id="61447" name="Text Box 7">
            <a:hlinkClick r:id="" action="ppaction://noaction"/>
            <a:extLst>
              <a:ext uri="{FF2B5EF4-FFF2-40B4-BE49-F238E27FC236}">
                <a16:creationId xmlns:a16="http://schemas.microsoft.com/office/drawing/2014/main" id="{DD80242F-AA85-8545-A347-8717F40C34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0" y="5394959"/>
            <a:ext cx="5761037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Font typeface="Wingdings" pitchFamily="2" charset="2"/>
              <a:buChar char="n"/>
            </a:pPr>
            <a:r>
              <a:rPr kumimoji="1" lang="zh-CN" altLang="en-US" dirty="0">
                <a:solidFill>
                  <a:srgbClr val="00179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随机变量的函数的分布</a:t>
            </a:r>
          </a:p>
        </p:txBody>
      </p:sp>
      <p:sp>
        <p:nvSpPr>
          <p:cNvPr id="9" name="Text Box 4">
            <a:hlinkClick r:id="rId3" action="ppaction://hlinksldjump"/>
            <a:extLst>
              <a:ext uri="{FF2B5EF4-FFF2-40B4-BE49-F238E27FC236}">
                <a16:creationId xmlns:a16="http://schemas.microsoft.com/office/drawing/2014/main" id="{A2A32693-FA85-46ED-9F52-424F364119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2158492"/>
            <a:ext cx="5761037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Font typeface="Wingdings" pitchFamily="2" charset="2"/>
              <a:buChar char="n"/>
            </a:pPr>
            <a:r>
              <a:rPr kumimoji="1" lang="zh-CN" altLang="en-US" dirty="0">
                <a:solidFill>
                  <a:srgbClr val="00179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随机变量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7DE5D677-89CA-6242-A418-34510FCEFA9A}"/>
                  </a:ext>
                </a:extLst>
              </p:cNvPr>
              <p:cNvSpPr txBox="1"/>
              <p:nvPr/>
            </p:nvSpPr>
            <p:spPr>
              <a:xfrm>
                <a:off x="395535" y="1340768"/>
                <a:ext cx="8352928" cy="28058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u="none" strike="noStrike" kern="1200" cap="none" spc="0" normalizeH="0" baseline="0" noProof="0" dirty="0">
                    <a:ln>
                      <a:noFill/>
                    </a:ln>
                    <a:solidFill>
                      <a:srgbClr val="001892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KaiTi" panose="02010609060101010101" pitchFamily="49" charset="-122"/>
                  </a:rPr>
                  <a:t>等可能的在数轴上的有界区间 </a:t>
                </a:r>
                <a14:m>
                  <m:oMath xmlns:m="http://schemas.openxmlformats.org/officeDocument/2006/math">
                    <m:r>
                      <a:rPr kumimoji="1" lang="en-US" altLang="zh-CN" sz="240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kumimoji="1" lang="en-US" altLang="zh-CN" sz="240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kumimoji="1" lang="en-US" altLang="zh-CN" sz="240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kumimoji="1" lang="en-US" altLang="zh-CN" sz="240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kumimoji="1" lang="en-US" altLang="zh-CN" sz="240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kumimoji="1" lang="zh-CN" altLang="en-US" sz="2400" u="none" strike="noStrike" kern="1200" cap="none" spc="0" normalizeH="0" baseline="0" noProof="0" dirty="0">
                    <a:ln>
                      <a:noFill/>
                    </a:ln>
                    <a:solidFill>
                      <a:srgbClr val="001892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KaiTi" panose="02010609060101010101" pitchFamily="49" charset="-122"/>
                  </a:rPr>
                  <a:t>上投点，记 </a:t>
                </a:r>
                <a14:m>
                  <m:oMath xmlns:m="http://schemas.openxmlformats.org/officeDocument/2006/math">
                    <m:r>
                      <a:rPr kumimoji="1" lang="en-US" altLang="zh-CN" sz="240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zh-CN" altLang="en-US" sz="2400" u="none" strike="noStrike" kern="1200" cap="none" spc="0" normalizeH="0" baseline="0" noProof="0" dirty="0">
                    <a:ln>
                      <a:noFill/>
                    </a:ln>
                    <a:solidFill>
                      <a:srgbClr val="001892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KaiTi" panose="02010609060101010101" pitchFamily="49" charset="-122"/>
                  </a:rPr>
                  <a:t> 为落点的位置（数轴上的坐标），则</a:t>
                </a:r>
                <a14:m>
                  <m:oMath xmlns:m="http://schemas.openxmlformats.org/officeDocument/2006/math">
                    <m:r>
                      <a:rPr kumimoji="1" lang="en-US" altLang="zh-CN" sz="240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zh-CN" altLang="en-US" sz="2400" u="none" strike="noStrike" kern="1200" cap="none" spc="0" normalizeH="0" baseline="0" noProof="0" dirty="0">
                    <a:ln>
                      <a:noFill/>
                    </a:ln>
                    <a:solidFill>
                      <a:srgbClr val="001892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KaiTi" panose="02010609060101010101" pitchFamily="49" charset="-122"/>
                  </a:rPr>
                  <a:t>是样本空间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kumimoji="1" lang="en-US" altLang="zh-CN" sz="240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=[</m:t>
                    </m:r>
                    <m:r>
                      <a:rPr kumimoji="1" lang="en-US" altLang="zh-CN" sz="240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kumimoji="1" lang="en-US" altLang="zh-CN" sz="240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kumimoji="1" lang="en-US" altLang="zh-CN" sz="240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kumimoji="1" lang="en-US" altLang="zh-CN" sz="240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kumimoji="1" lang="zh-CN" altLang="en-US" sz="2400" u="none" strike="noStrike" kern="1200" cap="none" spc="0" normalizeH="0" baseline="0" noProof="0" dirty="0">
                    <a:ln>
                      <a:noFill/>
                    </a:ln>
                    <a:solidFill>
                      <a:srgbClr val="001892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KaiTi" panose="02010609060101010101" pitchFamily="49" charset="-122"/>
                  </a:rPr>
                  <a:t>上的函数。</a:t>
                </a:r>
                <a:endParaRPr kumimoji="1" lang="en-US" altLang="zh-CN" sz="2400" u="none" strike="noStrike" kern="1200" cap="none" spc="0" normalizeH="0" baseline="0" noProof="0" dirty="0">
                  <a:ln>
                    <a:noFill/>
                  </a:ln>
                  <a:solidFill>
                    <a:srgbClr val="001892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altLang="zh-CN" sz="2400" u="none" strike="noStrike" kern="1200" cap="none" spc="0" normalizeH="0" baseline="0" noProof="0" dirty="0">
                  <a:ln>
                    <a:noFill/>
                  </a:ln>
                  <a:solidFill>
                    <a:srgbClr val="001892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altLang="zh-CN" sz="2400" u="none" strike="noStrike" kern="1200" cap="none" spc="0" normalizeH="0" baseline="0" noProof="0" dirty="0">
                  <a:ln>
                    <a:noFill/>
                  </a:ln>
                  <a:solidFill>
                    <a:srgbClr val="001892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altLang="zh-CN" sz="240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7DE5D677-89CA-6242-A418-34510FCEFA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5" y="1340768"/>
                <a:ext cx="8352928" cy="2805833"/>
              </a:xfrm>
              <a:prstGeom prst="rect">
                <a:avLst/>
              </a:prstGeom>
              <a:blipFill>
                <a:blip r:embed="rId3"/>
                <a:stretch>
                  <a:fillRect l="-1216" r="-48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AA5CD393-5EE7-1A44-98FB-2CF32861A4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1593" y="0"/>
            <a:ext cx="3960813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j-cs"/>
              </a:rPr>
              <a:t>分布函数</a:t>
            </a:r>
            <a:r>
              <a:rPr lang="zh-CN" altLang="en-US" sz="3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的引出</a:t>
            </a:r>
            <a:endParaRPr kumimoji="0" lang="zh-CN" altLang="en-US" sz="360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j-cs"/>
            </a:endParaRPr>
          </a:p>
        </p:txBody>
      </p:sp>
      <p:cxnSp>
        <p:nvCxnSpPr>
          <p:cNvPr id="4" name="直线连接符 48">
            <a:extLst>
              <a:ext uri="{FF2B5EF4-FFF2-40B4-BE49-F238E27FC236}">
                <a16:creationId xmlns:a16="http://schemas.microsoft.com/office/drawing/2014/main" id="{32136938-CB47-72FB-3F94-5535C8DD7D70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91BBF50D-C0EA-0205-6757-E50724641580}"/>
              </a:ext>
            </a:extLst>
          </p:cNvPr>
          <p:cNvGrpSpPr/>
          <p:nvPr/>
        </p:nvGrpSpPr>
        <p:grpSpPr>
          <a:xfrm>
            <a:off x="5291585" y="2916158"/>
            <a:ext cx="3450889" cy="523220"/>
            <a:chOff x="5291585" y="2916158"/>
            <a:chExt cx="3450889" cy="523220"/>
          </a:xfrm>
        </p:grpSpPr>
        <p:cxnSp>
          <p:nvCxnSpPr>
            <p:cNvPr id="6" name="直线连接符 5">
              <a:extLst>
                <a:ext uri="{FF2B5EF4-FFF2-40B4-BE49-F238E27FC236}">
                  <a16:creationId xmlns:a16="http://schemas.microsoft.com/office/drawing/2014/main" id="{7555D78D-F81C-9F19-6112-EED2883B7F85}"/>
                </a:ext>
              </a:extLst>
            </p:cNvPr>
            <p:cNvCxnSpPr/>
            <p:nvPr/>
          </p:nvCxnSpPr>
          <p:spPr bwMode="auto">
            <a:xfrm>
              <a:off x="5496765" y="2916158"/>
              <a:ext cx="2952328" cy="0"/>
            </a:xfrm>
            <a:prstGeom prst="line">
              <a:avLst/>
            </a:prstGeom>
            <a:solidFill>
              <a:schemeClr val="accent1"/>
            </a:solidFill>
            <a:ln w="41275" cap="rnd" cmpd="sng" algn="ctr">
              <a:solidFill>
                <a:srgbClr val="001892"/>
              </a:solidFill>
              <a:prstDash val="solid"/>
              <a:round/>
              <a:headEnd type="oval" w="med" len="med"/>
              <a:tailEnd type="oval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" name="直线连接符 6">
              <a:extLst>
                <a:ext uri="{FF2B5EF4-FFF2-40B4-BE49-F238E27FC236}">
                  <a16:creationId xmlns:a16="http://schemas.microsoft.com/office/drawing/2014/main" id="{8ACA6758-F4EB-F333-DBE0-6713CB5929A0}"/>
                </a:ext>
              </a:extLst>
            </p:cNvPr>
            <p:cNvCxnSpPr/>
            <p:nvPr/>
          </p:nvCxnSpPr>
          <p:spPr bwMode="auto">
            <a:xfrm>
              <a:off x="6144837" y="2916158"/>
              <a:ext cx="1368000" cy="0"/>
            </a:xfrm>
            <a:prstGeom prst="line">
              <a:avLst/>
            </a:prstGeom>
            <a:solidFill>
              <a:schemeClr val="accent1"/>
            </a:solidFill>
            <a:ln w="41275" cap="rnd" cmpd="sng" algn="ctr">
              <a:solidFill>
                <a:srgbClr val="C00000"/>
              </a:solidFill>
              <a:prstDash val="solid"/>
              <a:round/>
              <a:headEnd type="none" w="med" len="med"/>
              <a:tailEnd type="oval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47851FA2-F6D7-F20A-F87F-8232841FA4E2}"/>
                    </a:ext>
                  </a:extLst>
                </p:cNvPr>
                <p:cNvSpPr txBox="1"/>
                <p:nvPr/>
              </p:nvSpPr>
              <p:spPr>
                <a:xfrm>
                  <a:off x="5291585" y="2916158"/>
                  <a:ext cx="49321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dirty="0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kumimoji="1" lang="zh-CN" altLang="en-US" b="0" i="1" dirty="0">
                    <a:solidFill>
                      <a:srgbClr val="001892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47851FA2-F6D7-F20A-F87F-8232841FA4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1585" y="2916158"/>
                  <a:ext cx="493212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A11229FE-F8A4-B0DF-0473-07E66653842D}"/>
                    </a:ext>
                  </a:extLst>
                </p:cNvPr>
                <p:cNvSpPr txBox="1"/>
                <p:nvPr/>
              </p:nvSpPr>
              <p:spPr>
                <a:xfrm>
                  <a:off x="8256572" y="2916158"/>
                  <a:ext cx="48590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dirty="0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kumimoji="1" lang="zh-CN" altLang="en-US" b="0" dirty="0">
                    <a:solidFill>
                      <a:srgbClr val="001892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A11229FE-F8A4-B0DF-0473-07E6665384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56572" y="2916158"/>
                  <a:ext cx="485902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5DBD87A5-654D-C136-3E87-8327B45066F3}"/>
                    </a:ext>
                  </a:extLst>
                </p:cNvPr>
                <p:cNvSpPr txBox="1"/>
                <p:nvPr/>
              </p:nvSpPr>
              <p:spPr>
                <a:xfrm>
                  <a:off x="5952316" y="2916158"/>
                  <a:ext cx="460575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kumimoji="1" lang="zh-CN" altLang="en-US" b="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5DBD87A5-654D-C136-3E87-8327B45066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52316" y="2916158"/>
                  <a:ext cx="460575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7DFB6E47-4A36-AF54-4188-A7AFB87CFF03}"/>
                    </a:ext>
                  </a:extLst>
                </p:cNvPr>
                <p:cNvSpPr txBox="1"/>
                <p:nvPr/>
              </p:nvSpPr>
              <p:spPr>
                <a:xfrm>
                  <a:off x="7320316" y="2916158"/>
                  <a:ext cx="503856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kumimoji="1" lang="zh-CN" altLang="en-US" b="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7DFB6E47-4A36-AF54-4188-A7AFB87CFF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0316" y="2916158"/>
                  <a:ext cx="503856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1FC5EEBB-7CEA-0EA5-CF6C-66458EDB4662}"/>
                  </a:ext>
                </a:extLst>
              </p:cNvPr>
              <p:cNvSpPr txBox="1"/>
              <p:nvPr/>
            </p:nvSpPr>
            <p:spPr>
              <a:xfrm>
                <a:off x="395535" y="3611627"/>
                <a:ext cx="8352928" cy="16982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50000"/>
                  </a:lnSpc>
                  <a:defRPr/>
                </a:pPr>
                <a:r>
                  <a:rPr kumimoji="1" lang="zh-CN" altLang="en-US" sz="2400" dirty="0">
                    <a:solidFill>
                      <a:srgbClr val="001892"/>
                    </a:solidFill>
                    <a:latin typeface="Cambria Math" panose="02040503050406030204" pitchFamily="18" charset="0"/>
                    <a:ea typeface="KaiTi" panose="02010609060101010101" pitchFamily="49" charset="-122"/>
                  </a:rPr>
                  <a:t>对任意 </a:t>
                </a:r>
                <a14:m>
                  <m:oMath xmlns:m="http://schemas.openxmlformats.org/officeDocument/2006/math">
                    <m:r>
                      <a:rPr kumimoji="1" lang="en-US" altLang="zh-CN" sz="2400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kumimoji="1" lang="en-US" altLang="zh-CN" sz="2400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r>
                      <a:rPr kumimoji="1" lang="en-US" altLang="zh-CN" sz="2400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kumimoji="1" lang="en-US" altLang="zh-CN" sz="2400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kumimoji="1" lang="en-US" altLang="zh-CN" sz="2400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kumimoji="1" lang="en-US" altLang="zh-CN" sz="2400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]⊂[</m:t>
                    </m:r>
                    <m:r>
                      <a:rPr kumimoji="1" lang="en-US" altLang="zh-CN" sz="2400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kumimoji="1" lang="en-US" altLang="zh-CN" sz="2400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kumimoji="1" lang="en-US" altLang="zh-CN" sz="2400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kumimoji="1" lang="en-US" altLang="zh-CN" sz="2400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kumimoji="1" lang="en-US" altLang="zh-CN" sz="2400" dirty="0">
                    <a:solidFill>
                      <a:srgbClr val="00189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kumimoji="1" lang="zh-CN" altLang="en-US" sz="2400" dirty="0">
                    <a:solidFill>
                      <a:srgbClr val="001892"/>
                    </a:solidFill>
                    <a:latin typeface="Cambria Math" panose="02040503050406030204" pitchFamily="18" charset="0"/>
                    <a:ea typeface="KaiTi" panose="02010609060101010101" pitchFamily="49" charset="-122"/>
                  </a:rPr>
                  <a:t>，有：</a:t>
                </a:r>
                <a:endParaRPr kumimoji="1" lang="en-US" altLang="zh-CN" sz="2400" dirty="0">
                  <a:solidFill>
                    <a:srgbClr val="001892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0" algn="ctr"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zh-CN" sz="2400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</m:t>
                      </m:r>
                      <m:r>
                        <a:rPr kumimoji="1" lang="en-US" altLang="zh-CN" sz="2400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kumimoji="1" lang="en-US" altLang="zh-CN" sz="2400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kumimoji="1" lang="en-US" altLang="zh-CN" sz="2400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kumimoji="1" lang="zh-CN" altLang="en-US" sz="2400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≤</m:t>
                      </m:r>
                      <m:r>
                        <a:rPr kumimoji="1" lang="en-US" altLang="zh-CN" sz="2400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kumimoji="1" lang="en-US" altLang="zh-CN" sz="2400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}=</m:t>
                      </m:r>
                      <m:r>
                        <a:rPr kumimoji="1" lang="en-US" altLang="zh-CN" sz="2400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zh-CN" sz="2400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</m:t>
                      </m:r>
                      <m:r>
                        <a:rPr kumimoji="1" lang="zh-CN" altLang="en-US" sz="2400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落在</m:t>
                      </m:r>
                      <m:r>
                        <a:rPr kumimoji="1" lang="en-US" altLang="zh-CN" sz="2400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kumimoji="1" lang="zh-CN" altLang="en-US" sz="2400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中</m:t>
                      </m:r>
                      <m:r>
                        <a:rPr kumimoji="1" lang="en-US" altLang="zh-CN" sz="2400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}=</m:t>
                      </m:r>
                      <m:f>
                        <m:fPr>
                          <m:ctrlPr>
                            <a:rPr kumimoji="1" lang="en-US" altLang="zh-CN" sz="2400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400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kumimoji="1" lang="zh-CN" altLang="en-US" sz="2400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</a:rPr>
                            <m:t> </m:t>
                          </m:r>
                          <m:r>
                            <a:rPr kumimoji="1" lang="zh-CN" altLang="en-US" sz="240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</a:rPr>
                            <m:t>−</m:t>
                          </m:r>
                          <m:r>
                            <a:rPr kumimoji="1" lang="zh-CN" altLang="en-US" sz="2400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</a:rPr>
                            <m:t> </m:t>
                          </m:r>
                          <m:r>
                            <a:rPr kumimoji="1" lang="en-US" altLang="zh-CN" sz="2400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kumimoji="1" lang="en-US" altLang="zh-CN" sz="2400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  <m:r>
                            <a:rPr kumimoji="1" lang="zh-CN" altLang="en-US" sz="2400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</a:rPr>
                            <m:t> </m:t>
                          </m:r>
                          <m:r>
                            <a:rPr kumimoji="1" lang="zh-CN" altLang="en-US" sz="240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</a:rPr>
                            <m:t>−</m:t>
                          </m:r>
                          <m:r>
                            <a:rPr kumimoji="1" lang="zh-CN" altLang="en-US" sz="2400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</a:rPr>
                            <m:t> </m:t>
                          </m:r>
                          <m:r>
                            <a:rPr kumimoji="1" lang="en-US" altLang="zh-CN" sz="2400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kumimoji="1" lang="en-US" altLang="zh-CN" sz="2400" dirty="0">
                  <a:solidFill>
                    <a:srgbClr val="001892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1FC5EEBB-7CEA-0EA5-CF6C-66458EDB46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5" y="3611627"/>
                <a:ext cx="8352928" cy="1698285"/>
              </a:xfrm>
              <a:prstGeom prst="rect">
                <a:avLst/>
              </a:prstGeom>
              <a:blipFill>
                <a:blip r:embed="rId8"/>
                <a:stretch>
                  <a:fillRect l="-1216" b="-37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10020ED2-C13F-17E4-BEEB-AFB138936667}"/>
                  </a:ext>
                </a:extLst>
              </p:cNvPr>
              <p:cNvSpPr txBox="1"/>
              <p:nvPr/>
            </p:nvSpPr>
            <p:spPr>
              <a:xfrm>
                <a:off x="395534" y="5134212"/>
                <a:ext cx="7428637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1892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KaiTi" panose="02010609060101010101" pitchFamily="49" charset="-122"/>
                    <a:cs typeface="+mn-cs"/>
                  </a:rPr>
                  <a:t>另一方面，</a:t>
                </a:r>
                <a:endPara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1892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  <a:p>
                <a:pPr marL="0" marR="0" lvl="0" indent="0" algn="ctr" defTabSz="914400" rtl="0" eaLnBrk="1" fontAlgn="base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𝑃</m:t>
                      </m:r>
                      <m:r>
                        <a:rPr kumimoji="1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{</m:t>
                      </m:r>
                      <m:r>
                        <a:rPr kumimoji="1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𝑐</m:t>
                      </m:r>
                      <m:r>
                        <a:rPr kumimoji="1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&lt;</m:t>
                      </m:r>
                      <m:r>
                        <a:rPr kumimoji="1" lang="en-US" altLang="zh-CN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𝑋</m:t>
                      </m:r>
                      <m:r>
                        <a:rPr kumimoji="1" lang="zh-CN" altLang="en-US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+mn-cs"/>
                        </a:rPr>
                        <m:t>≤</m:t>
                      </m:r>
                      <m:r>
                        <a:rPr kumimoji="1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𝑑</m:t>
                      </m:r>
                      <m:r>
                        <a:rPr kumimoji="1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}=</m:t>
                      </m:r>
                      <m:r>
                        <a:rPr kumimoji="1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𝑃</m:t>
                      </m:r>
                      <m:r>
                        <a:rPr kumimoji="1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{</m:t>
                      </m:r>
                      <m:r>
                        <a:rPr kumimoji="1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𝑋</m:t>
                      </m:r>
                      <m:r>
                        <a:rPr kumimoji="1" lang="zh-CN" altLang="en-US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+mn-cs"/>
                        </a:rPr>
                        <m:t>≤</m:t>
                      </m:r>
                      <m:r>
                        <a:rPr kumimoji="1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𝑑</m:t>
                      </m:r>
                      <m:r>
                        <a:rPr kumimoji="1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}−</m:t>
                      </m:r>
                      <m:r>
                        <a:rPr kumimoji="1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𝑃</m:t>
                      </m:r>
                      <m:r>
                        <a:rPr kumimoji="1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{</m:t>
                      </m:r>
                      <m:r>
                        <a:rPr kumimoji="1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𝑋</m:t>
                      </m:r>
                      <m:r>
                        <a:rPr kumimoji="1" lang="zh-CN" altLang="en-US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+mn-cs"/>
                        </a:rPr>
                        <m:t>≤</m:t>
                      </m:r>
                      <m:r>
                        <a:rPr kumimoji="1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𝑐</m:t>
                      </m:r>
                      <m:r>
                        <a:rPr kumimoji="1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}</m:t>
                      </m:r>
                    </m:oMath>
                  </m:oMathPara>
                </a14:m>
                <a:endPara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10020ED2-C13F-17E4-BEEB-AFB1389366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4" y="5134212"/>
                <a:ext cx="7428637" cy="1200329"/>
              </a:xfrm>
              <a:prstGeom prst="rect">
                <a:avLst/>
              </a:prstGeom>
              <a:blipFill>
                <a:blip r:embed="rId9"/>
                <a:stretch>
                  <a:fillRect l="-1368" b="-21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300416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6D6A5D6E-743C-724A-B1E2-F6C266DC603D}"/>
                  </a:ext>
                </a:extLst>
              </p:cNvPr>
              <p:cNvSpPr txBox="1"/>
              <p:nvPr/>
            </p:nvSpPr>
            <p:spPr>
              <a:xfrm>
                <a:off x="539553" y="1442604"/>
                <a:ext cx="8064895" cy="49387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just" defTabSz="914400" rtl="0" eaLnBrk="1" fontAlgn="base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u="none" strike="noStrike" kern="1200" cap="none" spc="0" normalizeH="0" baseline="0" noProof="0" dirty="0">
                    <a:ln>
                      <a:noFill/>
                    </a:ln>
                    <a:solidFill>
                      <a:srgbClr val="001892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KaiTi" panose="02010609060101010101" pitchFamily="49" charset="-122"/>
                  </a:rPr>
                  <a:t>为给出 </a:t>
                </a:r>
                <a14:m>
                  <m:oMath xmlns:m="http://schemas.openxmlformats.org/officeDocument/2006/math">
                    <m:r>
                      <a:rPr kumimoji="1" lang="en-US" altLang="zh-CN" sz="240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zh-CN" altLang="en-US" sz="2400" u="none" strike="noStrike" kern="1200" cap="none" spc="0" normalizeH="0" baseline="0" noProof="0" dirty="0">
                    <a:ln>
                      <a:noFill/>
                    </a:ln>
                    <a:solidFill>
                      <a:srgbClr val="001892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KaiTi" panose="02010609060101010101" pitchFamily="49" charset="-122"/>
                  </a:rPr>
                  <a:t> 取值于任意区间上的概率，实际上只要给出所有</a:t>
                </a:r>
                <a14:m>
                  <m:oMath xmlns:m="http://schemas.openxmlformats.org/officeDocument/2006/math">
                    <m:r>
                      <a:rPr kumimoji="1" lang="en-US" altLang="zh-CN" sz="240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zh-CN" altLang="en-US" sz="2400" u="none" strike="noStrike" kern="1200" cap="none" spc="0" normalizeH="0" baseline="0" noProof="0" dirty="0">
                    <a:ln>
                      <a:noFill/>
                    </a:ln>
                    <a:solidFill>
                      <a:srgbClr val="001892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KaiTi" panose="02010609060101010101" pitchFamily="49" charset="-122"/>
                  </a:rPr>
                  <a:t> 取值形如 </a:t>
                </a:r>
                <a14:m>
                  <m:oMath xmlns:m="http://schemas.openxmlformats.org/officeDocument/2006/math">
                    <m:r>
                      <a:rPr kumimoji="1" lang="en-US" altLang="zh-CN" sz="240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kumimoji="1" lang="zh-CN" altLang="en-US" sz="240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−∞</m:t>
                    </m:r>
                    <m:r>
                      <a:rPr kumimoji="1" lang="en-US" altLang="zh-CN" sz="240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kumimoji="1" lang="zh-CN" altLang="en-US" sz="240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 </m:t>
                    </m:r>
                    <m:r>
                      <a:rPr kumimoji="1" lang="en-US" altLang="zh-CN" sz="240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kumimoji="1" lang="en-US" altLang="zh-CN" sz="240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kumimoji="1" lang="zh-CN" altLang="en-US" sz="2400" u="none" strike="noStrike" kern="1200" cap="none" spc="0" normalizeH="0" baseline="0" noProof="0" dirty="0">
                    <a:ln>
                      <a:noFill/>
                    </a:ln>
                    <a:solidFill>
                      <a:srgbClr val="001892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KaiTi" panose="02010609060101010101" pitchFamily="49" charset="-122"/>
                  </a:rPr>
                  <a:t>的区间上的概率 </a:t>
                </a:r>
                <a14:m>
                  <m:oMath xmlns:m="http://schemas.openxmlformats.org/officeDocument/2006/math">
                    <m:r>
                      <a:rPr kumimoji="1" lang="en-US" altLang="zh-CN" sz="240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kumimoji="1" lang="en-US" altLang="zh-CN" sz="240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r>
                      <a:rPr kumimoji="1" lang="en-US" altLang="zh-CN" sz="240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kumimoji="1" lang="zh-CN" altLang="en-US" sz="240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≤</m:t>
                    </m:r>
                    <m:r>
                      <a:rPr kumimoji="1" lang="en-US" altLang="zh-CN" sz="240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kumimoji="1" lang="en-US" altLang="zh-CN" sz="240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kumimoji="1" lang="zh-CN" altLang="en-US" sz="2400" u="none" strike="noStrike" kern="1200" cap="none" spc="0" normalizeH="0" baseline="0" noProof="0" dirty="0">
                    <a:ln>
                      <a:noFill/>
                    </a:ln>
                    <a:solidFill>
                      <a:srgbClr val="001892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KaiTi" panose="02010609060101010101" pitchFamily="49" charset="-122"/>
                  </a:rPr>
                  <a:t>即可。记：</a:t>
                </a:r>
                <a:endParaRPr kumimoji="1" lang="en-US" altLang="zh-CN" sz="2400" u="none" strike="noStrike" kern="1200" cap="none" spc="0" normalizeH="0" baseline="0" noProof="0" dirty="0">
                  <a:ln>
                    <a:noFill/>
                  </a:ln>
                  <a:solidFill>
                    <a:srgbClr val="001892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marR="0" lvl="0" indent="0" algn="just" defTabSz="914400" rtl="0" eaLnBrk="1" fontAlgn="base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altLang="zh-CN" sz="2400" u="none" strike="noStrike" kern="1200" cap="none" spc="0" normalizeH="0" baseline="0" noProof="0" dirty="0">
                  <a:ln>
                    <a:noFill/>
                  </a:ln>
                  <a:solidFill>
                    <a:srgbClr val="001892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marR="0" lvl="0" indent="0" algn="just" defTabSz="914400" rtl="0" eaLnBrk="1" fontAlgn="base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r>
                        <a:rPr kumimoji="1" lang="en-US" altLang="zh-CN" sz="240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40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sz="240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r>
                        <a:rPr kumimoji="1" lang="en-US" altLang="zh-CN" sz="24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zh-CN" sz="24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</m:t>
                      </m:r>
                      <m:r>
                        <a:rPr kumimoji="1" lang="en-US" altLang="zh-CN" sz="24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kumimoji="1" lang="zh-CN" altLang="en-US" sz="24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≤</m:t>
                      </m:r>
                      <m:r>
                        <a:rPr kumimoji="1" lang="en-US" altLang="zh-CN" sz="24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sz="24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kumimoji="1" lang="en-US" altLang="zh-CN" sz="240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marR="0" lvl="0" indent="0" algn="just" defTabSz="914400" rtl="0" eaLnBrk="1" fontAlgn="base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altLang="zh-CN" sz="240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marR="0" lvl="0" indent="0" algn="just" defTabSz="914400" rtl="0" eaLnBrk="1" fontAlgn="base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KaiTi" panose="02010609060101010101" pitchFamily="49" charset="-122"/>
                  </a:rPr>
                  <a:t>当 </a:t>
                </a:r>
                <a14:m>
                  <m:oMath xmlns:m="http://schemas.openxmlformats.org/officeDocument/2006/math">
                    <m:r>
                      <a:rPr kumimoji="1" lang="en-US" altLang="zh-CN" sz="240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zh-CN" altLang="en-US" sz="240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KaiTi" panose="02010609060101010101" pitchFamily="49" charset="-122"/>
                  </a:rPr>
                  <a:t> 取遍 </a:t>
                </a:r>
                <a14:m>
                  <m:oMath xmlns:m="http://schemas.openxmlformats.org/officeDocument/2006/math">
                    <m:r>
                      <a:rPr kumimoji="1" lang="en-US" altLang="zh-CN" sz="240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kumimoji="1" lang="zh-CN" altLang="en-US" sz="240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−∞</m:t>
                    </m:r>
                    <m:r>
                      <a:rPr kumimoji="1" lang="en-US" altLang="zh-CN" sz="240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kumimoji="1" lang="zh-CN" altLang="en-US" sz="240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 </m:t>
                    </m:r>
                    <m:r>
                      <a:rPr kumimoji="1" lang="en-US" altLang="zh-CN" sz="240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kumimoji="1" lang="zh-CN" altLang="en-US" sz="240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∞</m:t>
                    </m:r>
                    <m:r>
                      <a:rPr kumimoji="1" lang="en-US" altLang="zh-CN" sz="240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kumimoji="1" lang="zh-CN" altLang="en-US" sz="240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40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KaiTi" panose="02010609060101010101" pitchFamily="49" charset="-122"/>
                  </a:rPr>
                  <a:t>上的一切实数时，</a:t>
                </a:r>
                <a14:m>
                  <m:oMath xmlns:m="http://schemas.openxmlformats.org/officeDocument/2006/math">
                    <m:r>
                      <a:rPr kumimoji="1" lang="en-US" altLang="zh-CN" sz="240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r>
                      <a:rPr kumimoji="1" lang="en-US" altLang="zh-CN" sz="240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240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kumimoji="1" lang="en-US" altLang="zh-CN" sz="240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kumimoji="1" lang="zh-CN" altLang="en-US" sz="240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KaiTi" panose="02010609060101010101" pitchFamily="49" charset="-122"/>
                  </a:rPr>
                  <a:t>便称为定义在</a:t>
                </a:r>
                <a14:m>
                  <m:oMath xmlns:m="http://schemas.openxmlformats.org/officeDocument/2006/math">
                    <m:r>
                      <a:rPr kumimoji="1" lang="en-US" altLang="zh-CN" sz="240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kumimoji="1" lang="zh-CN" altLang="en-US" sz="240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−∞</m:t>
                    </m:r>
                    <m:r>
                      <a:rPr kumimoji="1" lang="en-US" altLang="zh-CN" sz="240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kumimoji="1" lang="zh-CN" altLang="en-US" sz="240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 </m:t>
                    </m:r>
                    <m:r>
                      <a:rPr kumimoji="1" lang="en-US" altLang="zh-CN" sz="240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kumimoji="1" lang="zh-CN" altLang="en-US" sz="240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∞</m:t>
                    </m:r>
                    <m:r>
                      <a:rPr kumimoji="1" lang="en-US" altLang="zh-CN" sz="240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kumimoji="1" lang="zh-CN" altLang="en-US" sz="240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40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KaiTi" panose="02010609060101010101" pitchFamily="49" charset="-122"/>
                  </a:rPr>
                  <a:t>上的一个函数。</a:t>
                </a:r>
                <a:endParaRPr kumimoji="1" lang="en-US" altLang="zh-CN" sz="240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marR="0" lvl="0" indent="0" algn="just" defTabSz="914400" rtl="0" eaLnBrk="1" fontAlgn="base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altLang="zh-CN" sz="2400" u="none" strike="noStrike" kern="1200" cap="none" spc="0" normalizeH="0" baseline="0" noProof="0" dirty="0">
                  <a:ln>
                    <a:noFill/>
                  </a:ln>
                  <a:solidFill>
                    <a:srgbClr val="001892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marR="0" lvl="0" indent="0" algn="just" defTabSz="914400" rtl="0" eaLnBrk="1" fontAlgn="base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u="none" strike="noStrike" kern="1200" cap="none" spc="0" normalizeH="0" baseline="0" noProof="0" dirty="0">
                    <a:ln>
                      <a:noFill/>
                    </a:ln>
                    <a:solidFill>
                      <a:srgbClr val="001892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KaiTi" panose="02010609060101010101" pitchFamily="49" charset="-122"/>
                  </a:rPr>
                  <a:t>一旦知道了这个函数，就可以知道相应随机变量取值于任何区间的概率。</a:t>
                </a:r>
                <a:endParaRPr kumimoji="1" lang="en-US" altLang="zh-CN" sz="2400" u="none" strike="noStrike" kern="1200" cap="none" spc="0" normalizeH="0" baseline="0" noProof="0" dirty="0">
                  <a:ln>
                    <a:noFill/>
                  </a:ln>
                  <a:solidFill>
                    <a:srgbClr val="001892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marR="0" lvl="0" indent="0" algn="just" defTabSz="914400" rtl="0" eaLnBrk="1" fontAlgn="base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altLang="zh-CN" sz="2400" u="none" strike="noStrike" kern="1200" cap="none" spc="0" normalizeH="0" baseline="0" noProof="0" dirty="0">
                  <a:ln>
                    <a:noFill/>
                  </a:ln>
                  <a:solidFill>
                    <a:srgbClr val="001892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6D6A5D6E-743C-724A-B1E2-F6C266DC60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3" y="1442604"/>
                <a:ext cx="8064895" cy="4938724"/>
              </a:xfrm>
              <a:prstGeom prst="rect">
                <a:avLst/>
              </a:prstGeom>
              <a:blipFill>
                <a:blip r:embed="rId3"/>
                <a:stretch>
                  <a:fillRect l="-1101" t="-769" r="-1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2">
            <a:extLst>
              <a:ext uri="{FF2B5EF4-FFF2-40B4-BE49-F238E27FC236}">
                <a16:creationId xmlns:a16="http://schemas.microsoft.com/office/drawing/2014/main" id="{F98B5588-3780-821F-40CE-57FD56D659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1594" y="0"/>
            <a:ext cx="3960813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j-cs"/>
              </a:rPr>
              <a:t>分布函数</a:t>
            </a:r>
            <a:r>
              <a:rPr lang="zh-CN" altLang="en-US" sz="3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的引出</a:t>
            </a:r>
            <a:endParaRPr kumimoji="0" lang="zh-CN" altLang="en-US" sz="360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j-cs"/>
            </a:endParaRPr>
          </a:p>
        </p:txBody>
      </p:sp>
      <p:cxnSp>
        <p:nvCxnSpPr>
          <p:cNvPr id="5" name="直线连接符 48">
            <a:extLst>
              <a:ext uri="{FF2B5EF4-FFF2-40B4-BE49-F238E27FC236}">
                <a16:creationId xmlns:a16="http://schemas.microsoft.com/office/drawing/2014/main" id="{DD72CEC1-05C5-B044-72B9-9614A171F70E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2733005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>
            <a:extLst>
              <a:ext uri="{FF2B5EF4-FFF2-40B4-BE49-F238E27FC236}">
                <a16:creationId xmlns:a16="http://schemas.microsoft.com/office/drawing/2014/main" id="{56BE477C-13FA-8A40-BB56-414980039F26}"/>
              </a:ext>
            </a:extLst>
          </p:cNvPr>
          <p:cNvGrpSpPr/>
          <p:nvPr/>
        </p:nvGrpSpPr>
        <p:grpSpPr>
          <a:xfrm>
            <a:off x="637381" y="1628800"/>
            <a:ext cx="7869237" cy="1944216"/>
            <a:chOff x="427405" y="1758851"/>
            <a:chExt cx="7869237" cy="19442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 Box 3">
                  <a:extLst>
                    <a:ext uri="{FF2B5EF4-FFF2-40B4-BE49-F238E27FC236}">
                      <a16:creationId xmlns:a16="http://schemas.microsoft.com/office/drawing/2014/main" id="{203E0064-EA34-3647-B40E-C8C1969373D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47099" y="1758851"/>
                  <a:ext cx="7129463" cy="49244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260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1892"/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KaiTi" panose="02010609060101010101" pitchFamily="49" charset="-122"/>
                    </a:rPr>
                    <a:t>设  </a:t>
                  </a:r>
                  <a14:m>
                    <m:oMath xmlns:m="http://schemas.openxmlformats.org/officeDocument/2006/math">
                      <m:r>
                        <a:rPr kumimoji="0" lang="en-US" altLang="zh-CN" sz="2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189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𝑿</m:t>
                      </m:r>
                    </m:oMath>
                  </a14:m>
                  <a:r>
                    <a:rPr kumimoji="0" lang="zh-CN" altLang="en-US" sz="260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1892"/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KaiTi" panose="02010609060101010101" pitchFamily="49" charset="-122"/>
                    </a:rPr>
                    <a:t> 是一随机变量，</a:t>
                  </a:r>
                  <a14:m>
                    <m:oMath xmlns:m="http://schemas.openxmlformats.org/officeDocument/2006/math">
                      <m:r>
                        <a:rPr kumimoji="0" lang="en-US" altLang="zh-CN" sz="26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189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</m:oMath>
                  </a14:m>
                  <a:r>
                    <a:rPr kumimoji="0" lang="zh-CN" altLang="en-US" sz="260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1892"/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KaiTi" panose="02010609060101010101" pitchFamily="49" charset="-122"/>
                    </a:rPr>
                    <a:t>是任意实数，函数</a:t>
                  </a:r>
                </a:p>
              </p:txBody>
            </p:sp>
          </mc:Choice>
          <mc:Fallback xmlns="">
            <p:sp>
              <p:nvSpPr>
                <p:cNvPr id="3" name="Text Box 3">
                  <a:extLst>
                    <a:ext uri="{FF2B5EF4-FFF2-40B4-BE49-F238E27FC236}">
                      <a16:creationId xmlns:a16="http://schemas.microsoft.com/office/drawing/2014/main" id="{203E0064-EA34-3647-B40E-C8C1969373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47099" y="1758851"/>
                  <a:ext cx="7129463" cy="492443"/>
                </a:xfrm>
                <a:prstGeom prst="rect">
                  <a:avLst/>
                </a:prstGeom>
                <a:blipFill>
                  <a:blip r:embed="rId2"/>
                  <a:stretch>
                    <a:fillRect l="-1423" t="-17500" b="-22500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Object 5">
                  <a:extLst>
                    <a:ext uri="{FF2B5EF4-FFF2-40B4-BE49-F238E27FC236}">
                      <a16:creationId xmlns:a16="http://schemas.microsoft.com/office/drawing/2014/main" id="{A85F9281-0FE7-F747-B733-62195C76CE4F}"/>
                    </a:ext>
                  </a:extLst>
                </p:cNvPr>
                <p:cNvSpPr txBox="1"/>
                <p:nvPr/>
              </p:nvSpPr>
              <p:spPr bwMode="auto">
                <a:xfrm>
                  <a:off x="1828916" y="2416423"/>
                  <a:ext cx="5741937" cy="4111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  <m:d>
                          <m:dPr>
                            <m:ctrlPr>
                              <a:rPr lang="zh-CN" altLang="en-US" sz="2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6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zh-CN" altLang="en-US" sz="26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26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zh-CN" altLang="en-US" sz="2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6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  <m:r>
                              <a:rPr lang="zh-CN" altLang="en-US" sz="26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zh-CN" altLang="en-US" sz="26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zh-CN" altLang="en-US" sz="26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, −∞</m:t>
                        </m:r>
                        <m:r>
                          <a:rPr lang="en-US" altLang="zh-CN" sz="2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zh-CN" altLang="en-US" sz="26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＜</m:t>
                        </m:r>
                        <m:r>
                          <a:rPr lang="en-US" altLang="zh-CN" sz="2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zh-CN" altLang="en-US" sz="26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2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zh-CN" altLang="en-US" sz="26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＜</m:t>
                        </m:r>
                        <m:r>
                          <a:rPr lang="zh-CN" altLang="en-US" sz="26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+∞</m:t>
                        </m:r>
                      </m:oMath>
                    </m:oMathPara>
                  </a14:m>
                  <a:endParaRPr lang="zh-CN" altLang="en-US" sz="2600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KaiTi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5" name="Object 5">
                  <a:extLst>
                    <a:ext uri="{FF2B5EF4-FFF2-40B4-BE49-F238E27FC236}">
                      <a16:creationId xmlns:a16="http://schemas.microsoft.com/office/drawing/2014/main" id="{A85F9281-0FE7-F747-B733-62195C76CE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828916" y="2416423"/>
                  <a:ext cx="5741937" cy="411163"/>
                </a:xfrm>
                <a:prstGeom prst="rect">
                  <a:avLst/>
                </a:prstGeom>
                <a:blipFill>
                  <a:blip r:embed="rId3"/>
                  <a:stretch>
                    <a:fillRect l="-442" t="-3030" b="-6666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 Box 6">
                  <a:extLst>
                    <a:ext uri="{FF2B5EF4-FFF2-40B4-BE49-F238E27FC236}">
                      <a16:creationId xmlns:a16="http://schemas.microsoft.com/office/drawing/2014/main" id="{ED18148C-C32D-5F49-873A-967EBBFEF9E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7405" y="3210624"/>
                  <a:ext cx="7869237" cy="492443"/>
                </a:xfrm>
                <a:prstGeom prst="rect">
                  <a:avLst/>
                </a:prstGeom>
                <a:solidFill>
                  <a:schemeClr val="bg1"/>
                </a:solidFill>
                <a:ln w="9525" algn="ctr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lvl="0">
                    <a:defRPr/>
                  </a:pPr>
                  <a:r>
                    <a:rPr kumimoji="0" lang="zh-CN" altLang="en-US" sz="260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1892"/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KaiTi" panose="02010609060101010101" pitchFamily="49" charset="-122"/>
                    </a:rPr>
                    <a:t>为随机变量 </a:t>
                  </a:r>
                  <a14:m>
                    <m:oMath xmlns:m="http://schemas.openxmlformats.org/officeDocument/2006/math">
                      <m:r>
                        <a:rPr kumimoji="0" lang="en-US" altLang="zh-CN" sz="2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189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𝑿</m:t>
                      </m:r>
                    </m:oMath>
                  </a14:m>
                  <a:r>
                    <a:rPr kumimoji="0" lang="zh-CN" altLang="en-US" sz="260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1892"/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KaiTi" panose="02010609060101010101" pitchFamily="49" charset="-122"/>
                    </a:rPr>
                    <a:t> 的分布函数，记作</a:t>
                  </a:r>
                  <a:r>
                    <a:rPr kumimoji="0" lang="en-US" altLang="zh-CN" sz="260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1892"/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KaiTi" panose="02010609060101010101" pitchFamily="49" charset="-122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CN" sz="2600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𝑿</m:t>
                      </m:r>
                      <m:r>
                        <a:rPr lang="en-US" altLang="zh-CN" sz="2600" b="1" i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~</m:t>
                      </m:r>
                      <m:r>
                        <a:rPr lang="en-US" altLang="zh-CN" sz="2600" b="1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𝑭</m:t>
                      </m:r>
                      <m:r>
                        <a:rPr lang="en-US" altLang="zh-CN" sz="2600" b="1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(</m:t>
                      </m:r>
                      <m:r>
                        <a:rPr lang="en-US" altLang="zh-CN" sz="2600" b="1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𝒙</m:t>
                      </m:r>
                      <m:r>
                        <a:rPr lang="en-US" altLang="zh-CN" sz="2600" b="1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)</m:t>
                      </m:r>
                    </m:oMath>
                  </a14:m>
                  <a:endParaRPr kumimoji="0" lang="zh-CN" altLang="en-US" sz="2600" u="none" strike="noStrike" kern="1200" cap="none" spc="0" normalizeH="0" baseline="0" noProof="0" dirty="0">
                    <a:ln>
                      <a:noFill/>
                    </a:ln>
                    <a:solidFill>
                      <a:srgbClr val="001892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KaiTi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6" name="Text Box 6">
                  <a:extLst>
                    <a:ext uri="{FF2B5EF4-FFF2-40B4-BE49-F238E27FC236}">
                      <a16:creationId xmlns:a16="http://schemas.microsoft.com/office/drawing/2014/main" id="{ED18148C-C32D-5F49-873A-967EBBFEF9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7405" y="3210624"/>
                  <a:ext cx="7869237" cy="492443"/>
                </a:xfrm>
                <a:prstGeom prst="rect">
                  <a:avLst/>
                </a:prstGeom>
                <a:blipFill>
                  <a:blip r:embed="rId4"/>
                  <a:stretch>
                    <a:fillRect l="-1286" t="-12195" b="-21951"/>
                  </a:stretch>
                </a:blipFill>
                <a:ln w="9525" algn="ctr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Rectangle 2">
            <a:extLst>
              <a:ext uri="{FF2B5EF4-FFF2-40B4-BE49-F238E27FC236}">
                <a16:creationId xmlns:a16="http://schemas.microsoft.com/office/drawing/2014/main" id="{A7417718-491C-078E-A9FD-97DB202D1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1594" y="0"/>
            <a:ext cx="3960813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j-cs"/>
              </a:rPr>
              <a:t>分布函数的定义</a:t>
            </a:r>
          </a:p>
        </p:txBody>
      </p:sp>
      <p:cxnSp>
        <p:nvCxnSpPr>
          <p:cNvPr id="9" name="直线连接符 48">
            <a:extLst>
              <a:ext uri="{FF2B5EF4-FFF2-40B4-BE49-F238E27FC236}">
                <a16:creationId xmlns:a16="http://schemas.microsoft.com/office/drawing/2014/main" id="{72234761-1C89-54C2-E7A3-CF40A3ACE9EB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DEFCE4E8-8DFA-A5A9-9A5D-D965110C6410}"/>
              </a:ext>
            </a:extLst>
          </p:cNvPr>
          <p:cNvGrpSpPr/>
          <p:nvPr/>
        </p:nvGrpSpPr>
        <p:grpSpPr>
          <a:xfrm>
            <a:off x="737739" y="4509120"/>
            <a:ext cx="7668520" cy="1872208"/>
            <a:chOff x="737739" y="4509120"/>
            <a:chExt cx="7668520" cy="1872208"/>
          </a:xfrm>
        </p:grpSpPr>
        <p:pic>
          <p:nvPicPr>
            <p:cNvPr id="10" name="图片 9" descr="图示&#10;&#10;描述已自动生成">
              <a:extLst>
                <a:ext uri="{FF2B5EF4-FFF2-40B4-BE49-F238E27FC236}">
                  <a16:creationId xmlns:a16="http://schemas.microsoft.com/office/drawing/2014/main" id="{270A5DD4-7CAF-9005-DE1C-3D706EB41B6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7739" y="4535044"/>
              <a:ext cx="7668520" cy="1846284"/>
            </a:xfrm>
            <a:prstGeom prst="rect">
              <a:avLst/>
            </a:prstGeom>
          </p:spPr>
        </p:pic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8479187E-2479-86A0-1058-30350C5947A3}"/>
                </a:ext>
              </a:extLst>
            </p:cNvPr>
            <p:cNvSpPr/>
            <p:nvPr/>
          </p:nvSpPr>
          <p:spPr bwMode="auto">
            <a:xfrm>
              <a:off x="5076056" y="4509120"/>
              <a:ext cx="3168352" cy="576064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9310200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28FC5CE-C5F7-B0FD-65B6-3913D2214B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5072" t="33200" b="23751"/>
          <a:stretch/>
        </p:blipFill>
        <p:spPr>
          <a:xfrm rot="16200000">
            <a:off x="2606897" y="-1083968"/>
            <a:ext cx="1378118" cy="63769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E397AC4-A884-D1A9-6D5A-5EF1753EC3BC}"/>
                  </a:ext>
                </a:extLst>
              </p:cNvPr>
              <p:cNvSpPr txBox="1"/>
              <p:nvPr/>
            </p:nvSpPr>
            <p:spPr>
              <a:xfrm>
                <a:off x="1619672" y="3310825"/>
                <a:ext cx="702260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d>
                        <m:dPr>
                          <m:ctrlPr>
                            <a:rPr kumimoji="1" lang="en-US" altLang="zh-CN" b="1" i="1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i="1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i="1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kumimoji="1" lang="en-US" altLang="zh-CN" b="1" i="1" smtClean="0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  <m:r>
                        <a:rPr kumimoji="1" lang="en-US" altLang="zh-CN" b="1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zh-CN" b="1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kumimoji="1" lang="en-US" altLang="zh-CN" i="1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CN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b="1" i="1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kumimoji="1" lang="en-US" altLang="zh-CN" i="1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>
                  <a:solidFill>
                    <a:srgbClr val="001892"/>
                  </a:solidFill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E397AC4-A884-D1A9-6D5A-5EF1753EC3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672" y="3310825"/>
                <a:ext cx="7022608" cy="523220"/>
              </a:xfrm>
              <a:prstGeom prst="rect">
                <a:avLst/>
              </a:prstGeom>
              <a:blipFill>
                <a:blip r:embed="rId4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线连接符 48">
            <a:extLst>
              <a:ext uri="{FF2B5EF4-FFF2-40B4-BE49-F238E27FC236}">
                <a16:creationId xmlns:a16="http://schemas.microsoft.com/office/drawing/2014/main" id="{62025C81-9289-7E8C-669E-E27D78339710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2D87429-54FB-1D81-EED1-87008FAAABED}"/>
                  </a:ext>
                </a:extLst>
              </p:cNvPr>
              <p:cNvSpPr txBox="1"/>
              <p:nvPr/>
            </p:nvSpPr>
            <p:spPr>
              <a:xfrm>
                <a:off x="899592" y="3356992"/>
                <a:ext cx="294914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kumimoji="1" lang="en-US" altLang="zh-CN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kumimoji="1" lang="en-US" altLang="zh-CN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kumimoji="1" lang="en-US" altLang="zh-CN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kumimoji="1" lang="en-US" altLang="zh-CN" i="1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kumimoji="1" lang="en-US" altLang="zh-CN" i="1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kumimoji="1" lang="en-US" altLang="zh-CN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kumimoji="1" lang="en-US" altLang="zh-CN" b="1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}=</m:t>
                      </m:r>
                    </m:oMath>
                  </m:oMathPara>
                </a14:m>
                <a:endParaRPr kumimoji="1" lang="zh-CN" altLang="en-US" dirty="0">
                  <a:solidFill>
                    <a:srgbClr val="001892"/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2D87429-54FB-1D81-EED1-87008FAAAB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3356992"/>
                <a:ext cx="2949141" cy="430887"/>
              </a:xfrm>
              <a:prstGeom prst="rect">
                <a:avLst/>
              </a:prstGeom>
              <a:blipFill>
                <a:blip r:embed="rId5"/>
                <a:stretch>
                  <a:fillRect l="-2155" r="-862" b="-3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88D1D7A-5D19-E485-E413-8C7FA2B383E5}"/>
                  </a:ext>
                </a:extLst>
              </p:cNvPr>
              <p:cNvSpPr txBox="1"/>
              <p:nvPr/>
            </p:nvSpPr>
            <p:spPr>
              <a:xfrm>
                <a:off x="611560" y="4603754"/>
                <a:ext cx="702260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kumimoji="1" lang="en-US" altLang="zh-CN" b="1" i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kumimoji="1" lang="en-US" altLang="zh-CN" i="1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kumimoji="1" lang="en-US" altLang="zh-CN" i="1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b="1" i="1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kumimoji="1" lang="en-US" altLang="zh-CN" b="1" i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}+</m:t>
                      </m:r>
                      <m:r>
                        <a:rPr kumimoji="1" lang="en-US" altLang="zh-CN" i="1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kumimoji="1" lang="en-US" altLang="zh-CN" b="1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kumimoji="1" lang="en-US" altLang="zh-CN" i="1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kumimoji="1" lang="en-US" altLang="zh-CN" i="1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b="1" i="1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kumimoji="1" lang="en-US" altLang="zh-CN" b="1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}+…+</m:t>
                      </m:r>
                      <m:r>
                        <a:rPr kumimoji="1" lang="en-US" altLang="zh-CN" i="1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kumimoji="1" lang="en-US" altLang="zh-CN" i="1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i="1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kumimoji="1" lang="en-US" altLang="zh-CN" i="1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kumimoji="1" lang="en-US" altLang="zh-CN" i="1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>
                  <a:solidFill>
                    <a:srgbClr val="001892"/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88D1D7A-5D19-E485-E413-8C7FA2B38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4603754"/>
                <a:ext cx="7022608" cy="523220"/>
              </a:xfrm>
              <a:prstGeom prst="rect">
                <a:avLst/>
              </a:prstGeom>
              <a:blipFill>
                <a:blip r:embed="rId6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2">
            <a:extLst>
              <a:ext uri="{FF2B5EF4-FFF2-40B4-BE49-F238E27FC236}">
                <a16:creationId xmlns:a16="http://schemas.microsoft.com/office/drawing/2014/main" id="{3ECB88BB-8B23-20BF-38EF-DD485F3194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7581" y="0"/>
            <a:ext cx="5868839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j-cs"/>
              </a:rPr>
              <a:t>离散型随机变量的分布函数</a:t>
            </a:r>
          </a:p>
        </p:txBody>
      </p:sp>
    </p:spTree>
    <p:extLst>
      <p:ext uri="{BB962C8B-B14F-4D97-AF65-F5344CB8AC3E}">
        <p14:creationId xmlns:p14="http://schemas.microsoft.com/office/powerpoint/2010/main" val="405555571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267" name="Text Box 3">
                <a:extLst>
                  <a:ext uri="{FF2B5EF4-FFF2-40B4-BE49-F238E27FC236}">
                    <a16:creationId xmlns:a16="http://schemas.microsoft.com/office/drawing/2014/main" id="{CBFBE8F0-9EDB-2D46-9E65-F0460B727B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0623" y="1357410"/>
                <a:ext cx="7084760" cy="4924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zh-CN" altLang="en-US" sz="2600" dirty="0">
                    <a:solidFill>
                      <a:srgbClr val="001892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设 </a:t>
                </a:r>
                <a14:m>
                  <m:oMath xmlns:m="http://schemas.openxmlformats.org/officeDocument/2006/math">
                    <m:r>
                      <a:rPr lang="en-US" altLang="zh-CN" sz="2600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𝑿</m:t>
                    </m:r>
                  </m:oMath>
                </a14:m>
                <a:r>
                  <a:rPr lang="zh-CN" altLang="en-US" sz="2600" dirty="0">
                    <a:solidFill>
                      <a:srgbClr val="001892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 的概率分布为（其中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600" b="1" i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600" b="1" i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sz="2600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sz="2600" i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b="1" i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600" b="1" i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600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sz="2600" i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b="1" i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600" b="1" i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sz="2600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2600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zh-CN" altLang="en-US" sz="2600" dirty="0">
                    <a:solidFill>
                      <a:srgbClr val="001892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）</a:t>
                </a:r>
              </a:p>
            </p:txBody>
          </p:sp>
        </mc:Choice>
        <mc:Fallback xmlns="">
          <p:sp>
            <p:nvSpPr>
              <p:cNvPr id="11267" name="Text Box 3">
                <a:extLst>
                  <a:ext uri="{FF2B5EF4-FFF2-40B4-BE49-F238E27FC236}">
                    <a16:creationId xmlns:a16="http://schemas.microsoft.com/office/drawing/2014/main" id="{CBFBE8F0-9EDB-2D46-9E65-F0460B727B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0623" y="1357410"/>
                <a:ext cx="7084760" cy="492443"/>
              </a:xfrm>
              <a:prstGeom prst="rect">
                <a:avLst/>
              </a:prstGeom>
              <a:blipFill>
                <a:blip r:embed="rId3"/>
                <a:stretch>
                  <a:fillRect l="-1610" t="-15385" r="-537" b="-2564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71" name="Text Box 7">
                <a:extLst>
                  <a:ext uri="{FF2B5EF4-FFF2-40B4-BE49-F238E27FC236}">
                    <a16:creationId xmlns:a16="http://schemas.microsoft.com/office/drawing/2014/main" id="{72A09E22-A211-E940-99E0-B9C88DE1DD1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0623" y="3454826"/>
                <a:ext cx="2762295" cy="4924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zh-CN" altLang="en-US" sz="2600" dirty="0">
                    <a:solidFill>
                      <a:srgbClr val="001892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则 </a:t>
                </a:r>
                <a14:m>
                  <m:oMath xmlns:m="http://schemas.openxmlformats.org/officeDocument/2006/math">
                    <m:r>
                      <a:rPr lang="en-US" altLang="zh-CN" sz="2600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𝑿</m:t>
                    </m:r>
                  </m:oMath>
                </a14:m>
                <a:r>
                  <a:rPr lang="zh-CN" altLang="en-US" sz="2600" dirty="0">
                    <a:solidFill>
                      <a:srgbClr val="001892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 的分布函数</a:t>
                </a:r>
              </a:p>
            </p:txBody>
          </p:sp>
        </mc:Choice>
        <mc:Fallback xmlns="">
          <p:sp>
            <p:nvSpPr>
              <p:cNvPr id="11271" name="Text Box 7">
                <a:extLst>
                  <a:ext uri="{FF2B5EF4-FFF2-40B4-BE49-F238E27FC236}">
                    <a16:creationId xmlns:a16="http://schemas.microsoft.com/office/drawing/2014/main" id="{72A09E22-A211-E940-99E0-B9C88DE1DD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0623" y="3454826"/>
                <a:ext cx="2762295" cy="492443"/>
              </a:xfrm>
              <a:prstGeom prst="rect">
                <a:avLst/>
              </a:prstGeom>
              <a:blipFill>
                <a:blip r:embed="rId4"/>
                <a:stretch>
                  <a:fillRect l="-4110" t="-15000" r="-2740" b="-250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273" name="Object 9">
            <a:extLst>
              <a:ext uri="{FF2B5EF4-FFF2-40B4-BE49-F238E27FC236}">
                <a16:creationId xmlns:a16="http://schemas.microsoft.com/office/drawing/2014/main" id="{7DAE17CE-9FC6-CF45-9A07-6D8BE81676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4111305"/>
              </p:ext>
            </p:extLst>
          </p:nvPr>
        </p:nvGraphicFramePr>
        <p:xfrm>
          <a:off x="904180" y="4437112"/>
          <a:ext cx="223217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公式" r:id="rId5" imgW="24866600" imgH="4686300" progId="Equation.3">
                  <p:embed/>
                </p:oleObj>
              </mc:Choice>
              <mc:Fallback>
                <p:oleObj name="公式" r:id="rId5" imgW="24866600" imgH="4686300" progId="Equation.3">
                  <p:embed/>
                  <p:pic>
                    <p:nvPicPr>
                      <p:cNvPr id="11273" name="Object 9">
                        <a:extLst>
                          <a:ext uri="{FF2B5EF4-FFF2-40B4-BE49-F238E27FC236}">
                            <a16:creationId xmlns:a16="http://schemas.microsoft.com/office/drawing/2014/main" id="{7DAE17CE-9FC6-CF45-9A07-6D8BE81676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4180" y="4437112"/>
                        <a:ext cx="223217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4" name="Object 10">
            <a:extLst>
              <a:ext uri="{FF2B5EF4-FFF2-40B4-BE49-F238E27FC236}">
                <a16:creationId xmlns:a16="http://schemas.microsoft.com/office/drawing/2014/main" id="{7AACEEDB-7E92-564D-9275-C2F2CD8124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0188393"/>
              </p:ext>
            </p:extLst>
          </p:nvPr>
        </p:nvGraphicFramePr>
        <p:xfrm>
          <a:off x="1589403" y="5550314"/>
          <a:ext cx="2838581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公式" r:id="rId7" imgW="27800300" imgH="5270500" progId="Equation.3">
                  <p:embed/>
                </p:oleObj>
              </mc:Choice>
              <mc:Fallback>
                <p:oleObj name="公式" r:id="rId7" imgW="27800300" imgH="5270500" progId="Equation.3">
                  <p:embed/>
                  <p:pic>
                    <p:nvPicPr>
                      <p:cNvPr id="11274" name="Object 10">
                        <a:extLst>
                          <a:ext uri="{FF2B5EF4-FFF2-40B4-BE49-F238E27FC236}">
                            <a16:creationId xmlns:a16="http://schemas.microsoft.com/office/drawing/2014/main" id="{7AACEEDB-7E92-564D-9275-C2F2CD8124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9403" y="5550314"/>
                        <a:ext cx="2838581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5" name="Object 11">
            <a:extLst>
              <a:ext uri="{FF2B5EF4-FFF2-40B4-BE49-F238E27FC236}">
                <a16:creationId xmlns:a16="http://schemas.microsoft.com/office/drawing/2014/main" id="{7811518A-1A56-0045-B069-31A4DEC355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7907347"/>
              </p:ext>
            </p:extLst>
          </p:nvPr>
        </p:nvGraphicFramePr>
        <p:xfrm>
          <a:off x="1593196" y="4989694"/>
          <a:ext cx="1728043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公式" r:id="rId9" imgW="18427700" imgH="5270500" progId="Equation.3">
                  <p:embed/>
                </p:oleObj>
              </mc:Choice>
              <mc:Fallback>
                <p:oleObj name="公式" r:id="rId9" imgW="18427700" imgH="5270500" progId="Equation.3">
                  <p:embed/>
                  <p:pic>
                    <p:nvPicPr>
                      <p:cNvPr id="11275" name="Object 11">
                        <a:extLst>
                          <a:ext uri="{FF2B5EF4-FFF2-40B4-BE49-F238E27FC236}">
                            <a16:creationId xmlns:a16="http://schemas.microsoft.com/office/drawing/2014/main" id="{7811518A-1A56-0045-B069-31A4DEC355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3196" y="4989694"/>
                        <a:ext cx="1728043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6" name="Text Box 12">
            <a:extLst>
              <a:ext uri="{FF2B5EF4-FFF2-40B4-BE49-F238E27FC236}">
                <a16:creationId xmlns:a16="http://schemas.microsoft.com/office/drawing/2014/main" id="{01E9ED4B-7D49-BC4B-84BA-20FA681D6C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5957" y="4945179"/>
            <a:ext cx="423705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b="0" dirty="0">
                <a:latin typeface="KaiTi" panose="02010609060101010101" pitchFamily="49" charset="-122"/>
                <a:ea typeface="+mn-ea"/>
              </a:rPr>
              <a:t>（   </a:t>
            </a:r>
            <a:r>
              <a:rPr lang="zh-CN" altLang="en-US" b="0" dirty="0">
                <a:latin typeface="KaiTi" panose="02010609060101010101" pitchFamily="49" charset="-122"/>
                <a:ea typeface="KaiTi" panose="02010609060101010101" pitchFamily="49" charset="-122"/>
              </a:rPr>
              <a:t>满足</a:t>
            </a:r>
            <a:r>
              <a:rPr lang="zh-CN" altLang="en-US" b="0" dirty="0">
                <a:latin typeface="KaiTi" panose="02010609060101010101" pitchFamily="49" charset="-122"/>
                <a:ea typeface="+mn-ea"/>
              </a:rPr>
              <a:t>			）</a:t>
            </a:r>
          </a:p>
        </p:txBody>
      </p:sp>
      <p:graphicFrame>
        <p:nvGraphicFramePr>
          <p:cNvPr id="11277" name="Object 13">
            <a:extLst>
              <a:ext uri="{FF2B5EF4-FFF2-40B4-BE49-F238E27FC236}">
                <a16:creationId xmlns:a16="http://schemas.microsoft.com/office/drawing/2014/main" id="{E5B7C621-DCA6-C447-A5B6-92BF77C238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6239534"/>
              </p:ext>
            </p:extLst>
          </p:nvPr>
        </p:nvGraphicFramePr>
        <p:xfrm>
          <a:off x="3886282" y="5017876"/>
          <a:ext cx="307975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公式" r:id="rId11" imgW="2921000" imgH="4102100" progId="Equation.3">
                  <p:embed/>
                </p:oleObj>
              </mc:Choice>
              <mc:Fallback>
                <p:oleObj name="公式" r:id="rId11" imgW="2921000" imgH="4102100" progId="Equation.3">
                  <p:embed/>
                  <p:pic>
                    <p:nvPicPr>
                      <p:cNvPr id="11277" name="Object 13">
                        <a:extLst>
                          <a:ext uri="{FF2B5EF4-FFF2-40B4-BE49-F238E27FC236}">
                            <a16:creationId xmlns:a16="http://schemas.microsoft.com/office/drawing/2014/main" id="{E5B7C621-DCA6-C447-A5B6-92BF77C238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82" y="5017876"/>
                        <a:ext cx="307975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8" name="Object 14">
            <a:extLst>
              <a:ext uri="{FF2B5EF4-FFF2-40B4-BE49-F238E27FC236}">
                <a16:creationId xmlns:a16="http://schemas.microsoft.com/office/drawing/2014/main" id="{D5BC9946-90B4-174E-87BA-C8F19B2D60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4653801"/>
              </p:ext>
            </p:extLst>
          </p:nvPr>
        </p:nvGraphicFramePr>
        <p:xfrm>
          <a:off x="5148064" y="4989694"/>
          <a:ext cx="1878012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公式" r:id="rId13" imgW="17843500" imgH="5270500" progId="Equation.3">
                  <p:embed/>
                </p:oleObj>
              </mc:Choice>
              <mc:Fallback>
                <p:oleObj name="公式" r:id="rId13" imgW="17843500" imgH="5270500" progId="Equation.3">
                  <p:embed/>
                  <p:pic>
                    <p:nvPicPr>
                      <p:cNvPr id="11278" name="Object 14">
                        <a:extLst>
                          <a:ext uri="{FF2B5EF4-FFF2-40B4-BE49-F238E27FC236}">
                            <a16:creationId xmlns:a16="http://schemas.microsoft.com/office/drawing/2014/main" id="{D5BC9946-90B4-174E-87BA-C8F19B2D60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064" y="4989694"/>
                        <a:ext cx="1878012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>
            <a:extLst>
              <a:ext uri="{FF2B5EF4-FFF2-40B4-BE49-F238E27FC236}">
                <a16:creationId xmlns:a16="http://schemas.microsoft.com/office/drawing/2014/main" id="{CC4564E4-5BA8-7D41-AB64-844B644DCB2C}"/>
              </a:ext>
            </a:extLst>
          </p:cNvPr>
          <p:cNvPicPr>
            <a:picLocks noChangeAspect="1"/>
          </p:cNvPicPr>
          <p:nvPr/>
        </p:nvPicPr>
        <p:blipFill rotWithShape="1">
          <a:blip r:embed="rId15"/>
          <a:srcRect r="8252"/>
          <a:stretch/>
        </p:blipFill>
        <p:spPr>
          <a:xfrm>
            <a:off x="2376668" y="2082003"/>
            <a:ext cx="4289695" cy="119361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3DF85A1-B814-E079-EA7F-874AE062E0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7581" y="0"/>
            <a:ext cx="5868839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j-cs"/>
              </a:rPr>
              <a:t>离散型随机变量的分布函数</a:t>
            </a:r>
          </a:p>
        </p:txBody>
      </p:sp>
      <p:cxnSp>
        <p:nvCxnSpPr>
          <p:cNvPr id="4" name="直线连接符 48">
            <a:extLst>
              <a:ext uri="{FF2B5EF4-FFF2-40B4-BE49-F238E27FC236}">
                <a16:creationId xmlns:a16="http://schemas.microsoft.com/office/drawing/2014/main" id="{38006A4D-B362-9E27-2E6E-A261C5F21387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C04C649-C748-8546-A2E5-25C6D4EB926C}"/>
              </a:ext>
            </a:extLst>
          </p:cNvPr>
          <p:cNvSpPr/>
          <p:nvPr/>
        </p:nvSpPr>
        <p:spPr bwMode="auto">
          <a:xfrm>
            <a:off x="107504" y="910757"/>
            <a:ext cx="683568" cy="36004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KaiTi" panose="02010609060101010101" pitchFamily="49" charset="-122"/>
              <a:ea typeface="宋体" panose="02010600030101010101" pitchFamily="2" charset="-122"/>
            </a:endParaRPr>
          </a:p>
        </p:txBody>
      </p:sp>
      <p:pic>
        <p:nvPicPr>
          <p:cNvPr id="8" name="图片 7" descr="钟表的特写&#10;&#10;中度可信度描述已自动生成">
            <a:extLst>
              <a:ext uri="{FF2B5EF4-FFF2-40B4-BE49-F238E27FC236}">
                <a16:creationId xmlns:a16="http://schemas.microsoft.com/office/drawing/2014/main" id="{12A4765B-4560-4A47-AF42-305AD1B24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840" y="3062837"/>
            <a:ext cx="2771452" cy="1006075"/>
          </a:xfrm>
          <a:prstGeom prst="rect">
            <a:avLst/>
          </a:prstGeom>
        </p:spPr>
      </p:pic>
      <p:pic>
        <p:nvPicPr>
          <p:cNvPr id="13" name="图片 12" descr="图表&#10;&#10;描述已自动生成">
            <a:extLst>
              <a:ext uri="{FF2B5EF4-FFF2-40B4-BE49-F238E27FC236}">
                <a16:creationId xmlns:a16="http://schemas.microsoft.com/office/drawing/2014/main" id="{0177BA88-0EE1-A748-8B96-43447839E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48" y="4715452"/>
            <a:ext cx="3600400" cy="18565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圆角矩形 14">
                <a:extLst>
                  <a:ext uri="{FF2B5EF4-FFF2-40B4-BE49-F238E27FC236}">
                    <a16:creationId xmlns:a16="http://schemas.microsoft.com/office/drawing/2014/main" id="{013F3BEA-E8FE-1243-9A9B-C81BD218FFEF}"/>
                  </a:ext>
                </a:extLst>
              </p:cNvPr>
              <p:cNvSpPr/>
              <p:nvPr/>
            </p:nvSpPr>
            <p:spPr>
              <a:xfrm>
                <a:off x="345881" y="1206768"/>
                <a:ext cx="8452237" cy="1740763"/>
              </a:xfrm>
              <a:prstGeom prst="roundRect">
                <a:avLst>
                  <a:gd name="adj" fmla="val 6161"/>
                </a:avLst>
              </a:prstGeom>
              <a:ln w="19050">
                <a:solidFill>
                  <a:srgbClr val="001892"/>
                </a:solidFill>
                <a:prstDash val="sysDot"/>
              </a:ln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sz="2400" dirty="0">
                    <a:solidFill>
                      <a:srgbClr val="001892"/>
                    </a:solidFill>
                    <a:latin typeface="Cambria Math" panose="02040503050406030204" pitchFamily="18" charset="0"/>
                    <a:ea typeface="KaiTi" panose="02010609060101010101" pitchFamily="49" charset="-122"/>
                  </a:rPr>
                  <a:t>一罐子中有</a:t>
                </a:r>
                <a:r>
                  <a:rPr lang="en-US" altLang="zh-CN" sz="2400" dirty="0">
                    <a:solidFill>
                      <a:srgbClr val="00189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6</a:t>
                </a:r>
                <a:r>
                  <a:rPr lang="zh-CN" altLang="en-US" sz="2400" dirty="0">
                    <a:solidFill>
                      <a:srgbClr val="001892"/>
                    </a:solidFill>
                    <a:latin typeface="Cambria Math" panose="02040503050406030204" pitchFamily="18" charset="0"/>
                    <a:ea typeface="KaiTi" panose="02010609060101010101" pitchFamily="49" charset="-122"/>
                  </a:rPr>
                  <a:t>个大小形状一致的球</a:t>
                </a:r>
                <a:r>
                  <a:rPr lang="en-US" altLang="zh-CN" sz="2400" dirty="0">
                    <a:solidFill>
                      <a:srgbClr val="00189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zh-CN" altLang="en-US" sz="2400" dirty="0">
                    <a:solidFill>
                      <a:srgbClr val="001892"/>
                    </a:solidFill>
                    <a:latin typeface="Cambria Math" panose="02040503050406030204" pitchFamily="18" charset="0"/>
                    <a:ea typeface="KaiTi" panose="02010609060101010101" pitchFamily="49" charset="-122"/>
                  </a:rPr>
                  <a:t>球号分别为</a:t>
                </a:r>
                <a:r>
                  <a:rPr lang="en-US" altLang="zh-CN" sz="2400" dirty="0">
                    <a:solidFill>
                      <a:srgbClr val="00189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1,</a:t>
                </a:r>
                <a:r>
                  <a:rPr lang="zh-CN" altLang="en-US" sz="2400" dirty="0">
                    <a:solidFill>
                      <a:srgbClr val="001892"/>
                    </a:solidFill>
                    <a:latin typeface="Cambria Math" panose="02040503050406030204" pitchFamily="18" charset="0"/>
                    <a:ea typeface="KaiTi" panose="02010609060101010101" pitchFamily="49" charset="-122"/>
                  </a:rPr>
                  <a:t> </a:t>
                </a:r>
                <a:r>
                  <a:rPr lang="en-US" altLang="zh-CN" sz="2400" dirty="0">
                    <a:solidFill>
                      <a:srgbClr val="00189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2,</a:t>
                </a:r>
                <a:r>
                  <a:rPr lang="zh-CN" altLang="en-US" sz="2400" dirty="0">
                    <a:solidFill>
                      <a:srgbClr val="001892"/>
                    </a:solidFill>
                    <a:latin typeface="Cambria Math" panose="02040503050406030204" pitchFamily="18" charset="0"/>
                    <a:ea typeface="KaiTi" panose="02010609060101010101" pitchFamily="49" charset="-122"/>
                  </a:rPr>
                  <a:t> </a:t>
                </a:r>
                <a:r>
                  <a:rPr lang="en-US" altLang="zh-CN" sz="2400" dirty="0">
                    <a:solidFill>
                      <a:srgbClr val="00189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2,</a:t>
                </a:r>
                <a:r>
                  <a:rPr lang="zh-CN" altLang="en-US" sz="2400" dirty="0">
                    <a:solidFill>
                      <a:srgbClr val="001892"/>
                    </a:solidFill>
                    <a:latin typeface="Cambria Math" panose="02040503050406030204" pitchFamily="18" charset="0"/>
                    <a:ea typeface="KaiTi" panose="02010609060101010101" pitchFamily="49" charset="-122"/>
                  </a:rPr>
                  <a:t> </a:t>
                </a:r>
                <a:r>
                  <a:rPr lang="en-US" altLang="zh-CN" sz="2400" dirty="0">
                    <a:solidFill>
                      <a:srgbClr val="00189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3,</a:t>
                </a:r>
                <a:r>
                  <a:rPr lang="zh-CN" altLang="en-US" sz="2400" dirty="0">
                    <a:solidFill>
                      <a:srgbClr val="001892"/>
                    </a:solidFill>
                    <a:latin typeface="Cambria Math" panose="02040503050406030204" pitchFamily="18" charset="0"/>
                    <a:ea typeface="KaiTi" panose="02010609060101010101" pitchFamily="49" charset="-122"/>
                  </a:rPr>
                  <a:t> </a:t>
                </a:r>
                <a:r>
                  <a:rPr lang="en-US" altLang="zh-CN" sz="2400" dirty="0">
                    <a:solidFill>
                      <a:srgbClr val="00189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3,</a:t>
                </a:r>
                <a:r>
                  <a:rPr lang="zh-CN" altLang="en-US" sz="2400" dirty="0">
                    <a:solidFill>
                      <a:srgbClr val="001892"/>
                    </a:solidFill>
                    <a:latin typeface="Cambria Math" panose="02040503050406030204" pitchFamily="18" charset="0"/>
                    <a:ea typeface="KaiTi" panose="02010609060101010101" pitchFamily="49" charset="-122"/>
                  </a:rPr>
                  <a:t> </a:t>
                </a:r>
                <a:r>
                  <a:rPr lang="en-US" altLang="zh-CN" sz="2400" dirty="0">
                    <a:solidFill>
                      <a:srgbClr val="00189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3</a:t>
                </a:r>
                <a:r>
                  <a:rPr lang="zh-CN" altLang="en-US" sz="2400" dirty="0">
                    <a:solidFill>
                      <a:srgbClr val="001892"/>
                    </a:solidFill>
                    <a:latin typeface="Cambria Math" panose="02040503050406030204" pitchFamily="18" charset="0"/>
                    <a:ea typeface="KaiTi" panose="02010609060101010101" pitchFamily="49" charset="-122"/>
                  </a:rPr>
                  <a:t>。</a:t>
                </a:r>
                <a:r>
                  <a:rPr lang="en-US" altLang="zh-CN" sz="2400" dirty="0">
                    <a:solidFill>
                      <a:srgbClr val="00189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>
                    <a:solidFill>
                      <a:srgbClr val="001892"/>
                    </a:solidFill>
                    <a:latin typeface="Cambria Math" panose="02040503050406030204" pitchFamily="18" charset="0"/>
                    <a:ea typeface="KaiTi" panose="02010609060101010101" pitchFamily="49" charset="-122"/>
                  </a:rPr>
                  <a:t>现随机摸一球</a:t>
                </a:r>
                <a:r>
                  <a:rPr lang="en-US" altLang="zh-CN" sz="2400" dirty="0">
                    <a:solidFill>
                      <a:srgbClr val="00189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zh-CN" altLang="en-US" sz="2400" dirty="0">
                    <a:solidFill>
                      <a:srgbClr val="001892"/>
                    </a:solidFill>
                    <a:latin typeface="Cambria Math" panose="02040503050406030204" pitchFamily="18" charset="0"/>
                    <a:ea typeface="KaiTi" panose="02010609060101010101" pitchFamily="49" charset="-122"/>
                  </a:rPr>
                  <a:t>假设摸到各球的可能性相同</a:t>
                </a:r>
                <a:r>
                  <a:rPr lang="en-US" altLang="zh-CN" sz="2400" dirty="0">
                    <a:solidFill>
                      <a:srgbClr val="00189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), </a:t>
                </a:r>
                <a:r>
                  <a:rPr lang="zh-CN" altLang="en-US" sz="2400" dirty="0">
                    <a:solidFill>
                      <a:srgbClr val="001892"/>
                    </a:solidFill>
                    <a:latin typeface="Cambria Math" panose="02040503050406030204" pitchFamily="18" charset="0"/>
                    <a:ea typeface="KaiTi" panose="02010609060101010101" pitchFamily="49" charset="-122"/>
                  </a:rPr>
                  <a:t>用</a:t>
                </a:r>
                <a:r>
                  <a:rPr lang="zh-CN" altLang="en-US" sz="2400" dirty="0">
                    <a:solidFill>
                      <a:srgbClr val="00189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sz="2400" dirty="0">
                    <a:solidFill>
                      <a:srgbClr val="001892"/>
                    </a:solidFill>
                    <a:latin typeface="Cambria Math" panose="02040503050406030204" pitchFamily="18" charset="0"/>
                    <a:ea typeface="KaiTi" panose="02010609060101010101" pitchFamily="49" charset="-122"/>
                  </a:rPr>
                  <a:t> 表示摸到的球的球号</a:t>
                </a:r>
                <a:r>
                  <a:rPr lang="en-US" altLang="zh-CN" sz="2400" dirty="0">
                    <a:solidFill>
                      <a:srgbClr val="00189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. </a:t>
                </a:r>
                <a:r>
                  <a:rPr lang="zh-CN" altLang="en-US" sz="2400" dirty="0">
                    <a:solidFill>
                      <a:srgbClr val="001892"/>
                    </a:solidFill>
                    <a:latin typeface="Cambria Math" panose="02040503050406030204" pitchFamily="18" charset="0"/>
                    <a:ea typeface="KaiTi" panose="02010609060101010101" pitchFamily="49" charset="-122"/>
                  </a:rPr>
                  <a:t>求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sz="2400" dirty="0">
                    <a:solidFill>
                      <a:srgbClr val="00189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>
                    <a:solidFill>
                      <a:srgbClr val="001892"/>
                    </a:solidFill>
                    <a:latin typeface="Cambria Math" panose="02040503050406030204" pitchFamily="18" charset="0"/>
                    <a:ea typeface="KaiTi" panose="02010609060101010101" pitchFamily="49" charset="-122"/>
                  </a:rPr>
                  <a:t>的分布函数。</a:t>
                </a:r>
              </a:p>
            </p:txBody>
          </p:sp>
        </mc:Choice>
        <mc:Fallback xmlns="">
          <p:sp>
            <p:nvSpPr>
              <p:cNvPr id="15" name="圆角矩形 14">
                <a:extLst>
                  <a:ext uri="{FF2B5EF4-FFF2-40B4-BE49-F238E27FC236}">
                    <a16:creationId xmlns:a16="http://schemas.microsoft.com/office/drawing/2014/main" id="{013F3BEA-E8FE-1243-9A9B-C81BD218FF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881" y="1206768"/>
                <a:ext cx="8452237" cy="1740763"/>
              </a:xfrm>
              <a:prstGeom prst="roundRect">
                <a:avLst>
                  <a:gd name="adj" fmla="val 6161"/>
                </a:avLst>
              </a:prstGeom>
              <a:blipFill>
                <a:blip r:embed="rId5"/>
                <a:stretch>
                  <a:fillRect l="-599" r="-599" b="-5000"/>
                </a:stretch>
              </a:blipFill>
              <a:ln w="19050">
                <a:solidFill>
                  <a:srgbClr val="001892"/>
                </a:solidFill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线连接符 48">
            <a:extLst>
              <a:ext uri="{FF2B5EF4-FFF2-40B4-BE49-F238E27FC236}">
                <a16:creationId xmlns:a16="http://schemas.microsoft.com/office/drawing/2014/main" id="{525F02AC-AD7C-71A2-2142-9B61F2576450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2">
            <a:extLst>
              <a:ext uri="{FF2B5EF4-FFF2-40B4-BE49-F238E27FC236}">
                <a16:creationId xmlns:a16="http://schemas.microsoft.com/office/drawing/2014/main" id="{073CF4FD-88C4-636E-A080-7ACA0770D8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7581" y="0"/>
            <a:ext cx="5868839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j-cs"/>
              </a:rPr>
              <a:t>离散型随机变量的分布函数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467362A-5F26-4080-1D37-83B79884BCA7}"/>
              </a:ext>
            </a:extLst>
          </p:cNvPr>
          <p:cNvGrpSpPr/>
          <p:nvPr/>
        </p:nvGrpSpPr>
        <p:grpSpPr>
          <a:xfrm>
            <a:off x="132065" y="4715452"/>
            <a:ext cx="4267153" cy="1930765"/>
            <a:chOff x="132065" y="4715452"/>
            <a:chExt cx="4267153" cy="1930765"/>
          </a:xfrm>
        </p:grpSpPr>
        <p:pic>
          <p:nvPicPr>
            <p:cNvPr id="11" name="图片 10" descr="图示&#10;&#10;描述已自动生成">
              <a:extLst>
                <a:ext uri="{FF2B5EF4-FFF2-40B4-BE49-F238E27FC236}">
                  <a16:creationId xmlns:a16="http://schemas.microsoft.com/office/drawing/2014/main" id="{A9CF4841-D869-7843-9A14-BB17E58B8EC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2065" y="4715452"/>
              <a:ext cx="4267153" cy="1930765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8E0F22FE-27B2-9514-6378-357D80542E1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41666" t="1" b="3804"/>
            <a:stretch/>
          </p:blipFill>
          <p:spPr>
            <a:xfrm>
              <a:off x="1088623" y="5463728"/>
              <a:ext cx="1097915" cy="360040"/>
            </a:xfrm>
            <a:prstGeom prst="rect">
              <a:avLst/>
            </a:prstGeom>
            <a:solidFill>
              <a:schemeClr val="bg1"/>
            </a:solidFill>
          </p:spPr>
        </p:pic>
      </p:grpSp>
    </p:spTree>
    <p:extLst>
      <p:ext uri="{BB962C8B-B14F-4D97-AF65-F5344CB8AC3E}">
        <p14:creationId xmlns:p14="http://schemas.microsoft.com/office/powerpoint/2010/main" val="34348389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Line 3">
            <a:extLst>
              <a:ext uri="{FF2B5EF4-FFF2-40B4-BE49-F238E27FC236}">
                <a16:creationId xmlns:a16="http://schemas.microsoft.com/office/drawing/2014/main" id="{CD70CD1F-0817-2D44-BA1A-B95CBE7A55C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95738" y="2564655"/>
            <a:ext cx="0" cy="41767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 dirty="0">
              <a:latin typeface="KaiTi" panose="02010609060101010101" pitchFamily="49" charset="-122"/>
            </a:endParaRPr>
          </a:p>
        </p:txBody>
      </p:sp>
      <p:sp>
        <p:nvSpPr>
          <p:cNvPr id="12292" name="Line 4">
            <a:extLst>
              <a:ext uri="{FF2B5EF4-FFF2-40B4-BE49-F238E27FC236}">
                <a16:creationId xmlns:a16="http://schemas.microsoft.com/office/drawing/2014/main" id="{54BB93BB-9D82-AA4F-A4C6-EBE2588D7D8C}"/>
              </a:ext>
            </a:extLst>
          </p:cNvPr>
          <p:cNvSpPr>
            <a:spLocks noChangeShapeType="1"/>
          </p:cNvSpPr>
          <p:nvPr/>
        </p:nvSpPr>
        <p:spPr bwMode="auto">
          <a:xfrm>
            <a:off x="611188" y="5877768"/>
            <a:ext cx="81375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 dirty="0">
              <a:latin typeface="KaiTi" panose="02010609060101010101" pitchFamily="49" charset="-122"/>
            </a:endParaRPr>
          </a:p>
        </p:txBody>
      </p:sp>
      <p:sp>
        <p:nvSpPr>
          <p:cNvPr id="12293" name="Line 5">
            <a:extLst>
              <a:ext uri="{FF2B5EF4-FFF2-40B4-BE49-F238E27FC236}">
                <a16:creationId xmlns:a16="http://schemas.microsoft.com/office/drawing/2014/main" id="{1E63E808-AAAA-4841-A318-E83635D3948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5650" y="3717032"/>
            <a:ext cx="78486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 dirty="0">
              <a:latin typeface="KaiTi" panose="02010609060101010101" pitchFamily="49" charset="-122"/>
            </a:endParaRPr>
          </a:p>
        </p:txBody>
      </p:sp>
      <p:sp>
        <p:nvSpPr>
          <p:cNvPr id="12294" name="Line 6">
            <a:extLst>
              <a:ext uri="{FF2B5EF4-FFF2-40B4-BE49-F238E27FC236}">
                <a16:creationId xmlns:a16="http://schemas.microsoft.com/office/drawing/2014/main" id="{A5A1C7A7-939E-EA4A-BC9C-E0725A202DBF}"/>
              </a:ext>
            </a:extLst>
          </p:cNvPr>
          <p:cNvSpPr>
            <a:spLocks noChangeShapeType="1"/>
          </p:cNvSpPr>
          <p:nvPr/>
        </p:nvSpPr>
        <p:spPr bwMode="auto">
          <a:xfrm>
            <a:off x="755650" y="5733305"/>
            <a:ext cx="10080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 dirty="0">
              <a:latin typeface="KaiTi" panose="02010609060101010101" pitchFamily="49" charset="-122"/>
            </a:endParaRPr>
          </a:p>
        </p:txBody>
      </p:sp>
      <p:sp>
        <p:nvSpPr>
          <p:cNvPr id="12295" name="Oval 7">
            <a:extLst>
              <a:ext uri="{FF2B5EF4-FFF2-40B4-BE49-F238E27FC236}">
                <a16:creationId xmlns:a16="http://schemas.microsoft.com/office/drawing/2014/main" id="{DCBB8E82-DEE7-1247-930B-2579198DC3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5661868"/>
            <a:ext cx="71437" cy="71437"/>
          </a:xfrm>
          <a:prstGeom prst="ellipse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 dirty="0">
              <a:latin typeface="KaiTi" panose="02010609060101010101" pitchFamily="49" charset="-122"/>
            </a:endParaRPr>
          </a:p>
        </p:txBody>
      </p:sp>
      <p:sp>
        <p:nvSpPr>
          <p:cNvPr id="12296" name="Line 8">
            <a:extLst>
              <a:ext uri="{FF2B5EF4-FFF2-40B4-BE49-F238E27FC236}">
                <a16:creationId xmlns:a16="http://schemas.microsoft.com/office/drawing/2014/main" id="{96452093-23B7-5D46-A67F-E9FA184BCE07}"/>
              </a:ext>
            </a:extLst>
          </p:cNvPr>
          <p:cNvSpPr>
            <a:spLocks noChangeShapeType="1"/>
          </p:cNvSpPr>
          <p:nvPr/>
        </p:nvSpPr>
        <p:spPr bwMode="auto">
          <a:xfrm>
            <a:off x="755650" y="5733305"/>
            <a:ext cx="0" cy="144463"/>
          </a:xfrm>
          <a:prstGeom prst="line">
            <a:avLst/>
          </a:prstGeom>
          <a:noFill/>
          <a:ln w="19050">
            <a:solidFill>
              <a:schemeClr val="hlink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 dirty="0">
              <a:latin typeface="KaiTi" panose="02010609060101010101" pitchFamily="49" charset="-122"/>
            </a:endParaRPr>
          </a:p>
        </p:txBody>
      </p:sp>
      <p:sp>
        <p:nvSpPr>
          <p:cNvPr id="12298" name="Line 10">
            <a:extLst>
              <a:ext uri="{FF2B5EF4-FFF2-40B4-BE49-F238E27FC236}">
                <a16:creationId xmlns:a16="http://schemas.microsoft.com/office/drawing/2014/main" id="{270FE60E-6AF1-0248-8C7C-545F7E9050A8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5372943"/>
            <a:ext cx="10795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 dirty="0">
              <a:latin typeface="KaiTi" panose="02010609060101010101" pitchFamily="49" charset="-122"/>
            </a:endParaRPr>
          </a:p>
        </p:txBody>
      </p:sp>
      <p:sp>
        <p:nvSpPr>
          <p:cNvPr id="12300" name="Oval 12">
            <a:extLst>
              <a:ext uri="{FF2B5EF4-FFF2-40B4-BE49-F238E27FC236}">
                <a16:creationId xmlns:a16="http://schemas.microsoft.com/office/drawing/2014/main" id="{3D19B865-9C0C-A741-99C8-574786C27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5301505"/>
            <a:ext cx="71437" cy="71438"/>
          </a:xfrm>
          <a:prstGeom prst="ellipse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 dirty="0">
              <a:latin typeface="KaiTi" panose="02010609060101010101" pitchFamily="49" charset="-122"/>
            </a:endParaRPr>
          </a:p>
        </p:txBody>
      </p:sp>
      <p:sp>
        <p:nvSpPr>
          <p:cNvPr id="12301" name="Line 13">
            <a:extLst>
              <a:ext uri="{FF2B5EF4-FFF2-40B4-BE49-F238E27FC236}">
                <a16:creationId xmlns:a16="http://schemas.microsoft.com/office/drawing/2014/main" id="{DF3FDAD1-EC58-7649-848B-375C9C6BCB8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3213" y="4869705"/>
            <a:ext cx="25923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 dirty="0">
              <a:latin typeface="KaiTi" panose="02010609060101010101" pitchFamily="49" charset="-122"/>
            </a:endParaRPr>
          </a:p>
        </p:txBody>
      </p:sp>
      <p:sp>
        <p:nvSpPr>
          <p:cNvPr id="12302" name="Oval 14">
            <a:extLst>
              <a:ext uri="{FF2B5EF4-FFF2-40B4-BE49-F238E27FC236}">
                <a16:creationId xmlns:a16="http://schemas.microsoft.com/office/drawing/2014/main" id="{91122599-DC38-424E-84B8-1633815BB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4796680"/>
            <a:ext cx="71438" cy="71438"/>
          </a:xfrm>
          <a:prstGeom prst="ellipse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 dirty="0">
              <a:latin typeface="KaiTi" panose="02010609060101010101" pitchFamily="49" charset="-122"/>
            </a:endParaRPr>
          </a:p>
        </p:txBody>
      </p:sp>
      <p:graphicFrame>
        <p:nvGraphicFramePr>
          <p:cNvPr id="12304" name="Object 16">
            <a:extLst>
              <a:ext uri="{FF2B5EF4-FFF2-40B4-BE49-F238E27FC236}">
                <a16:creationId xmlns:a16="http://schemas.microsoft.com/office/drawing/2014/main" id="{8017A30A-9A02-9341-B350-617113FA3C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9174171"/>
              </p:ext>
            </p:extLst>
          </p:nvPr>
        </p:nvGraphicFramePr>
        <p:xfrm>
          <a:off x="611188" y="5877768"/>
          <a:ext cx="279400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公式" r:id="rId3" imgW="3505200" imgH="4978400" progId="Equation.3">
                  <p:embed/>
                </p:oleObj>
              </mc:Choice>
              <mc:Fallback>
                <p:oleObj name="公式" r:id="rId3" imgW="3505200" imgH="4978400" progId="Equation.3">
                  <p:embed/>
                  <p:pic>
                    <p:nvPicPr>
                      <p:cNvPr id="12304" name="Object 16">
                        <a:extLst>
                          <a:ext uri="{FF2B5EF4-FFF2-40B4-BE49-F238E27FC236}">
                            <a16:creationId xmlns:a16="http://schemas.microsoft.com/office/drawing/2014/main" id="{8017A30A-9A02-9341-B350-617113FA3C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5877768"/>
                        <a:ext cx="279400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5" name="Object 17">
            <a:extLst>
              <a:ext uri="{FF2B5EF4-FFF2-40B4-BE49-F238E27FC236}">
                <a16:creationId xmlns:a16="http://schemas.microsoft.com/office/drawing/2014/main" id="{86AD49F7-E71C-A34F-B72F-15003EE8A7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7380939"/>
              </p:ext>
            </p:extLst>
          </p:nvPr>
        </p:nvGraphicFramePr>
        <p:xfrm>
          <a:off x="1608138" y="5877768"/>
          <a:ext cx="303212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公式" r:id="rId5" imgW="3797300" imgH="4978400" progId="Equation.3">
                  <p:embed/>
                </p:oleObj>
              </mc:Choice>
              <mc:Fallback>
                <p:oleObj name="公式" r:id="rId5" imgW="3797300" imgH="4978400" progId="Equation.3">
                  <p:embed/>
                  <p:pic>
                    <p:nvPicPr>
                      <p:cNvPr id="12305" name="Object 17">
                        <a:extLst>
                          <a:ext uri="{FF2B5EF4-FFF2-40B4-BE49-F238E27FC236}">
                            <a16:creationId xmlns:a16="http://schemas.microsoft.com/office/drawing/2014/main" id="{86AD49F7-E71C-A34F-B72F-15003EE8A7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8138" y="5877768"/>
                        <a:ext cx="303212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6" name="Object 18">
            <a:extLst>
              <a:ext uri="{FF2B5EF4-FFF2-40B4-BE49-F238E27FC236}">
                <a16:creationId xmlns:a16="http://schemas.microsoft.com/office/drawing/2014/main" id="{6A22775D-72BF-4B43-AD4D-886DC7ACB1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1392585"/>
              </p:ext>
            </p:extLst>
          </p:nvPr>
        </p:nvGraphicFramePr>
        <p:xfrm>
          <a:off x="2689225" y="5866655"/>
          <a:ext cx="30162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公式" r:id="rId7" imgW="3797300" imgH="5270500" progId="Equation.3">
                  <p:embed/>
                </p:oleObj>
              </mc:Choice>
              <mc:Fallback>
                <p:oleObj name="公式" r:id="rId7" imgW="3797300" imgH="5270500" progId="Equation.3">
                  <p:embed/>
                  <p:pic>
                    <p:nvPicPr>
                      <p:cNvPr id="12306" name="Object 18">
                        <a:extLst>
                          <a:ext uri="{FF2B5EF4-FFF2-40B4-BE49-F238E27FC236}">
                            <a16:creationId xmlns:a16="http://schemas.microsoft.com/office/drawing/2014/main" id="{6A22775D-72BF-4B43-AD4D-886DC7ACB1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9225" y="5866655"/>
                        <a:ext cx="30162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7" name="Object 19">
            <a:extLst>
              <a:ext uri="{FF2B5EF4-FFF2-40B4-BE49-F238E27FC236}">
                <a16:creationId xmlns:a16="http://schemas.microsoft.com/office/drawing/2014/main" id="{182E4802-3041-084E-9CF5-F7742DFB81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1651595"/>
              </p:ext>
            </p:extLst>
          </p:nvPr>
        </p:nvGraphicFramePr>
        <p:xfrm>
          <a:off x="5281613" y="5877768"/>
          <a:ext cx="303212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公式" r:id="rId9" imgW="3797300" imgH="4978400" progId="Equation.3">
                  <p:embed/>
                </p:oleObj>
              </mc:Choice>
              <mc:Fallback>
                <p:oleObj name="公式" r:id="rId9" imgW="3797300" imgH="4978400" progId="Equation.3">
                  <p:embed/>
                  <p:pic>
                    <p:nvPicPr>
                      <p:cNvPr id="12307" name="Object 19">
                        <a:extLst>
                          <a:ext uri="{FF2B5EF4-FFF2-40B4-BE49-F238E27FC236}">
                            <a16:creationId xmlns:a16="http://schemas.microsoft.com/office/drawing/2014/main" id="{182E4802-3041-084E-9CF5-F7742DFB81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1613" y="5877768"/>
                        <a:ext cx="303212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8" name="Object 20">
            <a:extLst>
              <a:ext uri="{FF2B5EF4-FFF2-40B4-BE49-F238E27FC236}">
                <a16:creationId xmlns:a16="http://schemas.microsoft.com/office/drawing/2014/main" id="{7C70DB60-7260-C64F-835B-D56E73FF27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1396520"/>
              </p:ext>
            </p:extLst>
          </p:nvPr>
        </p:nvGraphicFramePr>
        <p:xfrm>
          <a:off x="395288" y="5517405"/>
          <a:ext cx="327025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公式" r:id="rId11" imgW="4102100" imgH="4978400" progId="Equation.3">
                  <p:embed/>
                </p:oleObj>
              </mc:Choice>
              <mc:Fallback>
                <p:oleObj name="公式" r:id="rId11" imgW="4102100" imgH="4978400" progId="Equation.3">
                  <p:embed/>
                  <p:pic>
                    <p:nvPicPr>
                      <p:cNvPr id="12308" name="Object 20">
                        <a:extLst>
                          <a:ext uri="{FF2B5EF4-FFF2-40B4-BE49-F238E27FC236}">
                            <a16:creationId xmlns:a16="http://schemas.microsoft.com/office/drawing/2014/main" id="{7C70DB60-7260-C64F-835B-D56E73FF27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5517405"/>
                        <a:ext cx="327025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9" name="Object 21">
            <a:extLst>
              <a:ext uri="{FF2B5EF4-FFF2-40B4-BE49-F238E27FC236}">
                <a16:creationId xmlns:a16="http://schemas.microsoft.com/office/drawing/2014/main" id="{13572C0F-80C4-614B-8BA2-A46B6E7C29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8401374"/>
              </p:ext>
            </p:extLst>
          </p:nvPr>
        </p:nvGraphicFramePr>
        <p:xfrm>
          <a:off x="1403350" y="5301505"/>
          <a:ext cx="349250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公式" r:id="rId13" imgW="4394200" imgH="4978400" progId="Equation.3">
                  <p:embed/>
                </p:oleObj>
              </mc:Choice>
              <mc:Fallback>
                <p:oleObj name="公式" r:id="rId13" imgW="4394200" imgH="4978400" progId="Equation.3">
                  <p:embed/>
                  <p:pic>
                    <p:nvPicPr>
                      <p:cNvPr id="12309" name="Object 21">
                        <a:extLst>
                          <a:ext uri="{FF2B5EF4-FFF2-40B4-BE49-F238E27FC236}">
                            <a16:creationId xmlns:a16="http://schemas.microsoft.com/office/drawing/2014/main" id="{13572C0F-80C4-614B-8BA2-A46B6E7C29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5301505"/>
                        <a:ext cx="349250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10" name="Object 22">
            <a:extLst>
              <a:ext uri="{FF2B5EF4-FFF2-40B4-BE49-F238E27FC236}">
                <a16:creationId xmlns:a16="http://schemas.microsoft.com/office/drawing/2014/main" id="{93DF35B4-DCBE-5E42-83E9-68D4E17CB6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9594977"/>
              </p:ext>
            </p:extLst>
          </p:nvPr>
        </p:nvGraphicFramePr>
        <p:xfrm>
          <a:off x="2484438" y="4858593"/>
          <a:ext cx="349250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公式" r:id="rId15" imgW="4394200" imgH="5270500" progId="Equation.3">
                  <p:embed/>
                </p:oleObj>
              </mc:Choice>
              <mc:Fallback>
                <p:oleObj name="公式" r:id="rId15" imgW="4394200" imgH="5270500" progId="Equation.3">
                  <p:embed/>
                  <p:pic>
                    <p:nvPicPr>
                      <p:cNvPr id="12310" name="Object 22">
                        <a:extLst>
                          <a:ext uri="{FF2B5EF4-FFF2-40B4-BE49-F238E27FC236}">
                            <a16:creationId xmlns:a16="http://schemas.microsoft.com/office/drawing/2014/main" id="{93DF35B4-DCBE-5E42-83E9-68D4E17CB6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4858593"/>
                        <a:ext cx="349250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11" name="Line 23">
            <a:extLst>
              <a:ext uri="{FF2B5EF4-FFF2-40B4-BE49-F238E27FC236}">
                <a16:creationId xmlns:a16="http://schemas.microsoft.com/office/drawing/2014/main" id="{6A946A0E-F721-F54E-A523-B3847EE605E6}"/>
              </a:ext>
            </a:extLst>
          </p:cNvPr>
          <p:cNvSpPr>
            <a:spLocks noChangeShapeType="1"/>
          </p:cNvSpPr>
          <p:nvPr/>
        </p:nvSpPr>
        <p:spPr bwMode="auto">
          <a:xfrm>
            <a:off x="5435600" y="3717180"/>
            <a:ext cx="25923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 dirty="0">
              <a:latin typeface="KaiTi" panose="02010609060101010101" pitchFamily="49" charset="-122"/>
            </a:endParaRPr>
          </a:p>
        </p:txBody>
      </p:sp>
      <p:sp>
        <p:nvSpPr>
          <p:cNvPr id="12312" name="Oval 24">
            <a:extLst>
              <a:ext uri="{FF2B5EF4-FFF2-40B4-BE49-F238E27FC236}">
                <a16:creationId xmlns:a16="http://schemas.microsoft.com/office/drawing/2014/main" id="{23E6FDA8-4084-3A44-B49F-D57D7352D5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7988" y="3645743"/>
            <a:ext cx="71437" cy="71437"/>
          </a:xfrm>
          <a:prstGeom prst="ellipse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 dirty="0">
              <a:latin typeface="KaiTi" panose="02010609060101010101" pitchFamily="49" charset="-122"/>
            </a:endParaRPr>
          </a:p>
        </p:txBody>
      </p:sp>
      <p:graphicFrame>
        <p:nvGraphicFramePr>
          <p:cNvPr id="12314" name="Object 26">
            <a:extLst>
              <a:ext uri="{FF2B5EF4-FFF2-40B4-BE49-F238E27FC236}">
                <a16:creationId xmlns:a16="http://schemas.microsoft.com/office/drawing/2014/main" id="{30718C9E-052E-2F49-8573-79F7F43DBA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9857086"/>
              </p:ext>
            </p:extLst>
          </p:nvPr>
        </p:nvGraphicFramePr>
        <p:xfrm>
          <a:off x="7885113" y="5866655"/>
          <a:ext cx="3032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" name="公式" r:id="rId17" imgW="3797300" imgH="5270500" progId="Equation.3">
                  <p:embed/>
                </p:oleObj>
              </mc:Choice>
              <mc:Fallback>
                <p:oleObj name="公式" r:id="rId17" imgW="3797300" imgH="5270500" progId="Equation.3">
                  <p:embed/>
                  <p:pic>
                    <p:nvPicPr>
                      <p:cNvPr id="12314" name="Object 26">
                        <a:extLst>
                          <a:ext uri="{FF2B5EF4-FFF2-40B4-BE49-F238E27FC236}">
                            <a16:creationId xmlns:a16="http://schemas.microsoft.com/office/drawing/2014/main" id="{30718C9E-052E-2F49-8573-79F7F43DBA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5113" y="5866655"/>
                        <a:ext cx="3032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15" name="Object 27">
            <a:extLst>
              <a:ext uri="{FF2B5EF4-FFF2-40B4-BE49-F238E27FC236}">
                <a16:creationId xmlns:a16="http://schemas.microsoft.com/office/drawing/2014/main" id="{0D3A1E89-4723-134A-9C4F-E87A4381FC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1027783"/>
              </p:ext>
            </p:extLst>
          </p:nvPr>
        </p:nvGraphicFramePr>
        <p:xfrm>
          <a:off x="5003800" y="4015630"/>
          <a:ext cx="34925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name="公式" r:id="rId19" imgW="4394200" imgH="4978400" progId="Equation.3">
                  <p:embed/>
                </p:oleObj>
              </mc:Choice>
              <mc:Fallback>
                <p:oleObj name="公式" r:id="rId19" imgW="4394200" imgH="4978400" progId="Equation.3">
                  <p:embed/>
                  <p:pic>
                    <p:nvPicPr>
                      <p:cNvPr id="12315" name="Object 27">
                        <a:extLst>
                          <a:ext uri="{FF2B5EF4-FFF2-40B4-BE49-F238E27FC236}">
                            <a16:creationId xmlns:a16="http://schemas.microsoft.com/office/drawing/2014/main" id="{0D3A1E89-4723-134A-9C4F-E87A4381FC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4015630"/>
                        <a:ext cx="34925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16" name="Line 28">
            <a:extLst>
              <a:ext uri="{FF2B5EF4-FFF2-40B4-BE49-F238E27FC236}">
                <a16:creationId xmlns:a16="http://schemas.microsoft.com/office/drawing/2014/main" id="{78B5F4E0-234D-8D4D-8113-2C87F66043AC}"/>
              </a:ext>
            </a:extLst>
          </p:cNvPr>
          <p:cNvSpPr>
            <a:spLocks noChangeShapeType="1"/>
          </p:cNvSpPr>
          <p:nvPr/>
        </p:nvSpPr>
        <p:spPr bwMode="auto">
          <a:xfrm>
            <a:off x="5435600" y="3717180"/>
            <a:ext cx="0" cy="1152525"/>
          </a:xfrm>
          <a:prstGeom prst="line">
            <a:avLst/>
          </a:prstGeom>
          <a:noFill/>
          <a:ln w="19050">
            <a:solidFill>
              <a:schemeClr val="hlink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 dirty="0">
              <a:latin typeface="KaiTi" panose="02010609060101010101" pitchFamily="49" charset="-122"/>
            </a:endParaRPr>
          </a:p>
        </p:txBody>
      </p:sp>
      <p:sp>
        <p:nvSpPr>
          <p:cNvPr id="12317" name="Line 29">
            <a:extLst>
              <a:ext uri="{FF2B5EF4-FFF2-40B4-BE49-F238E27FC236}">
                <a16:creationId xmlns:a16="http://schemas.microsoft.com/office/drawing/2014/main" id="{AC00D1AA-E920-A241-9DF8-DE3E88BAEF0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3213" y="4869705"/>
            <a:ext cx="0" cy="503238"/>
          </a:xfrm>
          <a:prstGeom prst="line">
            <a:avLst/>
          </a:prstGeom>
          <a:noFill/>
          <a:ln w="19050">
            <a:solidFill>
              <a:schemeClr val="hlink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 dirty="0">
              <a:latin typeface="KaiTi" panose="02010609060101010101" pitchFamily="49" charset="-122"/>
            </a:endParaRPr>
          </a:p>
        </p:txBody>
      </p:sp>
      <p:sp>
        <p:nvSpPr>
          <p:cNvPr id="12318" name="Line 30">
            <a:extLst>
              <a:ext uri="{FF2B5EF4-FFF2-40B4-BE49-F238E27FC236}">
                <a16:creationId xmlns:a16="http://schemas.microsoft.com/office/drawing/2014/main" id="{DB351B22-D610-2B4D-8202-32122F686468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5372943"/>
            <a:ext cx="0" cy="360362"/>
          </a:xfrm>
          <a:prstGeom prst="line">
            <a:avLst/>
          </a:prstGeom>
          <a:noFill/>
          <a:ln w="19050">
            <a:solidFill>
              <a:schemeClr val="hlink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 dirty="0">
              <a:latin typeface="KaiTi" panose="02010609060101010101" pitchFamily="49" charset="-122"/>
            </a:endParaRPr>
          </a:p>
        </p:txBody>
      </p:sp>
      <p:graphicFrame>
        <p:nvGraphicFramePr>
          <p:cNvPr id="12319" name="Object 31">
            <a:extLst>
              <a:ext uri="{FF2B5EF4-FFF2-40B4-BE49-F238E27FC236}">
                <a16:creationId xmlns:a16="http://schemas.microsoft.com/office/drawing/2014/main" id="{0423CC93-1D3E-1C48-B931-D238ABFF5F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0555670"/>
              </p:ext>
            </p:extLst>
          </p:nvPr>
        </p:nvGraphicFramePr>
        <p:xfrm>
          <a:off x="8748713" y="5733305"/>
          <a:ext cx="233362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" name="公式" r:id="rId21" imgW="2921000" imgH="3213100" progId="Equation.3">
                  <p:embed/>
                </p:oleObj>
              </mc:Choice>
              <mc:Fallback>
                <p:oleObj name="公式" r:id="rId21" imgW="2921000" imgH="3213100" progId="Equation.3">
                  <p:embed/>
                  <p:pic>
                    <p:nvPicPr>
                      <p:cNvPr id="12319" name="Object 31">
                        <a:extLst>
                          <a:ext uri="{FF2B5EF4-FFF2-40B4-BE49-F238E27FC236}">
                            <a16:creationId xmlns:a16="http://schemas.microsoft.com/office/drawing/2014/main" id="{0423CC93-1D3E-1C48-B931-D238ABFF5F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48713" y="5733305"/>
                        <a:ext cx="233362" cy="25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20" name="Object 32">
            <a:extLst>
              <a:ext uri="{FF2B5EF4-FFF2-40B4-BE49-F238E27FC236}">
                <a16:creationId xmlns:a16="http://schemas.microsoft.com/office/drawing/2014/main" id="{8D92809A-EA91-344F-B06C-ACB1C5D5CB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5269482"/>
              </p:ext>
            </p:extLst>
          </p:nvPr>
        </p:nvGraphicFramePr>
        <p:xfrm>
          <a:off x="3624263" y="2396380"/>
          <a:ext cx="257175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" name="公式" r:id="rId23" imgW="3213100" imgH="3797300" progId="Equation.3">
                  <p:embed/>
                </p:oleObj>
              </mc:Choice>
              <mc:Fallback>
                <p:oleObj name="公式" r:id="rId23" imgW="3213100" imgH="3797300" progId="Equation.3">
                  <p:embed/>
                  <p:pic>
                    <p:nvPicPr>
                      <p:cNvPr id="12320" name="Object 32">
                        <a:extLst>
                          <a:ext uri="{FF2B5EF4-FFF2-40B4-BE49-F238E27FC236}">
                            <a16:creationId xmlns:a16="http://schemas.microsoft.com/office/drawing/2014/main" id="{8D92809A-EA91-344F-B06C-ACB1C5D5CB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4263" y="2396380"/>
                        <a:ext cx="257175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21" name="Object 33">
            <a:extLst>
              <a:ext uri="{FF2B5EF4-FFF2-40B4-BE49-F238E27FC236}">
                <a16:creationId xmlns:a16="http://schemas.microsoft.com/office/drawing/2014/main" id="{82CE75E3-01A6-9E4B-A36E-C1792B4D8D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1303348"/>
              </p:ext>
            </p:extLst>
          </p:nvPr>
        </p:nvGraphicFramePr>
        <p:xfrm>
          <a:off x="3719513" y="5971430"/>
          <a:ext cx="233362" cy="258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" name="公式" r:id="rId25" imgW="2921000" imgH="3213100" progId="Equation.3">
                  <p:embed/>
                </p:oleObj>
              </mc:Choice>
              <mc:Fallback>
                <p:oleObj name="公式" r:id="rId25" imgW="2921000" imgH="3213100" progId="Equation.3">
                  <p:embed/>
                  <p:pic>
                    <p:nvPicPr>
                      <p:cNvPr id="12321" name="Object 33">
                        <a:extLst>
                          <a:ext uri="{FF2B5EF4-FFF2-40B4-BE49-F238E27FC236}">
                            <a16:creationId xmlns:a16="http://schemas.microsoft.com/office/drawing/2014/main" id="{82CE75E3-01A6-9E4B-A36E-C1792B4D8D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9513" y="5971430"/>
                        <a:ext cx="233362" cy="258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22" name="Object 34">
            <a:extLst>
              <a:ext uri="{FF2B5EF4-FFF2-40B4-BE49-F238E27FC236}">
                <a16:creationId xmlns:a16="http://schemas.microsoft.com/office/drawing/2014/main" id="{1138FFA5-D4E8-0343-A966-41AD2EA167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2130974"/>
              </p:ext>
            </p:extLst>
          </p:nvPr>
        </p:nvGraphicFramePr>
        <p:xfrm>
          <a:off x="3708400" y="3554661"/>
          <a:ext cx="163513" cy="30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" name="公式" r:id="rId27" imgW="2044700" imgH="3797300" progId="Equation.3">
                  <p:embed/>
                </p:oleObj>
              </mc:Choice>
              <mc:Fallback>
                <p:oleObj name="公式" r:id="rId27" imgW="2044700" imgH="3797300" progId="Equation.3">
                  <p:embed/>
                  <p:pic>
                    <p:nvPicPr>
                      <p:cNvPr id="12322" name="Object 34">
                        <a:extLst>
                          <a:ext uri="{FF2B5EF4-FFF2-40B4-BE49-F238E27FC236}">
                            <a16:creationId xmlns:a16="http://schemas.microsoft.com/office/drawing/2014/main" id="{1138FFA5-D4E8-0343-A966-41AD2EA167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3554661"/>
                        <a:ext cx="163513" cy="306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 Box 2">
                <a:extLst>
                  <a:ext uri="{FF2B5EF4-FFF2-40B4-BE49-F238E27FC236}">
                    <a16:creationId xmlns:a16="http://schemas.microsoft.com/office/drawing/2014/main" id="{9CD8DD2A-9828-430E-996E-853FEC547B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0497" y="1042663"/>
                <a:ext cx="6777817" cy="13013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>
                  <a:lnSpc>
                    <a:spcPct val="150000"/>
                  </a:lnSpc>
                </a:pPr>
                <a:r>
                  <a:rPr lang="zh-CN" altLang="en-US" dirty="0">
                    <a:solidFill>
                      <a:srgbClr val="001892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可见</a:t>
                </a:r>
                <a:r>
                  <a:rPr lang="en-US" altLang="zh-CN" dirty="0">
                    <a:solidFill>
                      <a:srgbClr val="001892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𝑿</m:t>
                    </m:r>
                  </m:oMath>
                </a14:m>
                <a:r>
                  <a:rPr lang="zh-CN" altLang="en-US" dirty="0">
                    <a:solidFill>
                      <a:srgbClr val="001892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为离散型随机变量，</a:t>
                </a:r>
              </a:p>
              <a:p>
                <a:pPr eaLnBrk="1" hangingPunct="1">
                  <a:lnSpc>
                    <a:spcPct val="150000"/>
                  </a:lnSpc>
                </a:pPr>
                <a:r>
                  <a:rPr lang="zh-CN" altLang="en-US" dirty="0">
                    <a:solidFill>
                      <a:srgbClr val="001892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	</a:t>
                </a:r>
                <a:r>
                  <a:rPr lang="en-US" altLang="zh-CN" b="1" dirty="0">
                    <a:solidFill>
                      <a:srgbClr val="001892"/>
                    </a:solidFill>
                    <a:ea typeface="KaiTi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𝑿</m:t>
                    </m:r>
                  </m:oMath>
                </a14:m>
                <a:r>
                  <a:rPr lang="zh-CN" altLang="en-US" dirty="0">
                    <a:solidFill>
                      <a:srgbClr val="001892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的分布函数</a:t>
                </a:r>
                <a:r>
                  <a:rPr lang="en-US" altLang="zh-CN" dirty="0">
                    <a:solidFill>
                      <a:srgbClr val="001892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𝑭</m:t>
                    </m:r>
                    <m:r>
                      <a:rPr lang="en-US" altLang="zh-CN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r>
                      <a:rPr lang="en-US" altLang="zh-CN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𝒙</m:t>
                    </m:r>
                    <m:r>
                      <a:rPr lang="en-US" altLang="zh-CN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</m:t>
                    </m:r>
                    <m:r>
                      <a:rPr lang="en-US" altLang="zh-CN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 </m:t>
                    </m:r>
                  </m:oMath>
                </a14:m>
                <a:r>
                  <a:rPr lang="zh-CN" altLang="en-US" dirty="0">
                    <a:solidFill>
                      <a:srgbClr val="001892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为阶梯型函数。</a:t>
                </a:r>
                <a:endParaRPr lang="en-US" altLang="zh-CN" dirty="0">
                  <a:solidFill>
                    <a:srgbClr val="001892"/>
                  </a:solidFill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6" name="Text Box 2">
                <a:extLst>
                  <a:ext uri="{FF2B5EF4-FFF2-40B4-BE49-F238E27FC236}">
                    <a16:creationId xmlns:a16="http://schemas.microsoft.com/office/drawing/2014/main" id="{9CD8DD2A-9828-430E-996E-853FEC547B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0497" y="1042663"/>
                <a:ext cx="6777817" cy="1301318"/>
              </a:xfrm>
              <a:prstGeom prst="rect">
                <a:avLst/>
              </a:prstGeom>
              <a:blipFill>
                <a:blip r:embed="rId29"/>
                <a:stretch>
                  <a:fillRect l="-2060" r="-936" b="-1068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线连接符 48">
            <a:extLst>
              <a:ext uri="{FF2B5EF4-FFF2-40B4-BE49-F238E27FC236}">
                <a16:creationId xmlns:a16="http://schemas.microsoft.com/office/drawing/2014/main" id="{267008AA-3E38-4C8A-533A-F493909B1D27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2">
            <a:extLst>
              <a:ext uri="{FF2B5EF4-FFF2-40B4-BE49-F238E27FC236}">
                <a16:creationId xmlns:a16="http://schemas.microsoft.com/office/drawing/2014/main" id="{FFCECFA3-5B89-E265-234D-D676B85DF2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7581" y="0"/>
            <a:ext cx="5868839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j-cs"/>
              </a:rPr>
              <a:t>离散型随机变量的分布函数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E919B35C-DB46-444A-8595-C279EB7E04AC}"/>
                  </a:ext>
                </a:extLst>
              </p:cNvPr>
              <p:cNvSpPr/>
              <p:nvPr/>
            </p:nvSpPr>
            <p:spPr>
              <a:xfrm>
                <a:off x="245973" y="1188971"/>
                <a:ext cx="7200800" cy="4924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600" dirty="0">
                    <a:solidFill>
                      <a:srgbClr val="001892"/>
                    </a:solidFill>
                    <a:latin typeface="Cambria Math" panose="02040503050406030204" pitchFamily="18" charset="0"/>
                    <a:ea typeface="KaiTi" panose="02010609060101010101" pitchFamily="49" charset="-122"/>
                  </a:rPr>
                  <a:t>设随机变量 </a:t>
                </a:r>
                <a14:m>
                  <m:oMath xmlns:m="http://schemas.openxmlformats.org/officeDocument/2006/math">
                    <m:r>
                      <a:rPr lang="en-US" altLang="zh-CN" sz="26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sz="2600" dirty="0">
                    <a:solidFill>
                      <a:srgbClr val="00189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600" dirty="0">
                    <a:solidFill>
                      <a:srgbClr val="001892"/>
                    </a:solidFill>
                    <a:latin typeface="Cambria Math" panose="02040503050406030204" pitchFamily="18" charset="0"/>
                    <a:ea typeface="KaiTi" panose="02010609060101010101" pitchFamily="49" charset="-122"/>
                  </a:rPr>
                  <a:t>的分布函数如下，求 </a:t>
                </a:r>
                <a14:m>
                  <m:oMath xmlns:m="http://schemas.openxmlformats.org/officeDocument/2006/math">
                    <m:r>
                      <a:rPr lang="en-US" altLang="zh-CN" sz="26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sz="2600" dirty="0">
                    <a:solidFill>
                      <a:srgbClr val="001892"/>
                    </a:solidFill>
                    <a:latin typeface="Cambria Math" panose="02040503050406030204" pitchFamily="18" charset="0"/>
                    <a:ea typeface="KaiTi" panose="02010609060101010101" pitchFamily="49" charset="-122"/>
                  </a:rPr>
                  <a:t> 的分布律 </a:t>
                </a: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E919B35C-DB46-444A-8595-C279EB7E04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973" y="1188971"/>
                <a:ext cx="7200800" cy="492443"/>
              </a:xfrm>
              <a:prstGeom prst="rect">
                <a:avLst/>
              </a:prstGeom>
              <a:blipFill>
                <a:blip r:embed="rId2"/>
                <a:stretch>
                  <a:fillRect l="-1408" t="-15000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 descr="图表, 散点图&#10;&#10;描述已自动生成">
            <a:extLst>
              <a:ext uri="{FF2B5EF4-FFF2-40B4-BE49-F238E27FC236}">
                <a16:creationId xmlns:a16="http://schemas.microsoft.com/office/drawing/2014/main" id="{DD689F74-1629-BD4C-9D22-C78E0D6D530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70" r="4714" b="4437"/>
          <a:stretch/>
        </p:blipFill>
        <p:spPr>
          <a:xfrm>
            <a:off x="68633" y="1988839"/>
            <a:ext cx="8712968" cy="2492079"/>
          </a:xfrm>
          <a:prstGeom prst="rect">
            <a:avLst/>
          </a:prstGeom>
        </p:spPr>
      </p:pic>
      <p:pic>
        <p:nvPicPr>
          <p:cNvPr id="6" name="图片 5" descr="黑色的钟表&#10;&#10;中度可信度描述已自动生成">
            <a:extLst>
              <a:ext uri="{FF2B5EF4-FFF2-40B4-BE49-F238E27FC236}">
                <a16:creationId xmlns:a16="http://schemas.microsoft.com/office/drawing/2014/main" id="{A7901993-B444-744F-992C-43398F11D1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0436" y="5440700"/>
            <a:ext cx="3403127" cy="1261595"/>
          </a:xfrm>
          <a:prstGeom prst="rect">
            <a:avLst/>
          </a:prstGeom>
        </p:spPr>
      </p:pic>
      <p:cxnSp>
        <p:nvCxnSpPr>
          <p:cNvPr id="8" name="直线连接符 48">
            <a:extLst>
              <a:ext uri="{FF2B5EF4-FFF2-40B4-BE49-F238E27FC236}">
                <a16:creationId xmlns:a16="http://schemas.microsoft.com/office/drawing/2014/main" id="{8C95C808-D8C9-2A02-0890-B767BA42970D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圆角矩形 8">
            <a:extLst>
              <a:ext uri="{FF2B5EF4-FFF2-40B4-BE49-F238E27FC236}">
                <a16:creationId xmlns:a16="http://schemas.microsoft.com/office/drawing/2014/main" id="{73F5F277-6BA6-8A75-E679-19B14AE25017}"/>
              </a:ext>
            </a:extLst>
          </p:cNvPr>
          <p:cNvSpPr/>
          <p:nvPr/>
        </p:nvSpPr>
        <p:spPr bwMode="auto">
          <a:xfrm>
            <a:off x="179512" y="1124744"/>
            <a:ext cx="8712968" cy="3384376"/>
          </a:xfrm>
          <a:prstGeom prst="roundRect">
            <a:avLst>
              <a:gd name="adj" fmla="val 5627"/>
            </a:avLst>
          </a:prstGeom>
          <a:noFill/>
          <a:ln w="19050" cap="flat" cmpd="sng" algn="ctr">
            <a:solidFill>
              <a:srgbClr val="001892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C9D63797-3909-C705-5049-2B3B35DB99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7581" y="0"/>
            <a:ext cx="5868839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j-cs"/>
              </a:rPr>
              <a:t>离散型随机变量的分布函数</a:t>
            </a:r>
          </a:p>
        </p:txBody>
      </p:sp>
    </p:spTree>
    <p:extLst>
      <p:ext uri="{BB962C8B-B14F-4D97-AF65-F5344CB8AC3E}">
        <p14:creationId xmlns:p14="http://schemas.microsoft.com/office/powerpoint/2010/main" val="169133853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9">
            <a:extLst>
              <a:ext uri="{FF2B5EF4-FFF2-40B4-BE49-F238E27FC236}">
                <a16:creationId xmlns:a16="http://schemas.microsoft.com/office/drawing/2014/main" id="{67F2BDDC-DA9A-6347-B3BE-2EF31ECE9D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040" y="1506503"/>
            <a:ext cx="7129463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n-US" altLang="zh-CN" sz="2600" dirty="0">
                <a:solidFill>
                  <a:srgbClr val="00189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1.</a:t>
            </a:r>
            <a:r>
              <a:rPr lang="zh-CN" altLang="en-US" sz="2600" dirty="0">
                <a:solidFill>
                  <a:srgbClr val="00189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单调性：</a:t>
            </a:r>
          </a:p>
        </p:txBody>
      </p:sp>
      <p:graphicFrame>
        <p:nvGraphicFramePr>
          <p:cNvPr id="10" name="Object 10">
            <a:extLst>
              <a:ext uri="{FF2B5EF4-FFF2-40B4-BE49-F238E27FC236}">
                <a16:creationId xmlns:a16="http://schemas.microsoft.com/office/drawing/2014/main" id="{099096B1-A394-844E-A3EC-1AC1DB2C70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3467887"/>
              </p:ext>
            </p:extLst>
          </p:nvPr>
        </p:nvGraphicFramePr>
        <p:xfrm>
          <a:off x="2483769" y="1527455"/>
          <a:ext cx="3096344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公式" r:id="rId3" imgW="35991800" imgH="4978400" progId="Equation.3">
                  <p:embed/>
                </p:oleObj>
              </mc:Choice>
              <mc:Fallback>
                <p:oleObj name="公式" r:id="rId3" imgW="35991800" imgH="4978400" progId="Equation.3">
                  <p:embed/>
                  <p:pic>
                    <p:nvPicPr>
                      <p:cNvPr id="10" name="Object 10">
                        <a:extLst>
                          <a:ext uri="{FF2B5EF4-FFF2-40B4-BE49-F238E27FC236}">
                            <a16:creationId xmlns:a16="http://schemas.microsoft.com/office/drawing/2014/main" id="{099096B1-A394-844E-A3EC-1AC1DB2C70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9" y="1527455"/>
                        <a:ext cx="3096344" cy="436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1">
            <a:extLst>
              <a:ext uri="{FF2B5EF4-FFF2-40B4-BE49-F238E27FC236}">
                <a16:creationId xmlns:a16="http://schemas.microsoft.com/office/drawing/2014/main" id="{C8F125C6-4F64-D340-957B-FB7167A9D0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040" y="3065227"/>
            <a:ext cx="2232025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n-US" altLang="zh-CN" sz="2600" dirty="0">
                <a:solidFill>
                  <a:srgbClr val="00189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2.</a:t>
            </a:r>
            <a:r>
              <a:rPr lang="zh-CN" altLang="en-US" sz="2600" dirty="0">
                <a:solidFill>
                  <a:srgbClr val="00189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规范性：</a:t>
            </a:r>
          </a:p>
        </p:txBody>
      </p:sp>
      <p:graphicFrame>
        <p:nvGraphicFramePr>
          <p:cNvPr id="12" name="Object 12">
            <a:extLst>
              <a:ext uri="{FF2B5EF4-FFF2-40B4-BE49-F238E27FC236}">
                <a16:creationId xmlns:a16="http://schemas.microsoft.com/office/drawing/2014/main" id="{E38D48BE-DFF7-834E-88B4-5B01442B44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9900977"/>
              </p:ext>
            </p:extLst>
          </p:nvPr>
        </p:nvGraphicFramePr>
        <p:xfrm>
          <a:off x="2447305" y="3120306"/>
          <a:ext cx="5653087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公式" r:id="rId5" imgW="67005200" imgH="6438900" progId="Equation.3">
                  <p:embed/>
                </p:oleObj>
              </mc:Choice>
              <mc:Fallback>
                <p:oleObj name="公式" r:id="rId5" imgW="67005200" imgH="6438900" progId="Equation.3">
                  <p:embed/>
                  <p:pic>
                    <p:nvPicPr>
                      <p:cNvPr id="12" name="Object 12">
                        <a:extLst>
                          <a:ext uri="{FF2B5EF4-FFF2-40B4-BE49-F238E27FC236}">
                            <a16:creationId xmlns:a16="http://schemas.microsoft.com/office/drawing/2014/main" id="{E38D48BE-DFF7-834E-88B4-5B01442B44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7305" y="3120306"/>
                        <a:ext cx="5653087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3">
            <a:extLst>
              <a:ext uri="{FF2B5EF4-FFF2-40B4-BE49-F238E27FC236}">
                <a16:creationId xmlns:a16="http://schemas.microsoft.com/office/drawing/2014/main" id="{83F3E840-33C5-CC45-8388-FE692E825B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040" y="3872661"/>
            <a:ext cx="2808288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n-US" altLang="zh-CN" sz="2600" dirty="0">
                <a:solidFill>
                  <a:srgbClr val="00189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3.</a:t>
            </a:r>
            <a:r>
              <a:rPr lang="zh-CN" altLang="en-US" sz="2600" dirty="0">
                <a:solidFill>
                  <a:srgbClr val="00189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右连续性：</a:t>
            </a:r>
          </a:p>
        </p:txBody>
      </p:sp>
      <p:graphicFrame>
        <p:nvGraphicFramePr>
          <p:cNvPr id="14" name="Object 14">
            <a:extLst>
              <a:ext uri="{FF2B5EF4-FFF2-40B4-BE49-F238E27FC236}">
                <a16:creationId xmlns:a16="http://schemas.microsoft.com/office/drawing/2014/main" id="{58F7A94B-D658-8F4D-86B9-C340C9A6FA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7814174"/>
              </p:ext>
            </p:extLst>
          </p:nvPr>
        </p:nvGraphicFramePr>
        <p:xfrm>
          <a:off x="2442047" y="3943970"/>
          <a:ext cx="3533627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公式" r:id="rId7" imgW="39497000" imgH="6438900" progId="Equation.3">
                  <p:embed/>
                </p:oleObj>
              </mc:Choice>
              <mc:Fallback>
                <p:oleObj name="公式" r:id="rId7" imgW="39497000" imgH="6438900" progId="Equation.3">
                  <p:embed/>
                  <p:pic>
                    <p:nvPicPr>
                      <p:cNvPr id="14" name="Object 14">
                        <a:extLst>
                          <a:ext uri="{FF2B5EF4-FFF2-40B4-BE49-F238E27FC236}">
                            <a16:creationId xmlns:a16="http://schemas.microsoft.com/office/drawing/2014/main" id="{58F7A94B-D658-8F4D-86B9-C340C9A6FA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2047" y="3943970"/>
                        <a:ext cx="3533627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15">
            <a:extLst>
              <a:ext uri="{FF2B5EF4-FFF2-40B4-BE49-F238E27FC236}">
                <a16:creationId xmlns:a16="http://schemas.microsoft.com/office/drawing/2014/main" id="{6FB86D4F-D39E-AD4A-A2E5-AFC7ADBB1F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04" y="5157192"/>
            <a:ext cx="9144000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n-US" altLang="zh-CN" sz="2600" u="sng" dirty="0">
                <a:solidFill>
                  <a:srgbClr val="00189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</a:rPr>
              <a:t>Remark</a:t>
            </a:r>
            <a:r>
              <a:rPr lang="en-US" altLang="zh-CN" sz="2600" dirty="0">
                <a:solidFill>
                  <a:srgbClr val="00189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r>
              <a:rPr lang="zh-CN" altLang="en-US" sz="2600" dirty="0">
                <a:solidFill>
                  <a:srgbClr val="00189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上面三条性质可作为分布函数的公理化定义条件</a:t>
            </a:r>
            <a:endParaRPr lang="en-US" altLang="zh-CN" sz="2600" dirty="0">
              <a:solidFill>
                <a:srgbClr val="001892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eaLnBrk="1" hangingPunct="1"/>
            <a:endParaRPr lang="en-US" altLang="zh-CN" sz="2600" dirty="0">
              <a:solidFill>
                <a:srgbClr val="001892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ctr" eaLnBrk="1" hangingPunct="1"/>
            <a:r>
              <a:rPr lang="zh-CN" altLang="en-US" sz="2600" dirty="0">
                <a:solidFill>
                  <a:srgbClr val="00189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任何一个随机变量，都有分布函数</a:t>
            </a:r>
            <a:endParaRPr lang="en-US" altLang="zh-CN" sz="2600" dirty="0">
              <a:solidFill>
                <a:srgbClr val="001892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B90AC8C-F8EC-B1AB-E94D-43789AD82C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1594" y="0"/>
            <a:ext cx="3960813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j-cs"/>
              </a:rPr>
              <a:t>分布函数</a:t>
            </a:r>
            <a:r>
              <a:rPr lang="zh-CN" altLang="en-US" sz="3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的性质</a:t>
            </a:r>
            <a:endParaRPr kumimoji="0" lang="zh-CN" altLang="en-US" sz="360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j-cs"/>
            </a:endParaRPr>
          </a:p>
        </p:txBody>
      </p:sp>
      <p:cxnSp>
        <p:nvCxnSpPr>
          <p:cNvPr id="4" name="直线连接符 48">
            <a:extLst>
              <a:ext uri="{FF2B5EF4-FFF2-40B4-BE49-F238E27FC236}">
                <a16:creationId xmlns:a16="http://schemas.microsoft.com/office/drawing/2014/main" id="{47729A1F-6C09-F4F2-AC1C-B81CD74A6F4A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023E11F-7CDA-5474-1158-7214F82508E9}"/>
                  </a:ext>
                </a:extLst>
              </p:cNvPr>
              <p:cNvSpPr txBox="1"/>
              <p:nvPr/>
            </p:nvSpPr>
            <p:spPr>
              <a:xfrm>
                <a:off x="2483769" y="2238296"/>
                <a:ext cx="514608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kumimoji="1" lang="zh-CN" altLang="en-US" b="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023E11F-7CDA-5474-1158-7214F82508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3769" y="2238296"/>
                <a:ext cx="5146088" cy="430887"/>
              </a:xfrm>
              <a:prstGeom prst="rect">
                <a:avLst/>
              </a:prstGeom>
              <a:blipFill>
                <a:blip r:embed="rId9"/>
                <a:stretch>
                  <a:fillRect l="-985" r="-1970" b="-3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527009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8E2A2D8-2C85-4D10-B057-767F71F3C1D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990"/>
          <a:stretch/>
        </p:blipFill>
        <p:spPr>
          <a:xfrm>
            <a:off x="5617984" y="2427406"/>
            <a:ext cx="3404001" cy="945855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277288DC-E613-F17F-26DC-91CE96EC9C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1594" y="0"/>
            <a:ext cx="3960813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j-cs"/>
              </a:rPr>
              <a:t>分布函数</a:t>
            </a:r>
          </a:p>
        </p:txBody>
      </p:sp>
      <p:cxnSp>
        <p:nvCxnSpPr>
          <p:cNvPr id="6" name="直线连接符 48">
            <a:extLst>
              <a:ext uri="{FF2B5EF4-FFF2-40B4-BE49-F238E27FC236}">
                <a16:creationId xmlns:a16="http://schemas.microsoft.com/office/drawing/2014/main" id="{1BC26370-4F60-18DD-92F2-9F45B9C73A53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20210F9-37A5-D525-7AF5-B1EF57B8E367}"/>
                  </a:ext>
                </a:extLst>
              </p:cNvPr>
              <p:cNvSpPr txBox="1"/>
              <p:nvPr/>
            </p:nvSpPr>
            <p:spPr>
              <a:xfrm>
                <a:off x="107504" y="1740199"/>
                <a:ext cx="6153288" cy="1374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begChr m:val="{"/>
                          <m:endChr m:val="}"/>
                          <m:ctrlPr>
                            <a:rPr kumimoji="1" lang="en-US" altLang="zh-CN" b="1" i="1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1" i="1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kumimoji="1" lang="en-US" altLang="zh-CN" b="1" i="1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kumimoji="1" lang="en-US" altLang="zh-CN" b="1" i="1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kumimoji="1" lang="en-US" altLang="zh-CN" b="1" i="1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kumimoji="1" lang="en-US" altLang="zh-CN" b="1" i="1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kumimoji="1" lang="en-US" altLang="zh-CN" b="1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b="1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begChr m:val="{"/>
                          <m:endChr m:val="}"/>
                          <m:ctrlPr>
                            <a:rPr kumimoji="1" lang="en-US" altLang="zh-CN" b="1" i="1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1" i="1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kumimoji="1" lang="en-US" altLang="zh-CN" b="1" i="1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kumimoji="1" lang="en-US" altLang="zh-CN" b="1" i="1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kumimoji="1" lang="en-US" altLang="zh-CN" b="1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zh-CN" b="1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begChr m:val="{"/>
                          <m:endChr m:val="}"/>
                          <m:ctrlPr>
                            <a:rPr kumimoji="1" lang="en-US" altLang="zh-CN" b="1" i="1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1" i="1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kumimoji="1" lang="en-US" altLang="zh-CN" b="1" i="1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kumimoji="1" lang="en-US" altLang="zh-CN" b="1" i="1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</m:oMath>
                  </m:oMathPara>
                </a14:m>
                <a:endParaRPr kumimoji="1" lang="en-US" altLang="zh-CN" b="1" i="1" dirty="0">
                  <a:solidFill>
                    <a:srgbClr val="001892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200000"/>
                  </a:lnSpc>
                </a:pPr>
                <a:r>
                  <a:rPr kumimoji="1" lang="zh-CN" altLang="en-US" b="1" dirty="0">
                    <a:solidFill>
                      <a:srgbClr val="001892"/>
                    </a:solidFill>
                  </a:rPr>
                  <a:t>                        </a:t>
                </a:r>
                <a14:m>
                  <m:oMath xmlns:m="http://schemas.openxmlformats.org/officeDocument/2006/math"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d>
                      <m:dPr>
                        <m:ctrlPr>
                          <a:rPr kumimoji="1" lang="en-US" altLang="zh-CN" b="1" i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1" i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zh-CN" altLang="en-US" dirty="0">
                  <a:solidFill>
                    <a:srgbClr val="001892"/>
                  </a:solidFill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20210F9-37A5-D525-7AF5-B1EF57B8E3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1740199"/>
                <a:ext cx="6153288" cy="1374415"/>
              </a:xfrm>
              <a:prstGeom prst="rect">
                <a:avLst/>
              </a:prstGeom>
              <a:blipFill>
                <a:blip r:embed="rId3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7DCE1E3-A60D-7414-0DE4-F6033692FEE9}"/>
                  </a:ext>
                </a:extLst>
              </p:cNvPr>
              <p:cNvSpPr txBox="1"/>
              <p:nvPr/>
            </p:nvSpPr>
            <p:spPr>
              <a:xfrm>
                <a:off x="179512" y="5013176"/>
                <a:ext cx="2083391" cy="5757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dirty="0">
                    <a:solidFill>
                      <a:srgbClr val="001892"/>
                    </a:solidFill>
                  </a:rPr>
                  <a:t>①</a:t>
                </a:r>
                <a14:m>
                  <m:oMath xmlns:m="http://schemas.openxmlformats.org/officeDocument/2006/math">
                    <m:r>
                      <a:rPr kumimoji="1" lang="zh-CN" altLang="en-US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kumimoji="1" lang="zh-CN" altLang="en-US" dirty="0">
                  <a:solidFill>
                    <a:srgbClr val="001892"/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7DCE1E3-A60D-7414-0DE4-F6033692FE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5013176"/>
                <a:ext cx="2083391" cy="575799"/>
              </a:xfrm>
              <a:prstGeom prst="rect">
                <a:avLst/>
              </a:prstGeom>
              <a:blipFill>
                <a:blip r:embed="rId4"/>
                <a:stretch>
                  <a:fillRect l="-5422" t="-8511" r="-2410" b="-255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E26F41B9-C025-5379-1394-5834C2457300}"/>
                  </a:ext>
                </a:extLst>
              </p:cNvPr>
              <p:cNvSpPr txBox="1"/>
              <p:nvPr/>
            </p:nvSpPr>
            <p:spPr>
              <a:xfrm>
                <a:off x="2411760" y="5013176"/>
                <a:ext cx="2775055" cy="5757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dirty="0">
                    <a:solidFill>
                      <a:srgbClr val="001892"/>
                    </a:solidFill>
                  </a:rPr>
                  <a:t>②</a:t>
                </a:r>
                <a14:m>
                  <m:oMath xmlns:m="http://schemas.openxmlformats.org/officeDocument/2006/math">
                    <m:r>
                      <a:rPr kumimoji="1" lang="zh-CN" altLang="en-US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kumimoji="1" lang="zh-CN" altLang="en-US" dirty="0">
                  <a:solidFill>
                    <a:srgbClr val="001892"/>
                  </a:solidFill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E26F41B9-C025-5379-1394-5834C24573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760" y="5013176"/>
                <a:ext cx="2775055" cy="575799"/>
              </a:xfrm>
              <a:prstGeom prst="rect">
                <a:avLst/>
              </a:prstGeom>
              <a:blipFill>
                <a:blip r:embed="rId5"/>
                <a:stretch>
                  <a:fillRect l="-4566" t="-8511" r="-1826" b="-255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6D8960EB-E889-09DC-CA09-3F1A86413EE2}"/>
                  </a:ext>
                </a:extLst>
              </p:cNvPr>
              <p:cNvSpPr txBox="1"/>
              <p:nvPr/>
            </p:nvSpPr>
            <p:spPr>
              <a:xfrm>
                <a:off x="5309379" y="5015061"/>
                <a:ext cx="2776658" cy="5757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dirty="0">
                    <a:solidFill>
                      <a:srgbClr val="001892"/>
                    </a:solidFill>
                  </a:rPr>
                  <a:t>③</a:t>
                </a:r>
                <a14:m>
                  <m:oMath xmlns:m="http://schemas.openxmlformats.org/officeDocument/2006/math">
                    <m:r>
                      <a:rPr kumimoji="1" lang="zh-CN" altLang="en-US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kumimoji="1" lang="zh-CN" altLang="en-US" dirty="0">
                  <a:solidFill>
                    <a:srgbClr val="001892"/>
                  </a:solidFill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6D8960EB-E889-09DC-CA09-3F1A86413E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9379" y="5015061"/>
                <a:ext cx="2776658" cy="575799"/>
              </a:xfrm>
              <a:prstGeom prst="rect">
                <a:avLst/>
              </a:prstGeom>
              <a:blipFill>
                <a:blip r:embed="rId6"/>
                <a:stretch>
                  <a:fillRect l="-4566" t="-10870" r="-1826" b="-260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856501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277288DC-E613-F17F-26DC-91CE96EC9C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1594" y="0"/>
            <a:ext cx="3960813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j-cs"/>
              </a:rPr>
              <a:t>分布函数</a:t>
            </a:r>
          </a:p>
        </p:txBody>
      </p:sp>
      <p:cxnSp>
        <p:nvCxnSpPr>
          <p:cNvPr id="6" name="直线连接符 48">
            <a:extLst>
              <a:ext uri="{FF2B5EF4-FFF2-40B4-BE49-F238E27FC236}">
                <a16:creationId xmlns:a16="http://schemas.microsoft.com/office/drawing/2014/main" id="{1BC26370-4F60-18DD-92F2-9F45B9C73A53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7DCE1E3-A60D-7414-0DE4-F6033692FEE9}"/>
                  </a:ext>
                </a:extLst>
              </p:cNvPr>
              <p:cNvSpPr txBox="1"/>
              <p:nvPr/>
            </p:nvSpPr>
            <p:spPr>
              <a:xfrm>
                <a:off x="490910" y="1453787"/>
                <a:ext cx="2083391" cy="5757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dirty="0">
                    <a:solidFill>
                      <a:srgbClr val="001892"/>
                    </a:solidFill>
                  </a:rPr>
                  <a:t>①</a:t>
                </a:r>
                <a14:m>
                  <m:oMath xmlns:m="http://schemas.openxmlformats.org/officeDocument/2006/math">
                    <m:r>
                      <a:rPr kumimoji="1" lang="zh-CN" altLang="en-US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kumimoji="1" lang="zh-CN" altLang="en-US" dirty="0">
                  <a:solidFill>
                    <a:srgbClr val="001892"/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7DCE1E3-A60D-7414-0DE4-F6033692FE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910" y="1453787"/>
                <a:ext cx="2083391" cy="575799"/>
              </a:xfrm>
              <a:prstGeom prst="rect">
                <a:avLst/>
              </a:prstGeom>
              <a:blipFill>
                <a:blip r:embed="rId2"/>
                <a:stretch>
                  <a:fillRect l="-6061" t="-13043" r="-3030" b="-195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>
            <a:extLst>
              <a:ext uri="{FF2B5EF4-FFF2-40B4-BE49-F238E27FC236}">
                <a16:creationId xmlns:a16="http://schemas.microsoft.com/office/drawing/2014/main" id="{7FC72E83-A727-D7E5-5B87-7A130055F185}"/>
              </a:ext>
            </a:extLst>
          </p:cNvPr>
          <p:cNvGrpSpPr/>
          <p:nvPr/>
        </p:nvGrpSpPr>
        <p:grpSpPr>
          <a:xfrm>
            <a:off x="3275856" y="1268689"/>
            <a:ext cx="3404001" cy="1131024"/>
            <a:chOff x="4499992" y="1268760"/>
            <a:chExt cx="3404001" cy="1131024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B8E2A2D8-2C85-4D10-B057-767F71F3C1D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58990"/>
            <a:stretch/>
          </p:blipFill>
          <p:spPr>
            <a:xfrm>
              <a:off x="4499992" y="1268760"/>
              <a:ext cx="3404001" cy="94585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4E85A982-6C0A-086C-8273-4DDF518FE0B4}"/>
                    </a:ext>
                  </a:extLst>
                </p:cNvPr>
                <p:cNvSpPr txBox="1"/>
                <p:nvPr/>
              </p:nvSpPr>
              <p:spPr>
                <a:xfrm>
                  <a:off x="5148064" y="1844824"/>
                  <a:ext cx="745525" cy="55496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16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kumimoji="1" lang="en-US" altLang="zh-CN" sz="16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kumimoji="1" lang="en-US" altLang="zh-CN" sz="1600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1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kumimoji="1" lang="en-US" altLang="zh-CN" sz="16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den>
                        </m:f>
                      </m:oMath>
                    </m:oMathPara>
                  </a14:m>
                  <a:endParaRPr kumimoji="1" lang="zh-CN" altLang="en-US" sz="1600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4E85A982-6C0A-086C-8273-4DDF518FE0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8064" y="1844824"/>
                  <a:ext cx="745525" cy="55496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850EBFE-A361-10B6-679C-FD65A6E4FAC1}"/>
                  </a:ext>
                </a:extLst>
              </p:cNvPr>
              <p:cNvSpPr txBox="1"/>
              <p:nvPr/>
            </p:nvSpPr>
            <p:spPr>
              <a:xfrm>
                <a:off x="611560" y="2399713"/>
                <a:ext cx="8453276" cy="40989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b="1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begChr m:val="{"/>
                          <m:endChr m:val="}"/>
                          <m:ctrlPr>
                            <a:rPr kumimoji="1" lang="en-US" altLang="zh-CN" b="1" i="1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1" i="1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kumimoji="1" lang="en-US" altLang="zh-CN" b="1" i="1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b="1" i="1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kumimoji="1" lang="en-US" altLang="zh-CN" b="1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kumimoji="1" lang="en-US" altLang="zh-CN" b="1" i="1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en-US" altLang="zh-CN" b="1" i="1" smtClean="0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b="0" i="0" smtClean="0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en-US" altLang="zh-CN" b="1" i="1" smtClean="0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kumimoji="1" lang="en-US" altLang="zh-CN" b="1" i="1" smtClean="0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</a:rPr>
                                <m:t>→+∞</m:t>
                              </m:r>
                            </m:lim>
                          </m:limLow>
                        </m:fName>
                        <m:e>
                          <m:r>
                            <a:rPr kumimoji="1" lang="en-US" altLang="zh-CN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kumimoji="1" lang="en-US" altLang="zh-CN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kumimoji="1" lang="en-US" altLang="zh-CN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kumimoji="1" lang="en-US" altLang="zh-CN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kumimoji="1" lang="en-US" altLang="zh-CN" i="1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zh-CN" i="1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kumimoji="1" lang="en-US" altLang="zh-CN" i="1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den>
                          </m:f>
                          <m:r>
                            <a:rPr kumimoji="1" lang="en-US" altLang="zh-CN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kumimoji="1" lang="en-US" altLang="zh-CN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kumimoji="1" lang="en-US" altLang="zh-CN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kumimoji="1" lang="en-US" altLang="zh-CN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𝒃</m:t>
                          </m:r>
                          <m:r>
                            <a:rPr kumimoji="1" lang="en-US" altLang="zh-CN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func>
                    </m:oMath>
                  </m:oMathPara>
                </a14:m>
                <a:endParaRPr kumimoji="1" lang="en-US" altLang="zh-CN" b="1" i="1" dirty="0">
                  <a:solidFill>
                    <a:srgbClr val="001892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kumimoji="1" lang="en-US" altLang="zh-CN" dirty="0">
                    <a:solidFill>
                      <a:srgbClr val="001892"/>
                    </a:solidFill>
                  </a:rPr>
                  <a:t>               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kumimoji="1" lang="en-US" altLang="zh-CN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kumimoji="1" lang="en-US" altLang="zh-CN" i="1">
                                <a:solidFill>
                                  <a:srgbClr val="00189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kumimoji="1" lang="en-US" altLang="zh-CN" b="0">
                                <a:solidFill>
                                  <a:srgbClr val="001892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kumimoji="1" lang="en-US" altLang="zh-CN" i="1">
                                <a:solidFill>
                                  <a:srgbClr val="001892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kumimoji="1" lang="en-US" altLang="zh-CN" i="1">
                                <a:solidFill>
                                  <a:srgbClr val="001892"/>
                                </a:solidFill>
                                <a:latin typeface="Cambria Math" panose="02040503050406030204" pitchFamily="18" charset="0"/>
                              </a:rPr>
                              <m:t>→+∞</m:t>
                            </m:r>
                          </m:lim>
                        </m:limLow>
                      </m:fName>
                      <m:e>
                        <m:r>
                          <a:rPr kumimoji="1" lang="en-US" altLang="zh-CN" b="1" i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1" i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  <m:r>
                          <a:rPr kumimoji="1" lang="en-US" altLang="zh-CN" b="1" i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kumimoji="1" lang="en-US" altLang="zh-CN" b="1" i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kumimoji="1" lang="en-US" altLang="zh-CN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zh-CN" b="1" i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  <m:r>
                          <a:rPr kumimoji="1" lang="en-US" altLang="zh-CN" b="1" i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1" i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kumimoji="1" lang="en-US" altLang="zh-CN" b="1" i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kumimoji="1" lang="en-US" altLang="zh-CN" i="1">
                                <a:solidFill>
                                  <a:srgbClr val="00189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CN" i="1">
                                <a:solidFill>
                                  <a:srgbClr val="001892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kumimoji="1" lang="en-US" altLang="zh-CN" i="1">
                                <a:solidFill>
                                  <a:srgbClr val="001892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den>
                        </m:f>
                        <m:r>
                          <a:rPr kumimoji="1" lang="en-US" altLang="zh-CN" b="1" i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))</m:t>
                        </m:r>
                      </m:e>
                    </m:func>
                  </m:oMath>
                </a14:m>
                <a:endParaRPr kumimoji="1" lang="en-US" altLang="zh-CN" dirty="0">
                  <a:solidFill>
                    <a:srgbClr val="001892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kumimoji="1" lang="en-US" altLang="zh-CN" dirty="0">
                    <a:solidFill>
                      <a:srgbClr val="001892"/>
                    </a:solidFill>
                  </a:rPr>
                  <a:t>	      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kumimoji="1" lang="en-US" altLang="zh-CN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kumimoji="1" lang="en-US" altLang="zh-CN" i="1">
                                <a:solidFill>
                                  <a:srgbClr val="00189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kumimoji="1" lang="en-US" altLang="zh-CN" b="0">
                                <a:solidFill>
                                  <a:srgbClr val="001892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kumimoji="1" lang="en-US" altLang="zh-CN" i="1">
                                <a:solidFill>
                                  <a:srgbClr val="001892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kumimoji="1" lang="en-US" altLang="zh-CN" i="1">
                                <a:solidFill>
                                  <a:srgbClr val="001892"/>
                                </a:solidFill>
                                <a:latin typeface="Cambria Math" panose="02040503050406030204" pitchFamily="18" charset="0"/>
                              </a:rPr>
                              <m:t>→+∞</m:t>
                            </m:r>
                          </m:lim>
                        </m:limLow>
                      </m:fName>
                      <m:e>
                        <m:r>
                          <a:rPr kumimoji="1" lang="en-US" altLang="zh-CN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  <m:d>
                          <m:dPr>
                            <m:ctrlPr>
                              <a:rPr kumimoji="1" lang="en-US" altLang="zh-CN" i="1">
                                <a:solidFill>
                                  <a:srgbClr val="00189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i="1">
                                <a:solidFill>
                                  <a:srgbClr val="001892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d>
                        <m:r>
                          <a:rPr kumimoji="1" lang="en-US" altLang="zh-CN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limLow>
                          <m:limLowPr>
                            <m:ctrlPr>
                              <a:rPr kumimoji="1" lang="en-US" altLang="zh-CN" i="1">
                                <a:solidFill>
                                  <a:srgbClr val="00189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kumimoji="1" lang="en-US" altLang="zh-CN" b="0">
                                <a:solidFill>
                                  <a:srgbClr val="001892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kumimoji="1" lang="en-US" altLang="zh-CN" i="1">
                                <a:solidFill>
                                  <a:srgbClr val="001892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kumimoji="1" lang="en-US" altLang="zh-CN" i="1">
                                <a:solidFill>
                                  <a:srgbClr val="001892"/>
                                </a:solidFill>
                                <a:latin typeface="Cambria Math" panose="02040503050406030204" pitchFamily="18" charset="0"/>
                              </a:rPr>
                              <m:t>→+∞</m:t>
                            </m:r>
                          </m:lim>
                        </m:limLow>
                        <m:r>
                          <a:rPr kumimoji="1" lang="en-US" altLang="zh-CN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  <m:r>
                          <a:rPr kumimoji="1" lang="en-US" altLang="zh-CN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kumimoji="1" lang="en-US" altLang="zh-CN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kumimoji="1" lang="en-US" altLang="zh-CN" i="1">
                                <a:solidFill>
                                  <a:srgbClr val="00189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CN" i="1">
                                <a:solidFill>
                                  <a:srgbClr val="001892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kumimoji="1" lang="en-US" altLang="zh-CN" i="1">
                                <a:solidFill>
                                  <a:srgbClr val="001892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den>
                        </m:f>
                        <m:r>
                          <a:rPr kumimoji="1" lang="en-US" altLang="zh-CN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kumimoji="1" lang="en-US" altLang="zh-CN" dirty="0">
                  <a:solidFill>
                    <a:srgbClr val="001892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kumimoji="1" lang="en-US" altLang="zh-CN" dirty="0">
                    <a:solidFill>
                      <a:srgbClr val="001892"/>
                    </a:solidFill>
                  </a:rPr>
                  <a:t>               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i="1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d>
                      <m:dPr>
                        <m:ctrlPr>
                          <a:rPr kumimoji="1" lang="en-US" altLang="zh-CN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kumimoji="1" lang="en-US" altLang="zh-CN" i="1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−</m:t>
                    </m:r>
                    <m:limLow>
                      <m:limLowPr>
                        <m:ctrlPr>
                          <a:rPr kumimoji="1" lang="en-US" altLang="zh-CN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kumimoji="1" lang="en-US" altLang="zh-CN" b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kumimoji="1" lang="en-US" altLang="zh-CN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kumimoji="1" lang="en-US" altLang="zh-CN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→+∞</m:t>
                        </m:r>
                      </m:lim>
                    </m:limLow>
                    <m:r>
                      <a:rPr kumimoji="1" lang="en-US" altLang="zh-CN" i="1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r>
                      <a:rPr kumimoji="1" lang="en-US" altLang="zh-CN" i="1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i="1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kumimoji="1" lang="en-US" altLang="zh-CN" i="1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kumimoji="1" lang="en-US" altLang="zh-CN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kumimoji="1" lang="en-US" altLang="zh-CN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den>
                    </m:f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zh-CN" dirty="0">
                    <a:solidFill>
                      <a:srgbClr val="00189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i="1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d>
                      <m:dPr>
                        <m:ctrlPr>
                          <a:rPr kumimoji="1" lang="en-US" altLang="zh-CN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kumimoji="1" lang="en-US" altLang="zh-CN" i="1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zh-CN" i="1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r>
                      <a:rPr kumimoji="1" lang="en-US" altLang="zh-CN" i="1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i="1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kumimoji="1" lang="en-US" altLang="zh-CN" i="1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kumimoji="1" lang="en-US" altLang="zh-CN" i="1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zh-CN" altLang="en-US" dirty="0">
                  <a:solidFill>
                    <a:srgbClr val="001892"/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850EBFE-A361-10B6-679C-FD65A6E4FA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2399713"/>
                <a:ext cx="8453276" cy="4098943"/>
              </a:xfrm>
              <a:prstGeom prst="rect">
                <a:avLst/>
              </a:prstGeom>
              <a:blipFill>
                <a:blip r:embed="rId5"/>
                <a:stretch>
                  <a:fillRect l="-1502" b="-12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179451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277288DC-E613-F17F-26DC-91CE96EC9C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1594" y="0"/>
            <a:ext cx="3960813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j-cs"/>
              </a:rPr>
              <a:t>分布函数</a:t>
            </a:r>
          </a:p>
        </p:txBody>
      </p:sp>
      <p:cxnSp>
        <p:nvCxnSpPr>
          <p:cNvPr id="6" name="直线连接符 48">
            <a:extLst>
              <a:ext uri="{FF2B5EF4-FFF2-40B4-BE49-F238E27FC236}">
                <a16:creationId xmlns:a16="http://schemas.microsoft.com/office/drawing/2014/main" id="{1BC26370-4F60-18DD-92F2-9F45B9C73A53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7DCE1E3-A60D-7414-0DE4-F6033692FEE9}"/>
                  </a:ext>
                </a:extLst>
              </p:cNvPr>
              <p:cNvSpPr txBox="1"/>
              <p:nvPr/>
            </p:nvSpPr>
            <p:spPr>
              <a:xfrm>
                <a:off x="490910" y="1453787"/>
                <a:ext cx="2876044" cy="5338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1" lang="en-US" altLang="zh-CN" dirty="0">
                          <a:solidFill>
                            <a:srgbClr val="001892"/>
                          </a:solidFill>
                        </a:rPr>
                        <m:t>②</m:t>
                      </m:r>
                      <m:r>
                        <a:rPr kumimoji="1" lang="zh-CN" altLang="en-US" i="1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i="1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kumimoji="1" lang="en-US" altLang="zh-CN" i="1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kumimoji="1" lang="en-US" altLang="zh-CN" i="1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kumimoji="1" lang="en-US" altLang="zh-CN" i="1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kumimoji="1" lang="en-US" altLang="zh-CN" i="1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kumimoji="1" lang="en-US" altLang="zh-CN" i="1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kumimoji="1" lang="en-US" altLang="zh-CN" i="1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kumimoji="1" lang="en-US" altLang="zh-CN" i="1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kumimoji="1" lang="zh-CN" altLang="en-US" dirty="0">
                  <a:solidFill>
                    <a:srgbClr val="001892"/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7DCE1E3-A60D-7414-0DE4-F6033692FE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910" y="1453787"/>
                <a:ext cx="2876044" cy="533800"/>
              </a:xfrm>
              <a:prstGeom prst="rect">
                <a:avLst/>
              </a:prstGeom>
              <a:blipFill>
                <a:blip r:embed="rId2"/>
                <a:stretch>
                  <a:fillRect l="-2643" b="-232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850EBFE-A361-10B6-679C-FD65A6E4FAC1}"/>
                  </a:ext>
                </a:extLst>
              </p:cNvPr>
              <p:cNvSpPr txBox="1"/>
              <p:nvPr/>
            </p:nvSpPr>
            <p:spPr>
              <a:xfrm>
                <a:off x="1043608" y="2708920"/>
                <a:ext cx="7572714" cy="24516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b="1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begChr m:val="{"/>
                          <m:endChr m:val="}"/>
                          <m:ctrlPr>
                            <a:rPr kumimoji="1" lang="en-US" altLang="zh-CN" b="1" i="1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kumimoji="1" lang="en-US" altLang="zh-CN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kumimoji="1" lang="en-US" altLang="zh-CN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kumimoji="1" lang="en-US" altLang="zh-CN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kumimoji="1" lang="en-US" altLang="zh-CN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kumimoji="1" lang="en-US" altLang="zh-CN" b="1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b="1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begChr m:val="{"/>
                          <m:endChr m:val="}"/>
                          <m:ctrlPr>
                            <a:rPr kumimoji="1" lang="en-US" altLang="zh-CN" b="1" i="1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1" i="1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kumimoji="1" lang="en-US" altLang="zh-CN" b="1" i="1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kumimoji="1" lang="en-US" altLang="zh-CN" b="1" i="1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kumimoji="1" lang="en-US" altLang="zh-CN" b="1" i="1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kumimoji="1" lang="en-US" altLang="zh-CN" b="1" i="1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kumimoji="1" lang="en-US" altLang="zh-CN" b="1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zh-CN" b="1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kumimoji="1" lang="en-US" altLang="zh-CN" b="1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kumimoji="1" lang="en-US" altLang="zh-CN" b="1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kumimoji="1" lang="en-US" altLang="zh-CN" b="1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b="1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kumimoji="1" lang="en-US" altLang="zh-CN" b="1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kumimoji="1" lang="en-US" altLang="zh-CN" b="1" i="1" dirty="0">
                  <a:solidFill>
                    <a:srgbClr val="001892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200000"/>
                  </a:lnSpc>
                </a:pPr>
                <a:r>
                  <a:rPr kumimoji="1" lang="en-US" altLang="zh-CN" dirty="0">
                    <a:solidFill>
                      <a:srgbClr val="001892"/>
                    </a:solidFill>
                  </a:rPr>
                  <a:t>                      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i="1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d>
                      <m:dPr>
                        <m:ctrlPr>
                          <a:rPr kumimoji="1" lang="en-US" altLang="zh-CN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kumimoji="1" lang="en-US" altLang="zh-CN" i="1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zh-CN" i="1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d>
                      <m:dPr>
                        <m:ctrlPr>
                          <a:rPr kumimoji="1" lang="en-US" altLang="zh-CN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1" i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d>
                      <m:dPr>
                        <m:ctrlPr>
                          <a:rPr kumimoji="1" lang="en-US" altLang="zh-CN" b="1" i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1" i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zh-CN" dirty="0">
                  <a:solidFill>
                    <a:srgbClr val="001892"/>
                  </a:solidFill>
                </a:endParaRPr>
              </a:p>
              <a:p>
                <a:pPr>
                  <a:lnSpc>
                    <a:spcPct val="200000"/>
                  </a:lnSpc>
                </a:pPr>
                <a:r>
                  <a:rPr kumimoji="1" lang="en-US" altLang="zh-CN" dirty="0">
                    <a:solidFill>
                      <a:srgbClr val="001892"/>
                    </a:solidFill>
                  </a:rPr>
                  <a:t>	             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i="1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d>
                      <m:dPr>
                        <m:ctrlPr>
                          <a:rPr kumimoji="1" lang="en-US" altLang="zh-CN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kumimoji="1" lang="en-US" altLang="zh-CN" i="1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zh-CN" i="1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r>
                      <a:rPr kumimoji="1" lang="en-US" altLang="zh-CN" i="1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i="1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kumimoji="1" lang="en-US" altLang="zh-CN" i="1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zh-CN" i="1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kumimoji="1" lang="en-US" altLang="zh-CN" i="1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zh-CN" dirty="0">
                  <a:solidFill>
                    <a:srgbClr val="001892"/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850EBFE-A361-10B6-679C-FD65A6E4FA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2708920"/>
                <a:ext cx="7572714" cy="2451633"/>
              </a:xfrm>
              <a:prstGeom prst="rect">
                <a:avLst/>
              </a:prstGeom>
              <a:blipFill>
                <a:blip r:embed="rId3"/>
                <a:stretch>
                  <a:fillRect l="-1675" r="-1173" b="-56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952040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277288DC-E613-F17F-26DC-91CE96EC9C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1594" y="0"/>
            <a:ext cx="3960813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j-cs"/>
              </a:rPr>
              <a:t>分布函数</a:t>
            </a:r>
          </a:p>
        </p:txBody>
      </p:sp>
      <p:cxnSp>
        <p:nvCxnSpPr>
          <p:cNvPr id="6" name="直线连接符 48">
            <a:extLst>
              <a:ext uri="{FF2B5EF4-FFF2-40B4-BE49-F238E27FC236}">
                <a16:creationId xmlns:a16="http://schemas.microsoft.com/office/drawing/2014/main" id="{1BC26370-4F60-18DD-92F2-9F45B9C73A53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7DCE1E3-A60D-7414-0DE4-F6033692FEE9}"/>
                  </a:ext>
                </a:extLst>
              </p:cNvPr>
              <p:cNvSpPr txBox="1"/>
              <p:nvPr/>
            </p:nvSpPr>
            <p:spPr>
              <a:xfrm>
                <a:off x="490910" y="1453787"/>
                <a:ext cx="2876044" cy="5338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1" lang="en-US" altLang="zh-CN" dirty="0">
                          <a:solidFill>
                            <a:srgbClr val="001892"/>
                          </a:solidFill>
                        </a:rPr>
                        <m:t>③</m:t>
                      </m:r>
                      <m:r>
                        <a:rPr kumimoji="1" lang="zh-CN" altLang="en-US" i="1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i="1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kumimoji="1" lang="en-US" altLang="zh-CN" i="1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kumimoji="1" lang="en-US" altLang="zh-CN" i="1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kumimoji="1" lang="en-US" altLang="zh-CN" i="1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kumimoji="1" lang="en-US" altLang="zh-CN" i="1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kumimoji="1" lang="en-US" altLang="zh-CN" i="1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kumimoji="1" lang="en-US" altLang="zh-CN" i="1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kumimoji="1" lang="en-US" altLang="zh-CN" i="1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kumimoji="1" lang="zh-CN" altLang="en-US" dirty="0">
                  <a:solidFill>
                    <a:srgbClr val="001892"/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7DCE1E3-A60D-7414-0DE4-F6033692FE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910" y="1453787"/>
                <a:ext cx="2876044" cy="533800"/>
              </a:xfrm>
              <a:prstGeom prst="rect">
                <a:avLst/>
              </a:prstGeom>
              <a:blipFill>
                <a:blip r:embed="rId2"/>
                <a:stretch>
                  <a:fillRect l="-881" r="-441" b="-232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850EBFE-A361-10B6-679C-FD65A6E4FAC1}"/>
                  </a:ext>
                </a:extLst>
              </p:cNvPr>
              <p:cNvSpPr txBox="1"/>
              <p:nvPr/>
            </p:nvSpPr>
            <p:spPr>
              <a:xfrm>
                <a:off x="1043608" y="2708920"/>
                <a:ext cx="7861126" cy="24516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b="1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begChr m:val="{"/>
                          <m:endChr m:val="}"/>
                          <m:ctrlPr>
                            <a:rPr kumimoji="1" lang="en-US" altLang="zh-CN" b="1" i="1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kumimoji="1" lang="en-US" altLang="zh-CN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kumimoji="1" lang="en-US" altLang="zh-CN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kumimoji="1" lang="en-US" altLang="zh-CN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kumimoji="1" lang="en-US" altLang="zh-CN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kumimoji="1" lang="en-US" altLang="zh-CN" b="1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b="1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begChr m:val="{"/>
                          <m:endChr m:val="}"/>
                          <m:ctrlPr>
                            <a:rPr kumimoji="1" lang="en-US" altLang="zh-CN" b="1" i="1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1" i="1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kumimoji="1" lang="en-US" altLang="zh-CN" b="1" i="1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kumimoji="1" lang="en-US" altLang="zh-CN" b="1" i="1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kumimoji="1" lang="en-US" altLang="zh-CN" b="1" i="1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kumimoji="1" lang="en-US" altLang="zh-CN" b="1" i="1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kumimoji="1" lang="en-US" altLang="zh-CN" b="1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zh-CN" b="1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kumimoji="1" lang="en-US" altLang="zh-CN" b="1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kumimoji="1" lang="en-US" altLang="zh-CN" b="1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kumimoji="1" lang="en-US" altLang="zh-CN" b="1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b="1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kumimoji="1" lang="en-US" altLang="zh-CN" b="1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kumimoji="1" lang="en-US" altLang="zh-CN" b="1" i="1" dirty="0">
                  <a:solidFill>
                    <a:srgbClr val="001892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200000"/>
                  </a:lnSpc>
                </a:pPr>
                <a:r>
                  <a:rPr kumimoji="1" lang="en-US" altLang="zh-CN" dirty="0">
                    <a:solidFill>
                      <a:srgbClr val="001892"/>
                    </a:solidFill>
                  </a:rPr>
                  <a:t>                      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i="1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d>
                      <m:dPr>
                        <m:ctrlPr>
                          <a:rPr kumimoji="1" lang="en-US" altLang="zh-CN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kumimoji="1" lang="en-US" altLang="zh-CN" i="1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zh-CN" i="1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d>
                      <m:dPr>
                        <m:ctrlPr>
                          <a:rPr kumimoji="1" lang="en-US" altLang="zh-CN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1" i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−(</m:t>
                    </m:r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d>
                      <m:dPr>
                        <m:ctrlPr>
                          <a:rPr kumimoji="1" lang="en-US" altLang="zh-CN" b="1" i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1" i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d>
                      <m:dPr>
                        <m:ctrlPr>
                          <a:rPr kumimoji="1" lang="en-US" altLang="zh-CN" b="1" i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1" i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kumimoji="1" lang="en-US" altLang="zh-CN" b="1" i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zh-CN" b="1" i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zh-CN" dirty="0">
                  <a:solidFill>
                    <a:srgbClr val="001892"/>
                  </a:solidFill>
                </a:endParaRPr>
              </a:p>
              <a:p>
                <a:pPr>
                  <a:lnSpc>
                    <a:spcPct val="200000"/>
                  </a:lnSpc>
                </a:pPr>
                <a:r>
                  <a:rPr kumimoji="1" lang="en-US" altLang="zh-CN" dirty="0">
                    <a:solidFill>
                      <a:srgbClr val="001892"/>
                    </a:solidFill>
                  </a:rPr>
                  <a:t>	             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i="1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d>
                      <m:dPr>
                        <m:ctrlPr>
                          <a:rPr kumimoji="1" lang="en-US" altLang="zh-CN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1" i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kumimoji="1" lang="en-US" altLang="zh-CN" b="1" i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zh-CN" b="1" i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kumimoji="1" lang="en-US" altLang="zh-CN" i="1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zh-CN" i="1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r>
                      <a:rPr kumimoji="1" lang="en-US" altLang="zh-CN" i="1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i="1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kumimoji="1" lang="en-US" altLang="zh-CN" i="1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zh-CN" dirty="0">
                  <a:solidFill>
                    <a:srgbClr val="001892"/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850EBFE-A361-10B6-679C-FD65A6E4FA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2708920"/>
                <a:ext cx="7861126" cy="2451633"/>
              </a:xfrm>
              <a:prstGeom prst="rect">
                <a:avLst/>
              </a:prstGeom>
              <a:blipFill>
                <a:blip r:embed="rId3"/>
                <a:stretch>
                  <a:fillRect l="-1613" r="-1129" b="-56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04740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77AF270E-CED6-A13A-2384-E7F06D8BFBC1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4" name="TitleBackground">
              <a:extLst>
                <a:ext uri="{FF2B5EF4-FFF2-40B4-BE49-F238E27FC236}">
                  <a16:creationId xmlns:a16="http://schemas.microsoft.com/office/drawing/2014/main" id="{04DBBFDD-386D-4789-3D23-593BDC774BAA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" name="ColorBlock">
              <a:extLst>
                <a:ext uri="{FF2B5EF4-FFF2-40B4-BE49-F238E27FC236}">
                  <a16:creationId xmlns:a16="http://schemas.microsoft.com/office/drawing/2014/main" id="{1D03A6B2-E8A6-322B-C993-F7D4A12B7027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" name="TypeText">
              <a:extLst>
                <a:ext uri="{FF2B5EF4-FFF2-40B4-BE49-F238E27FC236}">
                  <a16:creationId xmlns:a16="http://schemas.microsoft.com/office/drawing/2014/main" id="{77EC8E75-0E93-AE9B-7D5C-AF7C7AEE7EE0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kumimoji="1"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>
              <a:extLst>
                <a:ext uri="{FF2B5EF4-FFF2-40B4-BE49-F238E27FC236}">
                  <a16:creationId xmlns:a16="http://schemas.microsoft.com/office/drawing/2014/main" id="{5D376E14-526F-9CD0-58BD-6DEC5E823915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kumimoji="1"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kumimoji="1"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7910BAF-193D-C571-D64D-29B853F1FD10}"/>
                  </a:ext>
                </a:extLst>
              </p:cNvPr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914400" y="635000"/>
                <a:ext cx="7315200" cy="2143125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2600" i="0" u="none" strike="noStrike" cap="none" normalizeH="0" baseline="0" dirty="0">
                    <a:ln>
                      <a:noFill/>
                    </a:ln>
                    <a:solidFill>
                      <a:srgbClr val="001892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  <a:cs typeface="Arial" panose="020B0604020202020204" pitchFamily="34" charset="0"/>
                  </a:rPr>
                  <a:t>设</a:t>
                </a:r>
                <a14:m>
                  <m:oMath xmlns:m="http://schemas.openxmlformats.org/officeDocument/2006/math">
                    <m:r>
                      <a:rPr kumimoji="0" lang="zh-CN" altLang="zh-CN" sz="260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𝐹</m:t>
                    </m:r>
                    <m:r>
                      <a:rPr kumimoji="0" lang="zh-CN" altLang="zh-CN" sz="260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(</m:t>
                    </m:r>
                    <m:r>
                      <a:rPr kumimoji="0" lang="zh-CN" altLang="zh-CN" sz="260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𝑥</m:t>
                    </m:r>
                    <m:r>
                      <a:rPr kumimoji="0" lang="zh-CN" altLang="zh-CN" sz="260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kumimoji="0" lang="zh-CN" altLang="zh-CN" sz="2600" i="0" u="none" strike="noStrike" cap="none" normalizeH="0" baseline="0" dirty="0">
                    <a:ln>
                      <a:noFill/>
                    </a:ln>
                    <a:solidFill>
                      <a:srgbClr val="001892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  <a:cs typeface="Arial" panose="020B0604020202020204" pitchFamily="34" charset="0"/>
                  </a:rPr>
                  <a:t>为随机变量</a:t>
                </a:r>
                <a14:m>
                  <m:oMath xmlns:m="http://schemas.openxmlformats.org/officeDocument/2006/math">
                    <m:r>
                      <a:rPr kumimoji="0" lang="zh-CN" altLang="zh-CN" sz="260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𝑋</m:t>
                    </m:r>
                  </m:oMath>
                </a14:m>
                <a:r>
                  <a:rPr kumimoji="0" lang="zh-CN" altLang="zh-CN" sz="2600" i="0" u="none" strike="noStrike" cap="none" normalizeH="0" baseline="0" dirty="0">
                    <a:ln>
                      <a:noFill/>
                    </a:ln>
                    <a:solidFill>
                      <a:srgbClr val="001892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  <a:cs typeface="Arial" panose="020B0604020202020204" pitchFamily="34" charset="0"/>
                  </a:rPr>
                  <a:t>的分布函数, 则对于任意的实数</a:t>
                </a:r>
                <a14:m>
                  <m:oMath xmlns:m="http://schemas.openxmlformats.org/officeDocument/2006/math">
                    <m:r>
                      <a:rPr kumimoji="0" lang="zh-CN" altLang="zh-CN" sz="260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𝑎</m:t>
                    </m:r>
                    <m:r>
                      <a:rPr kumimoji="0" lang="zh-CN" altLang="zh-CN" sz="260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&lt;</m:t>
                    </m:r>
                    <m:r>
                      <a:rPr kumimoji="0" lang="zh-CN" altLang="zh-CN" sz="260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kumimoji="0" lang="zh-CN" altLang="zh-CN" sz="2600" i="0" u="none" strike="noStrike" cap="none" normalizeH="0" baseline="0" dirty="0">
                    <a:ln>
                      <a:noFill/>
                    </a:ln>
                    <a:solidFill>
                      <a:srgbClr val="001892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  <a:cs typeface="Arial" panose="020B0604020202020204" pitchFamily="34" charset="0"/>
                  </a:rPr>
                  <a:t>, </a:t>
                </a:r>
                <a14:m>
                  <m:oMath xmlns:m="http://schemas.openxmlformats.org/officeDocument/2006/math">
                    <m:r>
                      <a:rPr kumimoji="0" lang="en-US" altLang="zh-CN" sz="2600" b="1" i="1" u="none" strike="noStrike" cap="none" normalizeH="0" baseline="0" smtClean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𝑷</m:t>
                    </m:r>
                    <m:r>
                      <a:rPr kumimoji="0" lang="en-US" altLang="zh-CN" sz="2600" b="1" i="1" u="none" strike="noStrike" cap="none" normalizeH="0" baseline="0" smtClean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(</m:t>
                    </m:r>
                    <m:r>
                      <a:rPr kumimoji="0" lang="en-US" altLang="zh-CN" sz="2600" b="1" i="1" u="none" strike="noStrike" cap="none" normalizeH="0" baseline="0" smtClean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𝒂</m:t>
                    </m:r>
                    <m:r>
                      <a:rPr kumimoji="0" lang="en-US" altLang="zh-CN" sz="2600" b="1" i="1" u="none" strike="noStrike" cap="none" normalizeH="0" baseline="0" smtClean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≤</m:t>
                    </m:r>
                    <m:r>
                      <a:rPr kumimoji="0" lang="en-US" altLang="zh-CN" sz="2600" b="1" i="1" u="none" strike="noStrike" cap="none" normalizeH="0" baseline="0" smtClean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𝑿</m:t>
                    </m:r>
                    <m:r>
                      <a:rPr kumimoji="0" lang="en-US" altLang="zh-CN" sz="2600" b="1" i="1" u="none" strike="noStrike" cap="none" normalizeH="0" baseline="0" smtClean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&lt;</m:t>
                    </m:r>
                    <m:r>
                      <a:rPr kumimoji="0" lang="en-US" altLang="zh-CN" sz="2600" b="1" i="1" u="none" strike="noStrike" cap="none" normalizeH="0" baseline="0" smtClean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𝒃</m:t>
                    </m:r>
                    <m:r>
                      <a:rPr kumimoji="0" lang="en-US" altLang="zh-CN" sz="2600" b="1" i="1" u="none" strike="noStrike" cap="none" normalizeH="0" baseline="0" smtClean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kumimoji="0" lang="zh-CN" altLang="zh-CN" sz="2600" i="0" u="none" strike="noStrike" cap="none" normalizeH="0" baseline="0" dirty="0">
                    <a:ln>
                      <a:noFill/>
                    </a:ln>
                    <a:solidFill>
                      <a:srgbClr val="001892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  <a:cs typeface="Arial" panose="020B0604020202020204" pitchFamily="34" charset="0"/>
                  </a:rPr>
                  <a:t>等于</a:t>
                </a:r>
                <a:endParaRPr kumimoji="0" lang="zh-CN" altLang="zh-CN" sz="2600" i="0" u="none" strike="noStrike" cap="none" normalizeH="0" baseline="0" dirty="0">
                  <a:ln>
                    <a:noFill/>
                  </a:ln>
                  <a:solidFill>
                    <a:srgbClr val="001892"/>
                  </a:solidFill>
                  <a:effectLst/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7910BAF-193D-C571-D64D-29B853F1FD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9"/>
                </p:custDataLst>
              </p:nvPr>
            </p:nvSpPr>
            <p:spPr>
              <a:xfrm>
                <a:off x="914400" y="635000"/>
                <a:ext cx="7315200" cy="2143125"/>
              </a:xfrm>
              <a:prstGeom prst="rect">
                <a:avLst/>
              </a:prstGeom>
              <a:blipFill>
                <a:blip r:embed="rId20"/>
                <a:stretch>
                  <a:fillRect l="-15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6A43BC53-BBDE-3368-5C8A-BCF165E780BE}"/>
                  </a:ext>
                </a:extLst>
              </p:cNvPr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828800" y="2786063"/>
                <a:ext cx="64008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600" b="1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𝑭</m:t>
                      </m:r>
                      <m:d>
                        <m:dPr>
                          <m:ctrlPr>
                            <a:rPr kumimoji="1" lang="en-US" altLang="zh-CN" sz="2600" b="1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600" b="1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𝒃</m:t>
                          </m:r>
                        </m:e>
                      </m:d>
                      <m:r>
                        <a:rPr kumimoji="1" lang="en-US" altLang="zh-CN" sz="2600" b="1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−</m:t>
                      </m:r>
                      <m:r>
                        <a:rPr kumimoji="1" lang="en-US" altLang="zh-CN" sz="2600" b="1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𝑭</m:t>
                      </m:r>
                      <m:r>
                        <a:rPr kumimoji="1" lang="en-US" altLang="zh-CN" sz="2600" b="1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(</m:t>
                      </m:r>
                      <m:r>
                        <a:rPr kumimoji="1" lang="en-US" altLang="zh-CN" sz="2600" b="1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𝒂</m:t>
                      </m:r>
                      <m:r>
                        <a:rPr kumimoji="1" lang="en-US" altLang="zh-CN" sz="2600" b="1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6A43BC53-BBDE-3368-5C8A-BCF165E780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1"/>
                </p:custDataLst>
              </p:nvPr>
            </p:nvSpPr>
            <p:spPr>
              <a:xfrm>
                <a:off x="1828800" y="2786063"/>
                <a:ext cx="6400800" cy="642938"/>
              </a:xfrm>
              <a:prstGeom prst="rect">
                <a:avLst/>
              </a:prstGeom>
              <a:blipFill>
                <a:blip r:embed="rId22"/>
                <a:stretch>
                  <a:fillRect l="-397" b="-3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FCB236C0-801E-9BD9-9DBE-154559AB991E}"/>
                  </a:ext>
                </a:extLst>
              </p:cNvPr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1828800" y="3643313"/>
                <a:ext cx="64008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6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𝑭</m:t>
                      </m:r>
                      <m:d>
                        <m:dPr>
                          <m:ctrlPr>
                            <a:rPr kumimoji="1" lang="en-US" altLang="zh-CN" sz="26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6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𝒃</m:t>
                          </m:r>
                        </m:e>
                      </m:d>
                      <m:r>
                        <a:rPr kumimoji="1" lang="en-US" altLang="zh-CN" sz="26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−</m:t>
                      </m:r>
                      <m:r>
                        <a:rPr kumimoji="1" lang="en-US" altLang="zh-CN" sz="26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𝑭</m:t>
                      </m:r>
                      <m:r>
                        <a:rPr kumimoji="1" lang="en-US" altLang="zh-CN" sz="26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(</m:t>
                      </m:r>
                      <m:r>
                        <a:rPr kumimoji="1" lang="en-US" altLang="zh-CN" sz="26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𝒂</m:t>
                      </m:r>
                      <m:r>
                        <a:rPr kumimoji="1" lang="en-US" altLang="zh-CN" sz="26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−</m:t>
                      </m:r>
                      <m:r>
                        <a:rPr kumimoji="1" lang="en-US" altLang="zh-CN" sz="26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𝟎</m:t>
                      </m:r>
                      <m:r>
                        <a:rPr kumimoji="1" lang="en-US" altLang="zh-CN" sz="26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FCB236C0-801E-9BD9-9DBE-154559AB99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3"/>
                </p:custDataLst>
              </p:nvPr>
            </p:nvSpPr>
            <p:spPr>
              <a:xfrm>
                <a:off x="1828800" y="3643313"/>
                <a:ext cx="6400800" cy="642938"/>
              </a:xfrm>
              <a:prstGeom prst="rect">
                <a:avLst/>
              </a:prstGeom>
              <a:blipFill>
                <a:blip r:embed="rId24"/>
                <a:stretch>
                  <a:fillRect l="-397" b="-39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5608B816-1478-0852-A264-D6935F81BA57}"/>
                  </a:ext>
                </a:extLst>
              </p:cNvPr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1828800" y="4500563"/>
                <a:ext cx="64008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6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𝑭</m:t>
                      </m:r>
                      <m:d>
                        <m:dPr>
                          <m:ctrlPr>
                            <a:rPr kumimoji="1" lang="en-US" altLang="zh-CN" sz="26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6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𝒃</m:t>
                          </m:r>
                          <m:r>
                            <a:rPr kumimoji="1" lang="en-US" altLang="zh-CN" sz="26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−</m:t>
                          </m:r>
                          <m:r>
                            <a:rPr kumimoji="1" lang="en-US" altLang="zh-CN" sz="26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𝟎</m:t>
                          </m:r>
                        </m:e>
                      </m:d>
                      <m:r>
                        <a:rPr kumimoji="1" lang="en-US" altLang="zh-CN" sz="26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−</m:t>
                      </m:r>
                      <m:r>
                        <a:rPr kumimoji="1" lang="en-US" altLang="zh-CN" sz="26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𝑭</m:t>
                      </m:r>
                      <m:r>
                        <a:rPr kumimoji="1" lang="en-US" altLang="zh-CN" sz="26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(</m:t>
                      </m:r>
                      <m:r>
                        <a:rPr kumimoji="1" lang="en-US" altLang="zh-CN" sz="26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𝒂</m:t>
                      </m:r>
                      <m:r>
                        <a:rPr kumimoji="1" lang="en-US" altLang="zh-CN" sz="26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5608B816-1478-0852-A264-D6935F81BA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5"/>
                </p:custDataLst>
              </p:nvPr>
            </p:nvSpPr>
            <p:spPr>
              <a:xfrm>
                <a:off x="1828800" y="4500563"/>
                <a:ext cx="6400800" cy="642938"/>
              </a:xfrm>
              <a:prstGeom prst="rect">
                <a:avLst/>
              </a:prstGeom>
              <a:blipFill>
                <a:blip r:embed="rId26"/>
                <a:stretch>
                  <a:fillRect l="-397" b="-3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AB457B2A-E88B-0370-48BE-26A1FF9330C6}"/>
                  </a:ext>
                </a:extLst>
              </p:cNvPr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1828800" y="5357813"/>
                <a:ext cx="64008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600" b="1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𝑭</m:t>
                      </m:r>
                      <m:d>
                        <m:dPr>
                          <m:ctrlPr>
                            <a:rPr kumimoji="1" lang="en-US" altLang="zh-CN" sz="2600" b="1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600" b="1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𝒃</m:t>
                          </m:r>
                          <m:r>
                            <a:rPr kumimoji="1" lang="en-US" altLang="zh-CN" sz="2600" b="1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−</m:t>
                          </m:r>
                          <m:r>
                            <a:rPr kumimoji="1" lang="en-US" altLang="zh-CN" sz="2600" b="1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𝟎</m:t>
                          </m:r>
                        </m:e>
                      </m:d>
                      <m:r>
                        <a:rPr kumimoji="1" lang="en-US" altLang="zh-CN" sz="2600" b="1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−</m:t>
                      </m:r>
                      <m:r>
                        <a:rPr kumimoji="1" lang="en-US" altLang="zh-CN" sz="2600" b="1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𝑭</m:t>
                      </m:r>
                      <m:r>
                        <a:rPr kumimoji="1" lang="en-US" altLang="zh-CN" sz="2600" b="1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(</m:t>
                      </m:r>
                      <m:r>
                        <a:rPr kumimoji="1" lang="en-US" altLang="zh-CN" sz="2600" b="1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𝒂</m:t>
                      </m:r>
                      <m:r>
                        <a:rPr kumimoji="1" lang="en-US" altLang="zh-CN" sz="2600" b="1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−</m:t>
                      </m:r>
                      <m:r>
                        <a:rPr kumimoji="1" lang="en-US" altLang="zh-CN" sz="2600" b="1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𝟎</m:t>
                      </m:r>
                      <m:r>
                        <a:rPr kumimoji="1" lang="en-US" altLang="zh-CN" sz="2600" b="1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AB457B2A-E88B-0370-48BE-26A1FF933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7"/>
                </p:custDataLst>
              </p:nvPr>
            </p:nvSpPr>
            <p:spPr>
              <a:xfrm>
                <a:off x="1828800" y="5357813"/>
                <a:ext cx="6400800" cy="642938"/>
              </a:xfrm>
              <a:prstGeom prst="rect">
                <a:avLst/>
              </a:prstGeom>
              <a:blipFill>
                <a:blip r:embed="rId28"/>
                <a:stretch>
                  <a:fillRect l="-397" b="-3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椭圆 13">
            <a:extLst>
              <a:ext uri="{FF2B5EF4-FFF2-40B4-BE49-F238E27FC236}">
                <a16:creationId xmlns:a16="http://schemas.microsoft.com/office/drawing/2014/main" id="{BE66315D-8EA2-D7BD-CC7A-F4C78DA265EE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5B793E83-5ACB-2022-826F-7EB33463827A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968F83BA-9296-01FF-668B-047240A8D2F9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566208DA-DF07-A285-8B5E-6583F5246714}"/>
              </a:ext>
            </a:extLst>
          </p:cNvPr>
          <p:cNvSpPr>
            <a:spLocks noChangeAspect="1"/>
          </p:cNvSpPr>
          <p:nvPr>
            <p:custDataLst>
              <p:tags r:id="rId11"/>
            </p:custDataLst>
          </p:nvPr>
        </p:nvSpPr>
        <p:spPr bwMode="auto">
          <a:xfrm>
            <a:off x="1114425" y="542210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A28018DC-030F-2174-CA2E-504C2BC73E76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5272886-5056-19F4-035A-15EC753E9E0C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80366133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277288DC-E613-F17F-26DC-91CE96EC9C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1594" y="0"/>
            <a:ext cx="3960813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j-cs"/>
              </a:rPr>
              <a:t>分布函数</a:t>
            </a:r>
          </a:p>
        </p:txBody>
      </p:sp>
      <p:cxnSp>
        <p:nvCxnSpPr>
          <p:cNvPr id="6" name="直线连接符 48">
            <a:extLst>
              <a:ext uri="{FF2B5EF4-FFF2-40B4-BE49-F238E27FC236}">
                <a16:creationId xmlns:a16="http://schemas.microsoft.com/office/drawing/2014/main" id="{1BC26370-4F60-18DD-92F2-9F45B9C73A53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7DCE1E3-A60D-7414-0DE4-F6033692FEE9}"/>
                  </a:ext>
                </a:extLst>
              </p:cNvPr>
              <p:cNvSpPr txBox="1"/>
              <p:nvPr/>
            </p:nvSpPr>
            <p:spPr>
              <a:xfrm>
                <a:off x="107504" y="1556655"/>
                <a:ext cx="2874440" cy="5267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④</m:t>
                      </m:r>
                      <m:r>
                        <a:rPr kumimoji="1" lang="zh-CN" altLang="en-US" i="1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i="1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kumimoji="1" lang="en-US" altLang="zh-CN" i="1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kumimoji="1" lang="en-US" altLang="zh-CN" i="1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kumimoji="1" lang="en-US" altLang="zh-CN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kumimoji="1" lang="en-US" altLang="zh-CN" i="1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kumimoji="1" lang="en-US" altLang="zh-CN" i="1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kumimoji="1" lang="en-US" altLang="zh-CN" i="1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kumimoji="1" lang="en-US" altLang="zh-CN" i="1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kumimoji="1" lang="zh-CN" altLang="en-US" dirty="0">
                  <a:solidFill>
                    <a:srgbClr val="001892"/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7DCE1E3-A60D-7414-0DE4-F6033692FE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1556655"/>
                <a:ext cx="2874440" cy="526747"/>
              </a:xfrm>
              <a:prstGeom prst="rect">
                <a:avLst/>
              </a:prstGeom>
              <a:blipFill>
                <a:blip r:embed="rId2"/>
                <a:stretch>
                  <a:fillRect l="-881" r="-441" b="-232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850EBFE-A361-10B6-679C-FD65A6E4FAC1}"/>
                  </a:ext>
                </a:extLst>
              </p:cNvPr>
              <p:cNvSpPr txBox="1"/>
              <p:nvPr/>
            </p:nvSpPr>
            <p:spPr>
              <a:xfrm>
                <a:off x="320419" y="2708920"/>
                <a:ext cx="8503162" cy="24516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b="1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begChr m:val="{"/>
                          <m:endChr m:val="}"/>
                          <m:ctrlPr>
                            <a:rPr kumimoji="1" lang="en-US" altLang="zh-CN" b="1" i="1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kumimoji="1" lang="en-US" altLang="zh-CN" i="1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kumimoji="1" lang="en-US" altLang="zh-CN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kumimoji="1" lang="en-US" altLang="zh-CN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kumimoji="1" lang="en-US" altLang="zh-CN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kumimoji="1" lang="en-US" altLang="zh-CN" b="1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b="1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begChr m:val="{"/>
                          <m:endChr m:val="}"/>
                          <m:ctrlPr>
                            <a:rPr kumimoji="1" lang="en-US" altLang="zh-CN" b="1" i="1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1" i="1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kumimoji="1" lang="en-US" altLang="zh-CN" b="1" i="1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kumimoji="1" lang="en-US" altLang="zh-CN" b="1" i="1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kumimoji="1" lang="en-US" altLang="zh-CN" b="1" i="1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kumimoji="1" lang="en-US" altLang="zh-CN" b="1" i="1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kumimoji="1" lang="en-US" altLang="zh-CN" b="1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zh-CN" b="1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kumimoji="1" lang="en-US" altLang="zh-CN" b="1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kumimoji="1" lang="en-US" altLang="zh-CN" b="1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kumimoji="1" lang="en-US" altLang="zh-CN" b="1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b="1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kumimoji="1" lang="en-US" altLang="zh-CN" b="1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kumimoji="1" lang="en-US" altLang="zh-CN" b="1" i="1" dirty="0">
                  <a:solidFill>
                    <a:srgbClr val="001892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200000"/>
                  </a:lnSpc>
                </a:pPr>
                <a:r>
                  <a:rPr kumimoji="1" lang="en-US" altLang="zh-CN" dirty="0">
                    <a:solidFill>
                      <a:srgbClr val="001892"/>
                    </a:solidFill>
                  </a:rPr>
                  <a:t>                      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i="1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d>
                      <m:dPr>
                        <m:ctrlPr>
                          <a:rPr kumimoji="1" lang="en-US" altLang="zh-CN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d>
                      <m:dPr>
                        <m:ctrlPr>
                          <a:rPr kumimoji="1" lang="en-US" altLang="zh-CN" b="1" i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1" i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kumimoji="1" lang="en-US" altLang="zh-CN" b="1" i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zh-CN" b="1" i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kumimoji="1" lang="en-US" altLang="zh-CN" b="1" i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i="1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d>
                      <m:dPr>
                        <m:ctrlPr>
                          <a:rPr kumimoji="1" lang="en-US" altLang="zh-CN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kumimoji="1" lang="en-US" altLang="zh-CN" i="1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d>
                      <m:dPr>
                        <m:ctrlPr>
                          <a:rPr kumimoji="1" lang="en-US" altLang="zh-CN" b="1" i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1" i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kumimoji="1" lang="en-US" altLang="zh-CN" b="1" i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zh-CN" b="1" i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zh-CN" dirty="0">
                  <a:solidFill>
                    <a:srgbClr val="001892"/>
                  </a:solidFill>
                </a:endParaRPr>
              </a:p>
              <a:p>
                <a:pPr>
                  <a:lnSpc>
                    <a:spcPct val="200000"/>
                  </a:lnSpc>
                </a:pPr>
                <a:r>
                  <a:rPr kumimoji="1" lang="en-US" altLang="zh-CN" dirty="0">
                    <a:solidFill>
                      <a:srgbClr val="001892"/>
                    </a:solidFill>
                  </a:rPr>
                  <a:t>	             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i="1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d>
                      <m:dPr>
                        <m:ctrlPr>
                          <a:rPr kumimoji="1" lang="en-US" altLang="zh-CN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1" i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kumimoji="1" lang="en-US" altLang="zh-CN" b="1" i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zh-CN" b="1" i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kumimoji="1" lang="en-US" altLang="zh-CN" i="1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zh-CN" i="1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r>
                      <a:rPr kumimoji="1" lang="en-US" altLang="zh-CN" i="1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i="1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kumimoji="1" lang="en-US" altLang="zh-CN" i="1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zh-CN" dirty="0">
                  <a:solidFill>
                    <a:srgbClr val="001892"/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850EBFE-A361-10B6-679C-FD65A6E4FA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419" y="2708920"/>
                <a:ext cx="8503162" cy="2451633"/>
              </a:xfrm>
              <a:prstGeom prst="rect">
                <a:avLst/>
              </a:prstGeom>
              <a:blipFill>
                <a:blip r:embed="rId3"/>
                <a:stretch>
                  <a:fillRect l="-1493" r="-1045" b="-56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553450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DAEE769-1A98-AD48-BEF8-3BC21F43452A}"/>
                  </a:ext>
                </a:extLst>
              </p:cNvPr>
              <p:cNvSpPr txBox="1"/>
              <p:nvPr/>
            </p:nvSpPr>
            <p:spPr>
              <a:xfrm>
                <a:off x="386521" y="1196752"/>
                <a:ext cx="8353147" cy="53388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kumimoji="1" lang="zh-CN" altLang="en-US" sz="2400" dirty="0">
                    <a:solidFill>
                      <a:srgbClr val="001892"/>
                    </a:solidFill>
                    <a:latin typeface="Cambria Math" panose="02040503050406030204" pitchFamily="18" charset="0"/>
                    <a:ea typeface="KaiTi" panose="02010609060101010101" pitchFamily="49" charset="-122"/>
                  </a:rPr>
                  <a:t>一个靶子是半径为</a:t>
                </a:r>
                <a:r>
                  <a:rPr kumimoji="1" lang="en-US" altLang="zh-CN" sz="2400" dirty="0">
                    <a:solidFill>
                      <a:srgbClr val="00189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2m</a:t>
                </a:r>
                <a:r>
                  <a:rPr kumimoji="1" lang="zh-CN" altLang="en-US" sz="2400" dirty="0">
                    <a:solidFill>
                      <a:srgbClr val="001892"/>
                    </a:solidFill>
                    <a:latin typeface="Cambria Math" panose="02040503050406030204" pitchFamily="18" charset="0"/>
                    <a:ea typeface="KaiTi" panose="02010609060101010101" pitchFamily="49" charset="-122"/>
                  </a:rPr>
                  <a:t>的圆盘，射击靶上任意同心圆盘上的点的概率，与该圆盘的面积成正比，并设射击都能中靶，以</a:t>
                </a:r>
                <a14:m>
                  <m:oMath xmlns:m="http://schemas.openxmlformats.org/officeDocument/2006/math">
                    <m:r>
                      <a:rPr kumimoji="1" lang="en-US" altLang="zh-CN" sz="2400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zh-CN" altLang="en-US" sz="2400" dirty="0">
                    <a:solidFill>
                      <a:srgbClr val="001892"/>
                    </a:solidFill>
                    <a:latin typeface="Cambria Math" panose="02040503050406030204" pitchFamily="18" charset="0"/>
                    <a:ea typeface="KaiTi" panose="02010609060101010101" pitchFamily="49" charset="-122"/>
                  </a:rPr>
                  <a:t>表示弹着点与圆心的距离，试求随机变量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zh-CN" altLang="en-US" sz="2400" dirty="0">
                    <a:solidFill>
                      <a:srgbClr val="001892"/>
                    </a:solidFill>
                    <a:latin typeface="Cambria Math" panose="02040503050406030204" pitchFamily="18" charset="0"/>
                    <a:ea typeface="KaiTi" panose="02010609060101010101" pitchFamily="49" charset="-122"/>
                  </a:rPr>
                  <a:t>的分布函数。</a:t>
                </a:r>
                <a:endParaRPr kumimoji="1" lang="en-US" altLang="zh-CN" sz="2400" dirty="0">
                  <a:solidFill>
                    <a:srgbClr val="001892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just">
                  <a:lnSpc>
                    <a:spcPct val="200000"/>
                  </a:lnSpc>
                </a:pPr>
                <a:endParaRPr kumimoji="1" lang="en-US" altLang="zh-CN" sz="2400" dirty="0">
                  <a:solidFill>
                    <a:srgbClr val="001892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just">
                  <a:lnSpc>
                    <a:spcPct val="200000"/>
                  </a:lnSpc>
                </a:pPr>
                <a:r>
                  <a:rPr kumimoji="1" lang="en-US" altLang="zh-CN" sz="2400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1.</a:t>
                </a:r>
                <a:r>
                  <a:rPr kumimoji="1" lang="zh-CN" altLang="en-US" sz="2400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KaiTi" panose="02010609060101010101" pitchFamily="49" charset="-122"/>
                  </a:rPr>
                  <a:t> 若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kumimoji="1" lang="en-US" altLang="zh-CN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kumimoji="1" lang="zh-CN" altLang="en-US" sz="2400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KaiTi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r>
                      <a:rPr kumimoji="1" lang="en-US" altLang="zh-CN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kumimoji="1" lang="zh-CN" altLang="en-US" sz="24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≤</m:t>
                    </m:r>
                    <m:r>
                      <a:rPr kumimoji="1" lang="en-US" altLang="zh-CN" sz="24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kumimoji="1" lang="en-US" altLang="zh-CN" sz="24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kumimoji="1" lang="zh-CN" altLang="en-US" sz="2400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KaiTi" panose="02010609060101010101" pitchFamily="49" charset="-122"/>
                  </a:rPr>
                  <a:t>是不可能事件，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r>
                      <a:rPr kumimoji="1" lang="en-US" altLang="zh-CN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kumimoji="1" lang="en-US" altLang="zh-CN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r>
                      <a:rPr kumimoji="1" lang="en-US" altLang="zh-CN" sz="24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kumimoji="1" lang="en-US" altLang="zh-CN" sz="24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r>
                      <a:rPr kumimoji="1" lang="en-US" altLang="zh-CN" sz="24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kumimoji="1" lang="zh-CN" altLang="en-US" sz="24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≤</m:t>
                    </m:r>
                    <m:r>
                      <a:rPr kumimoji="1" lang="en-US" altLang="zh-CN" sz="24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kumimoji="1" lang="en-US" altLang="zh-CN" sz="24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}=0</m:t>
                    </m:r>
                  </m:oMath>
                </a14:m>
                <a:endParaRPr kumimoji="1" lang="en-US" altLang="zh-CN" sz="2400" dirty="0">
                  <a:solidFill>
                    <a:srgbClr val="C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just">
                  <a:lnSpc>
                    <a:spcPct val="200000"/>
                  </a:lnSpc>
                </a:pPr>
                <a:r>
                  <a:rPr kumimoji="1" lang="en-US" altLang="zh-CN" sz="2400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2.</a:t>
                </a:r>
                <a:r>
                  <a:rPr kumimoji="1" lang="zh-CN" altLang="en-US" sz="2400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KaiTi" panose="02010609060101010101" pitchFamily="49" charset="-122"/>
                  </a:rPr>
                  <a:t> 若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kumimoji="1" lang="zh-CN" altLang="en-US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≤</m:t>
                    </m:r>
                    <m:r>
                      <a:rPr kumimoji="1" lang="en-US" altLang="zh-CN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kumimoji="1" lang="zh-CN" altLang="en-US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≤</m:t>
                    </m:r>
                    <m:r>
                      <a:rPr kumimoji="1" lang="en-US" altLang="zh-CN" sz="24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kumimoji="1" lang="zh-CN" altLang="en-US" sz="2400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KaiTi" panose="02010609060101010101" pitchFamily="49" charset="-122"/>
                  </a:rPr>
                  <a:t>，</a:t>
                </a:r>
                <a:r>
                  <a:rPr kumimoji="1" lang="en-US" altLang="zh-CN" sz="2400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kumimoji="1" lang="en-US" altLang="zh-CN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{0≤</m:t>
                    </m:r>
                    <m:r>
                      <a:rPr kumimoji="1" lang="en-US" altLang="zh-CN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kumimoji="1" lang="zh-CN" altLang="en-US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≤</m:t>
                    </m:r>
                    <m:r>
                      <a:rPr kumimoji="1" lang="en-US" altLang="zh-CN" sz="24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kumimoji="1" lang="en-US" altLang="zh-CN" sz="24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}=</m:t>
                    </m:r>
                    <m:r>
                      <a:rPr kumimoji="1" lang="en-US" altLang="zh-CN" sz="24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𝑘𝑥</m:t>
                    </m:r>
                    <m:r>
                      <a:rPr kumimoji="1" lang="en-US" altLang="zh-CN" sz="2400" i="1" baseline="300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kumimoji="1" lang="zh-CN" altLang="en-US" sz="2400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KaiTi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kumimoji="1" lang="en-US" altLang="zh-CN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=1/4</m:t>
                    </m:r>
                  </m:oMath>
                </a14:m>
                <a:endParaRPr kumimoji="1" lang="en-US" altLang="zh-CN" sz="2400" dirty="0">
                  <a:solidFill>
                    <a:srgbClr val="C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just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sz="24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    </m:t>
                      </m:r>
                      <m:r>
                        <a:rPr kumimoji="1" lang="en-US" altLang="zh-CN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r>
                        <a:rPr kumimoji="1" lang="en-US" altLang="zh-CN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r>
                        <a:rPr kumimoji="1" lang="en-US" altLang="zh-CN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zh-CN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</m:t>
                      </m:r>
                      <m:r>
                        <a:rPr kumimoji="1" lang="en-US" altLang="zh-CN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kumimoji="1" lang="zh-CN" altLang="en-US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≤</m:t>
                      </m:r>
                      <m:r>
                        <a:rPr kumimoji="1" lang="en-US" altLang="zh-CN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}=</m:t>
                      </m:r>
                      <m:r>
                        <a:rPr kumimoji="1" lang="en-US" altLang="zh-CN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zh-CN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</m:t>
                      </m:r>
                      <m:r>
                        <a:rPr kumimoji="1" lang="en-US" altLang="zh-CN" sz="24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kumimoji="1" lang="en-US" altLang="zh-CN" sz="24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&lt;0}+</m:t>
                      </m:r>
                      <m:r>
                        <a:rPr kumimoji="1" lang="en-US" altLang="zh-CN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zh-CN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{0≤</m:t>
                      </m:r>
                      <m:r>
                        <a:rPr kumimoji="1" lang="en-US" altLang="zh-CN" sz="24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kumimoji="1" lang="zh-CN" altLang="en-US" sz="24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≤</m:t>
                      </m:r>
                      <m:r>
                        <a:rPr kumimoji="1" lang="en-US" altLang="zh-CN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}=</m:t>
                      </m:r>
                      <m:r>
                        <a:rPr kumimoji="1" lang="en-US" altLang="zh-CN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sz="2400" i="1" baseline="3000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kumimoji="1" lang="en-US" altLang="zh-CN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/4</m:t>
                      </m:r>
                    </m:oMath>
                  </m:oMathPara>
                </a14:m>
                <a:endParaRPr kumimoji="1" lang="en-US" altLang="zh-CN" sz="2400" dirty="0">
                  <a:solidFill>
                    <a:srgbClr val="C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just">
                  <a:lnSpc>
                    <a:spcPct val="200000"/>
                  </a:lnSpc>
                </a:pPr>
                <a:r>
                  <a:rPr kumimoji="1" lang="en-US" altLang="zh-CN" sz="2400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3. </a:t>
                </a:r>
                <a:r>
                  <a:rPr kumimoji="1" lang="zh-CN" altLang="en-US" sz="2400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KaiTi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kumimoji="1" lang="en-US" altLang="zh-CN" sz="240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kumimoji="1" lang="en-US" altLang="zh-CN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kumimoji="1" lang="zh-CN" altLang="en-US" sz="2400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KaiTi" panose="02010609060101010101" pitchFamily="49" charset="-122"/>
                  </a:rPr>
                  <a:t>，</a:t>
                </a:r>
                <a:r>
                  <a:rPr kumimoji="1" lang="en-US" altLang="zh-CN" sz="2400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r>
                      <a:rPr kumimoji="1" lang="en-US" altLang="zh-CN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kumimoji="1" lang="zh-CN" altLang="en-US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≤</m:t>
                    </m:r>
                    <m:r>
                      <a:rPr kumimoji="1" lang="en-US" altLang="zh-CN" sz="24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kumimoji="1" lang="en-US" altLang="zh-CN" sz="24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kumimoji="1" lang="zh-CN" altLang="en-US" sz="2400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KaiTi" panose="02010609060101010101" pitchFamily="49" charset="-122"/>
                  </a:rPr>
                  <a:t>是必然事件，</a:t>
                </a:r>
                <a:r>
                  <a:rPr kumimoji="1" lang="en-US" altLang="zh-CN" sz="2400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r>
                      <a:rPr kumimoji="1" lang="en-US" altLang="zh-CN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kumimoji="1" lang="en-US" altLang="zh-CN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r>
                      <a:rPr kumimoji="1" lang="en-US" altLang="zh-CN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kumimoji="1" lang="en-US" altLang="zh-CN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r>
                      <a:rPr kumimoji="1" lang="en-US" altLang="zh-CN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kumimoji="1" lang="zh-CN" altLang="en-US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≤</m:t>
                    </m:r>
                    <m:r>
                      <a:rPr kumimoji="1" lang="en-US" altLang="zh-CN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kumimoji="1" lang="en-US" altLang="zh-CN" sz="24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}=1</m:t>
                    </m:r>
                  </m:oMath>
                </a14:m>
                <a:endParaRPr kumimoji="1" lang="en-US" altLang="zh-CN" sz="2400" dirty="0">
                  <a:solidFill>
                    <a:srgbClr val="001892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DAEE769-1A98-AD48-BEF8-3BC21F434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521" y="1196752"/>
                <a:ext cx="8353147" cy="5338834"/>
              </a:xfrm>
              <a:prstGeom prst="rect">
                <a:avLst/>
              </a:prstGeom>
              <a:blipFill>
                <a:blip r:embed="rId2"/>
                <a:stretch>
                  <a:fillRect l="-1062" r="-1062" b="-16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线连接符 48">
            <a:extLst>
              <a:ext uri="{FF2B5EF4-FFF2-40B4-BE49-F238E27FC236}">
                <a16:creationId xmlns:a16="http://schemas.microsoft.com/office/drawing/2014/main" id="{C252D113-CC90-8814-EBED-C0513D0A815E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圆角矩形 5">
            <a:extLst>
              <a:ext uri="{FF2B5EF4-FFF2-40B4-BE49-F238E27FC236}">
                <a16:creationId xmlns:a16="http://schemas.microsoft.com/office/drawing/2014/main" id="{A888806F-64C5-0AC2-FF2B-D9429F88A1F1}"/>
              </a:ext>
            </a:extLst>
          </p:cNvPr>
          <p:cNvSpPr/>
          <p:nvPr/>
        </p:nvSpPr>
        <p:spPr bwMode="auto">
          <a:xfrm>
            <a:off x="260535" y="1103815"/>
            <a:ext cx="8496944" cy="1872202"/>
          </a:xfrm>
          <a:prstGeom prst="roundRect">
            <a:avLst>
              <a:gd name="adj" fmla="val 5627"/>
            </a:avLst>
          </a:prstGeom>
          <a:noFill/>
          <a:ln w="19050" cap="flat" cmpd="sng" algn="ctr">
            <a:solidFill>
              <a:srgbClr val="001892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07ADB00-9C03-3877-D9A4-583F9DE5CA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1594" y="0"/>
            <a:ext cx="3960813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分布函数</a:t>
            </a:r>
          </a:p>
        </p:txBody>
      </p:sp>
    </p:spTree>
    <p:extLst>
      <p:ext uri="{BB962C8B-B14F-4D97-AF65-F5344CB8AC3E}">
        <p14:creationId xmlns:p14="http://schemas.microsoft.com/office/powerpoint/2010/main" val="348785406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示, 示意图&#10;&#10;描述已自动生成">
            <a:extLst>
              <a:ext uri="{FF2B5EF4-FFF2-40B4-BE49-F238E27FC236}">
                <a16:creationId xmlns:a16="http://schemas.microsoft.com/office/drawing/2014/main" id="{E267B64B-E234-B240-A269-78248FEF4A8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62599" t="37400" r="15001" b="33201"/>
          <a:stretch/>
        </p:blipFill>
        <p:spPr>
          <a:xfrm rot="16200000">
            <a:off x="1098604" y="415991"/>
            <a:ext cx="2336363" cy="4088635"/>
          </a:xfrm>
          <a:prstGeom prst="rect">
            <a:avLst/>
          </a:prstGeom>
        </p:spPr>
      </p:pic>
      <p:pic>
        <p:nvPicPr>
          <p:cNvPr id="5" name="图片 4" descr="图示, 示意图&#10;&#10;描述已自动生成">
            <a:extLst>
              <a:ext uri="{FF2B5EF4-FFF2-40B4-BE49-F238E27FC236}">
                <a16:creationId xmlns:a16="http://schemas.microsoft.com/office/drawing/2014/main" id="{983B9655-8ACE-CD4D-AA04-DCBCFAEA5DC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EDEDED"/>
              </a:clrFrom>
              <a:clrTo>
                <a:srgbClr val="EDEDED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7409" t="58799" r="41940"/>
          <a:stretch/>
        </p:blipFill>
        <p:spPr>
          <a:xfrm rot="16200000">
            <a:off x="5546776" y="180221"/>
            <a:ext cx="2586810" cy="4619867"/>
          </a:xfrm>
          <a:prstGeom prst="rect">
            <a:avLst/>
          </a:prstGeom>
          <a:solidFill>
            <a:schemeClr val="bg1"/>
          </a:solidFill>
        </p:spPr>
      </p:pic>
      <p:cxnSp>
        <p:nvCxnSpPr>
          <p:cNvPr id="7" name="直线连接符 48">
            <a:extLst>
              <a:ext uri="{FF2B5EF4-FFF2-40B4-BE49-F238E27FC236}">
                <a16:creationId xmlns:a16="http://schemas.microsoft.com/office/drawing/2014/main" id="{B2C75042-FA88-92D1-1E8D-430999A710BD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6" name="墨迹 15">
                <a:extLst>
                  <a:ext uri="{FF2B5EF4-FFF2-40B4-BE49-F238E27FC236}">
                    <a16:creationId xmlns:a16="http://schemas.microsoft.com/office/drawing/2014/main" id="{773DD220-0D47-BF76-E288-F7A514C58AC5}"/>
                  </a:ext>
                </a:extLst>
              </p14:cNvPr>
              <p14:cNvContentPartPr/>
              <p14:nvPr/>
            </p14:nvContentPartPr>
            <p14:xfrm>
              <a:off x="126708" y="1230890"/>
              <a:ext cx="1226160" cy="675720"/>
            </p14:xfrm>
          </p:contentPart>
        </mc:Choice>
        <mc:Fallback xmlns="">
          <p:pic>
            <p:nvPicPr>
              <p:cNvPr id="16" name="墨迹 15">
                <a:extLst>
                  <a:ext uri="{FF2B5EF4-FFF2-40B4-BE49-F238E27FC236}">
                    <a16:creationId xmlns:a16="http://schemas.microsoft.com/office/drawing/2014/main" id="{773DD220-0D47-BF76-E288-F7A514C58AC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7068" y="1050890"/>
                <a:ext cx="1405800" cy="10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7" name="墨迹 16">
                <a:extLst>
                  <a:ext uri="{FF2B5EF4-FFF2-40B4-BE49-F238E27FC236}">
                    <a16:creationId xmlns:a16="http://schemas.microsoft.com/office/drawing/2014/main" id="{7C2B9429-E1D0-77CA-D2BC-CF1D5643A060}"/>
                  </a:ext>
                </a:extLst>
              </p14:cNvPr>
              <p14:cNvContentPartPr/>
              <p14:nvPr/>
            </p14:nvContentPartPr>
            <p14:xfrm>
              <a:off x="762108" y="1288850"/>
              <a:ext cx="832680" cy="851760"/>
            </p14:xfrm>
          </p:contentPart>
        </mc:Choice>
        <mc:Fallback xmlns="">
          <p:pic>
            <p:nvPicPr>
              <p:cNvPr id="17" name="墨迹 16">
                <a:extLst>
                  <a:ext uri="{FF2B5EF4-FFF2-40B4-BE49-F238E27FC236}">
                    <a16:creationId xmlns:a16="http://schemas.microsoft.com/office/drawing/2014/main" id="{7C2B9429-E1D0-77CA-D2BC-CF1D5643A06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72468" y="1109210"/>
                <a:ext cx="1012320" cy="121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9" name="墨迹 18">
                <a:extLst>
                  <a:ext uri="{FF2B5EF4-FFF2-40B4-BE49-F238E27FC236}">
                    <a16:creationId xmlns:a16="http://schemas.microsoft.com/office/drawing/2014/main" id="{BADB1C6A-18B6-60E4-CD3B-595311DC0726}"/>
                  </a:ext>
                </a:extLst>
              </p14:cNvPr>
              <p14:cNvContentPartPr/>
              <p14:nvPr/>
            </p14:nvContentPartPr>
            <p14:xfrm>
              <a:off x="222468" y="3661610"/>
              <a:ext cx="1282680" cy="109080"/>
            </p14:xfrm>
          </p:contentPart>
        </mc:Choice>
        <mc:Fallback xmlns="">
          <p:pic>
            <p:nvPicPr>
              <p:cNvPr id="19" name="墨迹 18">
                <a:extLst>
                  <a:ext uri="{FF2B5EF4-FFF2-40B4-BE49-F238E27FC236}">
                    <a16:creationId xmlns:a16="http://schemas.microsoft.com/office/drawing/2014/main" id="{BADB1C6A-18B6-60E4-CD3B-595311DC072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32828" y="3481970"/>
                <a:ext cx="1462320" cy="46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0" name="墨迹 19">
                <a:extLst>
                  <a:ext uri="{FF2B5EF4-FFF2-40B4-BE49-F238E27FC236}">
                    <a16:creationId xmlns:a16="http://schemas.microsoft.com/office/drawing/2014/main" id="{8A43342B-0D1F-1394-1A9C-60ADB664A99D}"/>
                  </a:ext>
                </a:extLst>
              </p14:cNvPr>
              <p14:cNvContentPartPr/>
              <p14:nvPr/>
            </p14:nvContentPartPr>
            <p14:xfrm>
              <a:off x="1440708" y="3673850"/>
              <a:ext cx="9360" cy="164160"/>
            </p14:xfrm>
          </p:contentPart>
        </mc:Choice>
        <mc:Fallback xmlns="">
          <p:pic>
            <p:nvPicPr>
              <p:cNvPr id="20" name="墨迹 19">
                <a:extLst>
                  <a:ext uri="{FF2B5EF4-FFF2-40B4-BE49-F238E27FC236}">
                    <a16:creationId xmlns:a16="http://schemas.microsoft.com/office/drawing/2014/main" id="{8A43342B-0D1F-1394-1A9C-60ADB664A99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351068" y="3493850"/>
                <a:ext cx="189000" cy="52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1" name="墨迹 20">
                <a:extLst>
                  <a:ext uri="{FF2B5EF4-FFF2-40B4-BE49-F238E27FC236}">
                    <a16:creationId xmlns:a16="http://schemas.microsoft.com/office/drawing/2014/main" id="{6E13E817-A756-7C74-19A4-0565A6CDAFFC}"/>
                  </a:ext>
                </a:extLst>
              </p14:cNvPr>
              <p14:cNvContentPartPr/>
              <p14:nvPr/>
            </p14:nvContentPartPr>
            <p14:xfrm>
              <a:off x="1316508" y="3617330"/>
              <a:ext cx="58320" cy="265320"/>
            </p14:xfrm>
          </p:contentPart>
        </mc:Choice>
        <mc:Fallback xmlns="">
          <p:pic>
            <p:nvPicPr>
              <p:cNvPr id="21" name="墨迹 20">
                <a:extLst>
                  <a:ext uri="{FF2B5EF4-FFF2-40B4-BE49-F238E27FC236}">
                    <a16:creationId xmlns:a16="http://schemas.microsoft.com/office/drawing/2014/main" id="{6E13E817-A756-7C74-19A4-0565A6CDAFF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226508" y="3437690"/>
                <a:ext cx="237960" cy="62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2" name="墨迹 21">
                <a:extLst>
                  <a:ext uri="{FF2B5EF4-FFF2-40B4-BE49-F238E27FC236}">
                    <a16:creationId xmlns:a16="http://schemas.microsoft.com/office/drawing/2014/main" id="{4C0990DB-C571-7AC2-8A36-B38A4A30CB97}"/>
                  </a:ext>
                </a:extLst>
              </p14:cNvPr>
              <p14:cNvContentPartPr/>
              <p14:nvPr/>
            </p14:nvContentPartPr>
            <p14:xfrm>
              <a:off x="1339908" y="3836930"/>
              <a:ext cx="2193480" cy="122040"/>
            </p14:xfrm>
          </p:contentPart>
        </mc:Choice>
        <mc:Fallback xmlns="">
          <p:pic>
            <p:nvPicPr>
              <p:cNvPr id="22" name="墨迹 21">
                <a:extLst>
                  <a:ext uri="{FF2B5EF4-FFF2-40B4-BE49-F238E27FC236}">
                    <a16:creationId xmlns:a16="http://schemas.microsoft.com/office/drawing/2014/main" id="{4C0990DB-C571-7AC2-8A36-B38A4A30CB9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250268" y="3657290"/>
                <a:ext cx="2373120" cy="48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4" name="墨迹 23">
                <a:extLst>
                  <a:ext uri="{FF2B5EF4-FFF2-40B4-BE49-F238E27FC236}">
                    <a16:creationId xmlns:a16="http://schemas.microsoft.com/office/drawing/2014/main" id="{DAAAA2E5-707D-956A-7D09-DA7A1A433D2E}"/>
                  </a:ext>
                </a:extLst>
              </p14:cNvPr>
              <p14:cNvContentPartPr/>
              <p14:nvPr/>
            </p14:nvContentPartPr>
            <p14:xfrm>
              <a:off x="3857388" y="3624170"/>
              <a:ext cx="626400" cy="50760"/>
            </p14:xfrm>
          </p:contentPart>
        </mc:Choice>
        <mc:Fallback xmlns="">
          <p:pic>
            <p:nvPicPr>
              <p:cNvPr id="24" name="墨迹 23">
                <a:extLst>
                  <a:ext uri="{FF2B5EF4-FFF2-40B4-BE49-F238E27FC236}">
                    <a16:creationId xmlns:a16="http://schemas.microsoft.com/office/drawing/2014/main" id="{DAAAA2E5-707D-956A-7D09-DA7A1A433D2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767748" y="3444530"/>
                <a:ext cx="806040" cy="41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5" name="墨迹 24">
                <a:extLst>
                  <a:ext uri="{FF2B5EF4-FFF2-40B4-BE49-F238E27FC236}">
                    <a16:creationId xmlns:a16="http://schemas.microsoft.com/office/drawing/2014/main" id="{9885C30A-5963-1EA6-7BC5-D95E0DF0380E}"/>
                  </a:ext>
                </a:extLst>
              </p14:cNvPr>
              <p14:cNvContentPartPr/>
              <p14:nvPr/>
            </p14:nvContentPartPr>
            <p14:xfrm>
              <a:off x="3854508" y="3716330"/>
              <a:ext cx="367920" cy="4320"/>
            </p14:xfrm>
          </p:contentPart>
        </mc:Choice>
        <mc:Fallback xmlns="">
          <p:pic>
            <p:nvPicPr>
              <p:cNvPr id="25" name="墨迹 24">
                <a:extLst>
                  <a:ext uri="{FF2B5EF4-FFF2-40B4-BE49-F238E27FC236}">
                    <a16:creationId xmlns:a16="http://schemas.microsoft.com/office/drawing/2014/main" id="{9885C30A-5963-1EA6-7BC5-D95E0DF0380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764868" y="3536330"/>
                <a:ext cx="547560" cy="36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6" name="墨迹 25">
                <a:extLst>
                  <a:ext uri="{FF2B5EF4-FFF2-40B4-BE49-F238E27FC236}">
                    <a16:creationId xmlns:a16="http://schemas.microsoft.com/office/drawing/2014/main" id="{8D2C16DD-4486-5F85-66A5-DD3ED618B9A4}"/>
                  </a:ext>
                </a:extLst>
              </p14:cNvPr>
              <p14:cNvContentPartPr/>
              <p14:nvPr/>
            </p14:nvContentPartPr>
            <p14:xfrm>
              <a:off x="4093188" y="4497170"/>
              <a:ext cx="857520" cy="65520"/>
            </p14:xfrm>
          </p:contentPart>
        </mc:Choice>
        <mc:Fallback xmlns="">
          <p:pic>
            <p:nvPicPr>
              <p:cNvPr id="26" name="墨迹 25">
                <a:extLst>
                  <a:ext uri="{FF2B5EF4-FFF2-40B4-BE49-F238E27FC236}">
                    <a16:creationId xmlns:a16="http://schemas.microsoft.com/office/drawing/2014/main" id="{8D2C16DD-4486-5F85-66A5-DD3ED618B9A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003188" y="4317170"/>
                <a:ext cx="1037160" cy="42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8" name="墨迹 27">
                <a:extLst>
                  <a:ext uri="{FF2B5EF4-FFF2-40B4-BE49-F238E27FC236}">
                    <a16:creationId xmlns:a16="http://schemas.microsoft.com/office/drawing/2014/main" id="{DDAD1D2B-8BBB-305D-0F88-6A5FE832DAF0}"/>
                  </a:ext>
                </a:extLst>
              </p14:cNvPr>
              <p14:cNvContentPartPr/>
              <p14:nvPr/>
            </p14:nvContentPartPr>
            <p14:xfrm>
              <a:off x="3528708" y="4716770"/>
              <a:ext cx="1163160" cy="17280"/>
            </p14:xfrm>
          </p:contentPart>
        </mc:Choice>
        <mc:Fallback xmlns="">
          <p:pic>
            <p:nvPicPr>
              <p:cNvPr id="28" name="墨迹 27">
                <a:extLst>
                  <a:ext uri="{FF2B5EF4-FFF2-40B4-BE49-F238E27FC236}">
                    <a16:creationId xmlns:a16="http://schemas.microsoft.com/office/drawing/2014/main" id="{DDAD1D2B-8BBB-305D-0F88-6A5FE832DAF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439068" y="4537130"/>
                <a:ext cx="1342800" cy="37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9" name="墨迹 28">
                <a:extLst>
                  <a:ext uri="{FF2B5EF4-FFF2-40B4-BE49-F238E27FC236}">
                    <a16:creationId xmlns:a16="http://schemas.microsoft.com/office/drawing/2014/main" id="{0A326B8B-071E-8D34-4CCA-5209BEB75AEC}"/>
                  </a:ext>
                </a:extLst>
              </p14:cNvPr>
              <p14:cNvContentPartPr/>
              <p14:nvPr/>
            </p14:nvContentPartPr>
            <p14:xfrm>
              <a:off x="3355908" y="4727210"/>
              <a:ext cx="486720" cy="8280"/>
            </p14:xfrm>
          </p:contentPart>
        </mc:Choice>
        <mc:Fallback xmlns="">
          <p:pic>
            <p:nvPicPr>
              <p:cNvPr id="29" name="墨迹 28">
                <a:extLst>
                  <a:ext uri="{FF2B5EF4-FFF2-40B4-BE49-F238E27FC236}">
                    <a16:creationId xmlns:a16="http://schemas.microsoft.com/office/drawing/2014/main" id="{0A326B8B-071E-8D34-4CCA-5209BEB75AE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266268" y="4547210"/>
                <a:ext cx="666360" cy="36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1" name="墨迹 30">
                <a:extLst>
                  <a:ext uri="{FF2B5EF4-FFF2-40B4-BE49-F238E27FC236}">
                    <a16:creationId xmlns:a16="http://schemas.microsoft.com/office/drawing/2014/main" id="{4A27E40F-6FAE-A1DE-DCFE-EB28BC26045C}"/>
                  </a:ext>
                </a:extLst>
              </p14:cNvPr>
              <p14:cNvContentPartPr/>
              <p14:nvPr/>
            </p14:nvContentPartPr>
            <p14:xfrm>
              <a:off x="3768108" y="4706690"/>
              <a:ext cx="325800" cy="34560"/>
            </p14:xfrm>
          </p:contentPart>
        </mc:Choice>
        <mc:Fallback xmlns="">
          <p:pic>
            <p:nvPicPr>
              <p:cNvPr id="31" name="墨迹 30">
                <a:extLst>
                  <a:ext uri="{FF2B5EF4-FFF2-40B4-BE49-F238E27FC236}">
                    <a16:creationId xmlns:a16="http://schemas.microsoft.com/office/drawing/2014/main" id="{4A27E40F-6FAE-A1DE-DCFE-EB28BC26045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678468" y="4527050"/>
                <a:ext cx="505440" cy="39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2" name="墨迹 31">
                <a:extLst>
                  <a:ext uri="{FF2B5EF4-FFF2-40B4-BE49-F238E27FC236}">
                    <a16:creationId xmlns:a16="http://schemas.microsoft.com/office/drawing/2014/main" id="{3517D7D6-2746-437F-767D-EA3B30B6E3F5}"/>
                  </a:ext>
                </a:extLst>
              </p14:cNvPr>
              <p14:cNvContentPartPr/>
              <p14:nvPr/>
            </p14:nvContentPartPr>
            <p14:xfrm>
              <a:off x="4183548" y="4036730"/>
              <a:ext cx="408240" cy="12600"/>
            </p14:xfrm>
          </p:contentPart>
        </mc:Choice>
        <mc:Fallback xmlns="">
          <p:pic>
            <p:nvPicPr>
              <p:cNvPr id="32" name="墨迹 31">
                <a:extLst>
                  <a:ext uri="{FF2B5EF4-FFF2-40B4-BE49-F238E27FC236}">
                    <a16:creationId xmlns:a16="http://schemas.microsoft.com/office/drawing/2014/main" id="{3517D7D6-2746-437F-767D-EA3B30B6E3F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093548" y="3856730"/>
                <a:ext cx="587880" cy="37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3" name="墨迹 32">
                <a:extLst>
                  <a:ext uri="{FF2B5EF4-FFF2-40B4-BE49-F238E27FC236}">
                    <a16:creationId xmlns:a16="http://schemas.microsoft.com/office/drawing/2014/main" id="{684277F1-9595-6747-2542-FFC4E4D7E5C5}"/>
                  </a:ext>
                </a:extLst>
              </p14:cNvPr>
              <p14:cNvContentPartPr/>
              <p14:nvPr/>
            </p14:nvContentPartPr>
            <p14:xfrm>
              <a:off x="3918228" y="4090370"/>
              <a:ext cx="768240" cy="32400"/>
            </p14:xfrm>
          </p:contentPart>
        </mc:Choice>
        <mc:Fallback xmlns="">
          <p:pic>
            <p:nvPicPr>
              <p:cNvPr id="33" name="墨迹 32">
                <a:extLst>
                  <a:ext uri="{FF2B5EF4-FFF2-40B4-BE49-F238E27FC236}">
                    <a16:creationId xmlns:a16="http://schemas.microsoft.com/office/drawing/2014/main" id="{684277F1-9595-6747-2542-FFC4E4D7E5C5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828588" y="3910730"/>
                <a:ext cx="947880" cy="39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4" name="墨迹 33">
                <a:extLst>
                  <a:ext uri="{FF2B5EF4-FFF2-40B4-BE49-F238E27FC236}">
                    <a16:creationId xmlns:a16="http://schemas.microsoft.com/office/drawing/2014/main" id="{133FB4E5-F438-178B-82F8-067208CB5C1B}"/>
                  </a:ext>
                </a:extLst>
              </p14:cNvPr>
              <p14:cNvContentPartPr/>
              <p14:nvPr/>
            </p14:nvContentPartPr>
            <p14:xfrm>
              <a:off x="3179148" y="4065530"/>
              <a:ext cx="1505160" cy="94320"/>
            </p14:xfrm>
          </p:contentPart>
        </mc:Choice>
        <mc:Fallback xmlns="">
          <p:pic>
            <p:nvPicPr>
              <p:cNvPr id="34" name="墨迹 33">
                <a:extLst>
                  <a:ext uri="{FF2B5EF4-FFF2-40B4-BE49-F238E27FC236}">
                    <a16:creationId xmlns:a16="http://schemas.microsoft.com/office/drawing/2014/main" id="{133FB4E5-F438-178B-82F8-067208CB5C1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089508" y="3885890"/>
                <a:ext cx="1684800" cy="45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5" name="墨迹 34">
                <a:extLst>
                  <a:ext uri="{FF2B5EF4-FFF2-40B4-BE49-F238E27FC236}">
                    <a16:creationId xmlns:a16="http://schemas.microsoft.com/office/drawing/2014/main" id="{CC3DD735-0BAD-FDB7-5A9D-2DB324C6A8BB}"/>
                  </a:ext>
                </a:extLst>
              </p14:cNvPr>
              <p14:cNvContentPartPr/>
              <p14:nvPr/>
            </p14:nvContentPartPr>
            <p14:xfrm>
              <a:off x="3560748" y="4161650"/>
              <a:ext cx="716400" cy="78120"/>
            </p14:xfrm>
          </p:contentPart>
        </mc:Choice>
        <mc:Fallback xmlns="">
          <p:pic>
            <p:nvPicPr>
              <p:cNvPr id="35" name="墨迹 34">
                <a:extLst>
                  <a:ext uri="{FF2B5EF4-FFF2-40B4-BE49-F238E27FC236}">
                    <a16:creationId xmlns:a16="http://schemas.microsoft.com/office/drawing/2014/main" id="{CC3DD735-0BAD-FDB7-5A9D-2DB324C6A8BB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470748" y="3981650"/>
                <a:ext cx="896040" cy="43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9" name="墨迹 38">
                <a:extLst>
                  <a:ext uri="{FF2B5EF4-FFF2-40B4-BE49-F238E27FC236}">
                    <a16:creationId xmlns:a16="http://schemas.microsoft.com/office/drawing/2014/main" id="{31E79A74-FCB9-7C25-6A45-2FAE0AF64CE4}"/>
                  </a:ext>
                </a:extLst>
              </p14:cNvPr>
              <p14:cNvContentPartPr/>
              <p14:nvPr/>
            </p14:nvContentPartPr>
            <p14:xfrm>
              <a:off x="5714268" y="2296490"/>
              <a:ext cx="346680" cy="1800"/>
            </p14:xfrm>
          </p:contentPart>
        </mc:Choice>
        <mc:Fallback xmlns="">
          <p:pic>
            <p:nvPicPr>
              <p:cNvPr id="39" name="墨迹 38">
                <a:extLst>
                  <a:ext uri="{FF2B5EF4-FFF2-40B4-BE49-F238E27FC236}">
                    <a16:creationId xmlns:a16="http://schemas.microsoft.com/office/drawing/2014/main" id="{31E79A74-FCB9-7C25-6A45-2FAE0AF64CE4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624268" y="2116850"/>
                <a:ext cx="526320" cy="36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40" name="墨迹 39">
                <a:extLst>
                  <a:ext uri="{FF2B5EF4-FFF2-40B4-BE49-F238E27FC236}">
                    <a16:creationId xmlns:a16="http://schemas.microsoft.com/office/drawing/2014/main" id="{71B4DB58-14FA-A9B4-67D7-A4C866D3591A}"/>
                  </a:ext>
                </a:extLst>
              </p14:cNvPr>
              <p14:cNvContentPartPr/>
              <p14:nvPr/>
            </p14:nvContentPartPr>
            <p14:xfrm>
              <a:off x="5513028" y="2405570"/>
              <a:ext cx="406440" cy="3240"/>
            </p14:xfrm>
          </p:contentPart>
        </mc:Choice>
        <mc:Fallback xmlns="">
          <p:pic>
            <p:nvPicPr>
              <p:cNvPr id="40" name="墨迹 39">
                <a:extLst>
                  <a:ext uri="{FF2B5EF4-FFF2-40B4-BE49-F238E27FC236}">
                    <a16:creationId xmlns:a16="http://schemas.microsoft.com/office/drawing/2014/main" id="{71B4DB58-14FA-A9B4-67D7-A4C866D3591A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423028" y="2225930"/>
                <a:ext cx="586080" cy="362880"/>
              </a:xfrm>
              <a:prstGeom prst="rect">
                <a:avLst/>
              </a:prstGeom>
            </p:spPr>
          </p:pic>
        </mc:Fallback>
      </mc:AlternateContent>
      <p:pic>
        <p:nvPicPr>
          <p:cNvPr id="2" name="图片 1" descr="图表&#10;&#10;描述已自动生成">
            <a:extLst>
              <a:ext uri="{FF2B5EF4-FFF2-40B4-BE49-F238E27FC236}">
                <a16:creationId xmlns:a16="http://schemas.microsoft.com/office/drawing/2014/main" id="{107A2494-E999-A973-51E5-D95074CE7CA4}"/>
              </a:ext>
            </a:extLst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4530247" y="4413375"/>
            <a:ext cx="3968751" cy="2043906"/>
          </a:xfrm>
          <a:prstGeom prst="rect">
            <a:avLst/>
          </a:prstGeom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4E67BD1D-DD79-D9D4-627E-9B5B09C3B9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1594" y="0"/>
            <a:ext cx="3960813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分布函数</a:t>
            </a:r>
          </a:p>
        </p:txBody>
      </p:sp>
    </p:spTree>
    <p:extLst>
      <p:ext uri="{BB962C8B-B14F-4D97-AF65-F5344CB8AC3E}">
        <p14:creationId xmlns:p14="http://schemas.microsoft.com/office/powerpoint/2010/main" val="340606596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示, 示意图&#10;&#10;描述已自动生成">
            <a:extLst>
              <a:ext uri="{FF2B5EF4-FFF2-40B4-BE49-F238E27FC236}">
                <a16:creationId xmlns:a16="http://schemas.microsoft.com/office/drawing/2014/main" id="{983B9655-8ACE-CD4D-AA04-DCBCFAEA5DC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EDEDED"/>
              </a:clrFrom>
              <a:clrTo>
                <a:srgbClr val="EDEDED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7409" t="58799" r="41940"/>
          <a:stretch/>
        </p:blipFill>
        <p:spPr>
          <a:xfrm rot="16200000">
            <a:off x="5546776" y="180221"/>
            <a:ext cx="2586810" cy="4619867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6" name="图片 5" descr="图示, 示意图&#10;&#10;描述已自动生成">
            <a:extLst>
              <a:ext uri="{FF2B5EF4-FFF2-40B4-BE49-F238E27FC236}">
                <a16:creationId xmlns:a16="http://schemas.microsoft.com/office/drawing/2014/main" id="{CCACEAB5-826F-2240-BDF2-ECB966E432B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606" t="20179" r="53115" b="44624"/>
          <a:stretch/>
        </p:blipFill>
        <p:spPr>
          <a:xfrm rot="16200000">
            <a:off x="1324781" y="3326897"/>
            <a:ext cx="2399530" cy="42853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17F5D87-65CB-D242-95C6-33F26CF50FCF}"/>
                  </a:ext>
                </a:extLst>
              </p:cNvPr>
              <p:cNvSpPr txBox="1"/>
              <p:nvPr/>
            </p:nvSpPr>
            <p:spPr>
              <a:xfrm>
                <a:off x="4932040" y="4412703"/>
                <a:ext cx="4092259" cy="22365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r>
                      <a:rPr kumimoji="1" lang="en-US" altLang="zh-CN" sz="24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24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kumimoji="1" lang="en-US" altLang="zh-CN" sz="24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zh-CN" altLang="en-US" sz="2400" dirty="0">
                    <a:solidFill>
                      <a:srgbClr val="001892"/>
                    </a:solidFill>
                    <a:latin typeface="Cambria Math" panose="02040503050406030204" pitchFamily="18" charset="0"/>
                    <a:ea typeface="KaiTi" panose="02010609060101010101" pitchFamily="49" charset="-122"/>
                  </a:rPr>
                  <a:t>恰是非负函数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kumimoji="1" lang="en-US" altLang="zh-CN" sz="24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24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kumimoji="1" lang="en-US" altLang="zh-CN" sz="24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zh-CN" altLang="en-US" sz="2400" dirty="0">
                    <a:solidFill>
                      <a:srgbClr val="001892"/>
                    </a:solidFill>
                    <a:latin typeface="Cambria Math" panose="02040503050406030204" pitchFamily="18" charset="0"/>
                    <a:ea typeface="KaiTi" panose="02010609060101010101" pitchFamily="49" charset="-122"/>
                  </a:rPr>
                  <a:t>在区间如 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kumimoji="1" lang="zh-CN" altLang="en-US" sz="2400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−∞</m:t>
                    </m:r>
                    <m:r>
                      <a:rPr kumimoji="1" lang="en-US" altLang="zh-CN" sz="2400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kumimoji="1" lang="zh-CN" altLang="en-US" sz="2400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 </m:t>
                    </m:r>
                    <m:r>
                      <a:rPr kumimoji="1" lang="en-US" altLang="zh-CN" sz="2400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kumimoji="1" lang="en-US" altLang="zh-CN" sz="2400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kumimoji="1" lang="zh-CN" altLang="en-US" sz="2400" dirty="0">
                    <a:solidFill>
                      <a:srgbClr val="001892"/>
                    </a:solidFill>
                    <a:latin typeface="Cambria Math" panose="02040503050406030204" pitchFamily="18" charset="0"/>
                    <a:ea typeface="KaiTi" panose="02010609060101010101" pitchFamily="49" charset="-122"/>
                  </a:rPr>
                  <a:t>上的积分。</a:t>
                </a:r>
                <a:endParaRPr kumimoji="1" lang="en-US" altLang="zh-CN" sz="2400" dirty="0">
                  <a:solidFill>
                    <a:srgbClr val="001892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kumimoji="1" lang="zh-CN" altLang="en-US" sz="2400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KaiTi" panose="02010609060101010101" pitchFamily="49" charset="-122"/>
                  </a:rPr>
                  <a:t>在这种情况下，我们称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zh-CN" altLang="en-US" sz="2400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KaiTi" panose="02010609060101010101" pitchFamily="49" charset="-122"/>
                  </a:rPr>
                  <a:t>为连续型随机变量。</a:t>
                </a:r>
                <a:endParaRPr lang="zh-CN" altLang="en-US" sz="2400" dirty="0">
                  <a:solidFill>
                    <a:srgbClr val="C00000"/>
                  </a:solidFill>
                  <a:latin typeface="Cambria Math" panose="02040503050406030204" pitchFamily="18" charset="0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17F5D87-65CB-D242-95C6-33F26CF50F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2040" y="4412703"/>
                <a:ext cx="4092259" cy="2236574"/>
              </a:xfrm>
              <a:prstGeom prst="rect">
                <a:avLst/>
              </a:prstGeom>
              <a:blipFill>
                <a:blip r:embed="rId6"/>
                <a:stretch>
                  <a:fillRect l="-2477" r="-1548" b="-45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E491F375-7E11-8289-EC82-CA60928A8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6" y="0"/>
            <a:ext cx="8695508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j-cs"/>
              </a:rPr>
              <a:t>分布函数也可以描述连续性随机变量</a:t>
            </a:r>
            <a:r>
              <a:rPr lang="zh-CN" altLang="en-US" sz="3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！</a:t>
            </a:r>
            <a:endParaRPr kumimoji="0" lang="zh-CN" altLang="en-US" sz="360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j-cs"/>
            </a:endParaRPr>
          </a:p>
        </p:txBody>
      </p:sp>
      <p:cxnSp>
        <p:nvCxnSpPr>
          <p:cNvPr id="7" name="直线连接符 48">
            <a:extLst>
              <a:ext uri="{FF2B5EF4-FFF2-40B4-BE49-F238E27FC236}">
                <a16:creationId xmlns:a16="http://schemas.microsoft.com/office/drawing/2014/main" id="{B2C75042-FA88-92D1-1E8D-430999A710BD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9" name="墨迹 18">
                <a:extLst>
                  <a:ext uri="{FF2B5EF4-FFF2-40B4-BE49-F238E27FC236}">
                    <a16:creationId xmlns:a16="http://schemas.microsoft.com/office/drawing/2014/main" id="{BADB1C6A-18B6-60E4-CD3B-595311DC0726}"/>
                  </a:ext>
                </a:extLst>
              </p14:cNvPr>
              <p14:cNvContentPartPr/>
              <p14:nvPr/>
            </p14:nvContentPartPr>
            <p14:xfrm>
              <a:off x="222468" y="3661610"/>
              <a:ext cx="1282680" cy="109080"/>
            </p14:xfrm>
          </p:contentPart>
        </mc:Choice>
        <mc:Fallback xmlns="">
          <p:pic>
            <p:nvPicPr>
              <p:cNvPr id="19" name="墨迹 18">
                <a:extLst>
                  <a:ext uri="{FF2B5EF4-FFF2-40B4-BE49-F238E27FC236}">
                    <a16:creationId xmlns:a16="http://schemas.microsoft.com/office/drawing/2014/main" id="{BADB1C6A-18B6-60E4-CD3B-595311DC072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2468" y="3481610"/>
                <a:ext cx="1462320" cy="46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0" name="墨迹 19">
                <a:extLst>
                  <a:ext uri="{FF2B5EF4-FFF2-40B4-BE49-F238E27FC236}">
                    <a16:creationId xmlns:a16="http://schemas.microsoft.com/office/drawing/2014/main" id="{8A43342B-0D1F-1394-1A9C-60ADB664A99D}"/>
                  </a:ext>
                </a:extLst>
              </p14:cNvPr>
              <p14:cNvContentPartPr/>
              <p14:nvPr/>
            </p14:nvContentPartPr>
            <p14:xfrm>
              <a:off x="1440708" y="3673850"/>
              <a:ext cx="9360" cy="164160"/>
            </p14:xfrm>
          </p:contentPart>
        </mc:Choice>
        <mc:Fallback xmlns="">
          <p:pic>
            <p:nvPicPr>
              <p:cNvPr id="20" name="墨迹 19">
                <a:extLst>
                  <a:ext uri="{FF2B5EF4-FFF2-40B4-BE49-F238E27FC236}">
                    <a16:creationId xmlns:a16="http://schemas.microsoft.com/office/drawing/2014/main" id="{8A43342B-0D1F-1394-1A9C-60ADB664A99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350708" y="3493850"/>
                <a:ext cx="189000" cy="52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1" name="墨迹 20">
                <a:extLst>
                  <a:ext uri="{FF2B5EF4-FFF2-40B4-BE49-F238E27FC236}">
                    <a16:creationId xmlns:a16="http://schemas.microsoft.com/office/drawing/2014/main" id="{6E13E817-A756-7C74-19A4-0565A6CDAFFC}"/>
                  </a:ext>
                </a:extLst>
              </p14:cNvPr>
              <p14:cNvContentPartPr/>
              <p14:nvPr/>
            </p14:nvContentPartPr>
            <p14:xfrm>
              <a:off x="1316508" y="3617330"/>
              <a:ext cx="58320" cy="265320"/>
            </p14:xfrm>
          </p:contentPart>
        </mc:Choice>
        <mc:Fallback xmlns="">
          <p:pic>
            <p:nvPicPr>
              <p:cNvPr id="21" name="墨迹 20">
                <a:extLst>
                  <a:ext uri="{FF2B5EF4-FFF2-40B4-BE49-F238E27FC236}">
                    <a16:creationId xmlns:a16="http://schemas.microsoft.com/office/drawing/2014/main" id="{6E13E817-A756-7C74-19A4-0565A6CDAFF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26508" y="3437330"/>
                <a:ext cx="237960" cy="62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2" name="墨迹 21">
                <a:extLst>
                  <a:ext uri="{FF2B5EF4-FFF2-40B4-BE49-F238E27FC236}">
                    <a16:creationId xmlns:a16="http://schemas.microsoft.com/office/drawing/2014/main" id="{4C0990DB-C571-7AC2-8A36-B38A4A30CB97}"/>
                  </a:ext>
                </a:extLst>
              </p14:cNvPr>
              <p14:cNvContentPartPr/>
              <p14:nvPr/>
            </p14:nvContentPartPr>
            <p14:xfrm>
              <a:off x="1339908" y="3836930"/>
              <a:ext cx="2193480" cy="122040"/>
            </p14:xfrm>
          </p:contentPart>
        </mc:Choice>
        <mc:Fallback xmlns="">
          <p:pic>
            <p:nvPicPr>
              <p:cNvPr id="22" name="墨迹 21">
                <a:extLst>
                  <a:ext uri="{FF2B5EF4-FFF2-40B4-BE49-F238E27FC236}">
                    <a16:creationId xmlns:a16="http://schemas.microsoft.com/office/drawing/2014/main" id="{4C0990DB-C571-7AC2-8A36-B38A4A30CB9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249893" y="3656930"/>
                <a:ext cx="2373149" cy="48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4" name="墨迹 23">
                <a:extLst>
                  <a:ext uri="{FF2B5EF4-FFF2-40B4-BE49-F238E27FC236}">
                    <a16:creationId xmlns:a16="http://schemas.microsoft.com/office/drawing/2014/main" id="{DAAAA2E5-707D-956A-7D09-DA7A1A433D2E}"/>
                  </a:ext>
                </a:extLst>
              </p14:cNvPr>
              <p14:cNvContentPartPr/>
              <p14:nvPr/>
            </p14:nvContentPartPr>
            <p14:xfrm>
              <a:off x="3857388" y="3624170"/>
              <a:ext cx="626400" cy="50760"/>
            </p14:xfrm>
          </p:contentPart>
        </mc:Choice>
        <mc:Fallback xmlns="">
          <p:pic>
            <p:nvPicPr>
              <p:cNvPr id="24" name="墨迹 23">
                <a:extLst>
                  <a:ext uri="{FF2B5EF4-FFF2-40B4-BE49-F238E27FC236}">
                    <a16:creationId xmlns:a16="http://schemas.microsoft.com/office/drawing/2014/main" id="{DAAAA2E5-707D-956A-7D09-DA7A1A433D2E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767388" y="3442884"/>
                <a:ext cx="806040" cy="4129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5" name="墨迹 24">
                <a:extLst>
                  <a:ext uri="{FF2B5EF4-FFF2-40B4-BE49-F238E27FC236}">
                    <a16:creationId xmlns:a16="http://schemas.microsoft.com/office/drawing/2014/main" id="{9885C30A-5963-1EA6-7BC5-D95E0DF0380E}"/>
                  </a:ext>
                </a:extLst>
              </p14:cNvPr>
              <p14:cNvContentPartPr/>
              <p14:nvPr/>
            </p14:nvContentPartPr>
            <p14:xfrm>
              <a:off x="3854508" y="3716330"/>
              <a:ext cx="367920" cy="4320"/>
            </p14:xfrm>
          </p:contentPart>
        </mc:Choice>
        <mc:Fallback xmlns="">
          <p:pic>
            <p:nvPicPr>
              <p:cNvPr id="25" name="墨迹 24">
                <a:extLst>
                  <a:ext uri="{FF2B5EF4-FFF2-40B4-BE49-F238E27FC236}">
                    <a16:creationId xmlns:a16="http://schemas.microsoft.com/office/drawing/2014/main" id="{9885C30A-5963-1EA6-7BC5-D95E0DF0380E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764420" y="3536330"/>
                <a:ext cx="547736" cy="36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6" name="墨迹 25">
                <a:extLst>
                  <a:ext uri="{FF2B5EF4-FFF2-40B4-BE49-F238E27FC236}">
                    <a16:creationId xmlns:a16="http://schemas.microsoft.com/office/drawing/2014/main" id="{8D2C16DD-4486-5F85-66A5-DD3ED618B9A4}"/>
                  </a:ext>
                </a:extLst>
              </p14:cNvPr>
              <p14:cNvContentPartPr/>
              <p14:nvPr/>
            </p14:nvContentPartPr>
            <p14:xfrm>
              <a:off x="4093188" y="4497170"/>
              <a:ext cx="857520" cy="65520"/>
            </p14:xfrm>
          </p:contentPart>
        </mc:Choice>
        <mc:Fallback xmlns="">
          <p:pic>
            <p:nvPicPr>
              <p:cNvPr id="26" name="墨迹 25">
                <a:extLst>
                  <a:ext uri="{FF2B5EF4-FFF2-40B4-BE49-F238E27FC236}">
                    <a16:creationId xmlns:a16="http://schemas.microsoft.com/office/drawing/2014/main" id="{8D2C16DD-4486-5F85-66A5-DD3ED618B9A4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003188" y="4317170"/>
                <a:ext cx="1037160" cy="42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8" name="墨迹 27">
                <a:extLst>
                  <a:ext uri="{FF2B5EF4-FFF2-40B4-BE49-F238E27FC236}">
                    <a16:creationId xmlns:a16="http://schemas.microsoft.com/office/drawing/2014/main" id="{DDAD1D2B-8BBB-305D-0F88-6A5FE832DAF0}"/>
                  </a:ext>
                </a:extLst>
              </p14:cNvPr>
              <p14:cNvContentPartPr/>
              <p14:nvPr/>
            </p14:nvContentPartPr>
            <p14:xfrm>
              <a:off x="3528708" y="4716770"/>
              <a:ext cx="1163160" cy="17280"/>
            </p14:xfrm>
          </p:contentPart>
        </mc:Choice>
        <mc:Fallback xmlns="">
          <p:pic>
            <p:nvPicPr>
              <p:cNvPr id="28" name="墨迹 27">
                <a:extLst>
                  <a:ext uri="{FF2B5EF4-FFF2-40B4-BE49-F238E27FC236}">
                    <a16:creationId xmlns:a16="http://schemas.microsoft.com/office/drawing/2014/main" id="{DDAD1D2B-8BBB-305D-0F88-6A5FE832DAF0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438680" y="4536770"/>
                <a:ext cx="1342856" cy="37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9" name="墨迹 28">
                <a:extLst>
                  <a:ext uri="{FF2B5EF4-FFF2-40B4-BE49-F238E27FC236}">
                    <a16:creationId xmlns:a16="http://schemas.microsoft.com/office/drawing/2014/main" id="{0A326B8B-071E-8D34-4CCA-5209BEB75AEC}"/>
                  </a:ext>
                </a:extLst>
              </p14:cNvPr>
              <p14:cNvContentPartPr/>
              <p14:nvPr/>
            </p14:nvContentPartPr>
            <p14:xfrm>
              <a:off x="3355908" y="4727210"/>
              <a:ext cx="486720" cy="8280"/>
            </p14:xfrm>
          </p:contentPart>
        </mc:Choice>
        <mc:Fallback xmlns="">
          <p:pic>
            <p:nvPicPr>
              <p:cNvPr id="29" name="墨迹 28">
                <a:extLst>
                  <a:ext uri="{FF2B5EF4-FFF2-40B4-BE49-F238E27FC236}">
                    <a16:creationId xmlns:a16="http://schemas.microsoft.com/office/drawing/2014/main" id="{0A326B8B-071E-8D34-4CCA-5209BEB75AEC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265841" y="4547210"/>
                <a:ext cx="666493" cy="36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0" name="墨迹 29">
                <a:extLst>
                  <a:ext uri="{FF2B5EF4-FFF2-40B4-BE49-F238E27FC236}">
                    <a16:creationId xmlns:a16="http://schemas.microsoft.com/office/drawing/2014/main" id="{5F042E85-49BC-A679-B93E-3ACB916CBFED}"/>
                  </a:ext>
                </a:extLst>
              </p14:cNvPr>
              <p14:cNvContentPartPr/>
              <p14:nvPr/>
            </p14:nvContentPartPr>
            <p14:xfrm>
              <a:off x="3385068" y="4730090"/>
              <a:ext cx="474480" cy="13680"/>
            </p14:xfrm>
          </p:contentPart>
        </mc:Choice>
        <mc:Fallback xmlns="">
          <p:pic>
            <p:nvPicPr>
              <p:cNvPr id="30" name="墨迹 29">
                <a:extLst>
                  <a:ext uri="{FF2B5EF4-FFF2-40B4-BE49-F238E27FC236}">
                    <a16:creationId xmlns:a16="http://schemas.microsoft.com/office/drawing/2014/main" id="{5F042E85-49BC-A679-B93E-3ACB916CBFED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295068" y="4550090"/>
                <a:ext cx="654120" cy="37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31" name="墨迹 30">
                <a:extLst>
                  <a:ext uri="{FF2B5EF4-FFF2-40B4-BE49-F238E27FC236}">
                    <a16:creationId xmlns:a16="http://schemas.microsoft.com/office/drawing/2014/main" id="{4A27E40F-6FAE-A1DE-DCFE-EB28BC26045C}"/>
                  </a:ext>
                </a:extLst>
              </p14:cNvPr>
              <p14:cNvContentPartPr/>
              <p14:nvPr/>
            </p14:nvContentPartPr>
            <p14:xfrm>
              <a:off x="3768108" y="4706690"/>
              <a:ext cx="325800" cy="34560"/>
            </p14:xfrm>
          </p:contentPart>
        </mc:Choice>
        <mc:Fallback xmlns="">
          <p:pic>
            <p:nvPicPr>
              <p:cNvPr id="31" name="墨迹 30">
                <a:extLst>
                  <a:ext uri="{FF2B5EF4-FFF2-40B4-BE49-F238E27FC236}">
                    <a16:creationId xmlns:a16="http://schemas.microsoft.com/office/drawing/2014/main" id="{4A27E40F-6FAE-A1DE-DCFE-EB28BC26045C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678108" y="4526690"/>
                <a:ext cx="505440" cy="39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32" name="墨迹 31">
                <a:extLst>
                  <a:ext uri="{FF2B5EF4-FFF2-40B4-BE49-F238E27FC236}">
                    <a16:creationId xmlns:a16="http://schemas.microsoft.com/office/drawing/2014/main" id="{3517D7D6-2746-437F-767D-EA3B30B6E3F5}"/>
                  </a:ext>
                </a:extLst>
              </p14:cNvPr>
              <p14:cNvContentPartPr/>
              <p14:nvPr/>
            </p14:nvContentPartPr>
            <p14:xfrm>
              <a:off x="4183548" y="4036730"/>
              <a:ext cx="408240" cy="12600"/>
            </p14:xfrm>
          </p:contentPart>
        </mc:Choice>
        <mc:Fallback xmlns="">
          <p:pic>
            <p:nvPicPr>
              <p:cNvPr id="32" name="墨迹 31">
                <a:extLst>
                  <a:ext uri="{FF2B5EF4-FFF2-40B4-BE49-F238E27FC236}">
                    <a16:creationId xmlns:a16="http://schemas.microsoft.com/office/drawing/2014/main" id="{3517D7D6-2746-437F-767D-EA3B30B6E3F5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093548" y="3856730"/>
                <a:ext cx="587880" cy="37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33" name="墨迹 32">
                <a:extLst>
                  <a:ext uri="{FF2B5EF4-FFF2-40B4-BE49-F238E27FC236}">
                    <a16:creationId xmlns:a16="http://schemas.microsoft.com/office/drawing/2014/main" id="{684277F1-9595-6747-2542-FFC4E4D7E5C5}"/>
                  </a:ext>
                </a:extLst>
              </p14:cNvPr>
              <p14:cNvContentPartPr/>
              <p14:nvPr/>
            </p14:nvContentPartPr>
            <p14:xfrm>
              <a:off x="3918228" y="4090370"/>
              <a:ext cx="768240" cy="32400"/>
            </p14:xfrm>
          </p:contentPart>
        </mc:Choice>
        <mc:Fallback xmlns="">
          <p:pic>
            <p:nvPicPr>
              <p:cNvPr id="33" name="墨迹 32">
                <a:extLst>
                  <a:ext uri="{FF2B5EF4-FFF2-40B4-BE49-F238E27FC236}">
                    <a16:creationId xmlns:a16="http://schemas.microsoft.com/office/drawing/2014/main" id="{684277F1-9595-6747-2542-FFC4E4D7E5C5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3828228" y="3910370"/>
                <a:ext cx="947880" cy="39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34" name="墨迹 33">
                <a:extLst>
                  <a:ext uri="{FF2B5EF4-FFF2-40B4-BE49-F238E27FC236}">
                    <a16:creationId xmlns:a16="http://schemas.microsoft.com/office/drawing/2014/main" id="{133FB4E5-F438-178B-82F8-067208CB5C1B}"/>
                  </a:ext>
                </a:extLst>
              </p14:cNvPr>
              <p14:cNvContentPartPr/>
              <p14:nvPr/>
            </p14:nvContentPartPr>
            <p14:xfrm>
              <a:off x="3179148" y="4065530"/>
              <a:ext cx="1505160" cy="94320"/>
            </p14:xfrm>
          </p:contentPart>
        </mc:Choice>
        <mc:Fallback xmlns="">
          <p:pic>
            <p:nvPicPr>
              <p:cNvPr id="34" name="墨迹 33">
                <a:extLst>
                  <a:ext uri="{FF2B5EF4-FFF2-40B4-BE49-F238E27FC236}">
                    <a16:creationId xmlns:a16="http://schemas.microsoft.com/office/drawing/2014/main" id="{133FB4E5-F438-178B-82F8-067208CB5C1B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3089148" y="3884840"/>
                <a:ext cx="1684800" cy="4553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35" name="墨迹 34">
                <a:extLst>
                  <a:ext uri="{FF2B5EF4-FFF2-40B4-BE49-F238E27FC236}">
                    <a16:creationId xmlns:a16="http://schemas.microsoft.com/office/drawing/2014/main" id="{CC3DD735-0BAD-FDB7-5A9D-2DB324C6A8BB}"/>
                  </a:ext>
                </a:extLst>
              </p14:cNvPr>
              <p14:cNvContentPartPr/>
              <p14:nvPr/>
            </p14:nvContentPartPr>
            <p14:xfrm>
              <a:off x="3560748" y="4161650"/>
              <a:ext cx="716400" cy="78120"/>
            </p14:xfrm>
          </p:contentPart>
        </mc:Choice>
        <mc:Fallback xmlns="">
          <p:pic>
            <p:nvPicPr>
              <p:cNvPr id="35" name="墨迹 34">
                <a:extLst>
                  <a:ext uri="{FF2B5EF4-FFF2-40B4-BE49-F238E27FC236}">
                    <a16:creationId xmlns:a16="http://schemas.microsoft.com/office/drawing/2014/main" id="{CC3DD735-0BAD-FDB7-5A9D-2DB324C6A8BB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3470748" y="3981650"/>
                <a:ext cx="896040" cy="437760"/>
              </a:xfrm>
              <a:prstGeom prst="rect">
                <a:avLst/>
              </a:prstGeom>
            </p:spPr>
          </p:pic>
        </mc:Fallback>
      </mc:AlternateContent>
      <p:pic>
        <p:nvPicPr>
          <p:cNvPr id="23" name="图片 22" descr="图示, 示意图&#10;&#10;描述已自动生成">
            <a:extLst>
              <a:ext uri="{FF2B5EF4-FFF2-40B4-BE49-F238E27FC236}">
                <a16:creationId xmlns:a16="http://schemas.microsoft.com/office/drawing/2014/main" id="{E267B64B-E234-B240-A269-78248FEF4A8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37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62599" t="37400" r="15001" b="33201"/>
          <a:stretch/>
        </p:blipFill>
        <p:spPr>
          <a:xfrm rot="16200000">
            <a:off x="1098604" y="415991"/>
            <a:ext cx="2336363" cy="408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2762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heme/theme1.xml><?xml version="1.0" encoding="utf-8"?>
<a:theme xmlns:a="http://schemas.openxmlformats.org/drawingml/2006/main" name="1_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自定义 3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自定义 3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1288</TotalTime>
  <Words>1778</Words>
  <Application>Microsoft Office PowerPoint</Application>
  <PresentationFormat>全屏显示(4:3)</PresentationFormat>
  <Paragraphs>181</Paragraphs>
  <Slides>31</Slides>
  <Notes>10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6" baseType="lpstr">
      <vt:lpstr>KaiTi</vt:lpstr>
      <vt:lpstr>Microsoft Yahei</vt:lpstr>
      <vt:lpstr>Monotype Sorts</vt:lpstr>
      <vt:lpstr>华文新魏</vt:lpstr>
      <vt:lpstr>宋体</vt:lpstr>
      <vt:lpstr>Arial</vt:lpstr>
      <vt:lpstr>Calibri</vt:lpstr>
      <vt:lpstr>Cambria Math</vt:lpstr>
      <vt:lpstr>Symbol</vt:lpstr>
      <vt:lpstr>Times New Roman</vt:lpstr>
      <vt:lpstr>Verdana</vt:lpstr>
      <vt:lpstr>Wingdings</vt:lpstr>
      <vt:lpstr>1_Profile</vt:lpstr>
      <vt:lpstr>Profile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利用Excel进行二项分布与泊松分布的计算</vt:lpstr>
      <vt:lpstr>PowerPoint 演示文稿</vt:lpstr>
      <vt:lpstr>PowerPoint 演示文稿</vt:lpstr>
      <vt:lpstr>PowerPoint 演示文稿</vt:lpstr>
      <vt:lpstr>连续型随机变量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math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zlx</dc:creator>
  <cp:lastModifiedBy>201</cp:lastModifiedBy>
  <cp:revision>11</cp:revision>
  <dcterms:created xsi:type="dcterms:W3CDTF">2004-02-26T14:08:53Z</dcterms:created>
  <dcterms:modified xsi:type="dcterms:W3CDTF">2023-03-09T07:31:50Z</dcterms:modified>
</cp:coreProperties>
</file>