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ags/tag1.xml" ContentType="application/vnd.openxmlformats-officedocument.presentationml.tags+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tags/tag2.xml" ContentType="application/vnd.openxmlformats-officedocument.presentationml.tags+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tags/tag3.xml" ContentType="application/vnd.openxmlformats-officedocument.presentationml.tags+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416" r:id="rId3"/>
    <p:sldId id="284" r:id="rId4"/>
    <p:sldId id="399" r:id="rId5"/>
    <p:sldId id="402" r:id="rId6"/>
    <p:sldId id="417" r:id="rId7"/>
    <p:sldId id="415" r:id="rId8"/>
    <p:sldId id="267" r:id="rId9"/>
    <p:sldId id="273" r:id="rId10"/>
    <p:sldId id="411" r:id="rId11"/>
    <p:sldId id="280" r:id="rId12"/>
    <p:sldId id="323" r:id="rId13"/>
    <p:sldId id="398" r:id="rId14"/>
    <p:sldId id="303" r:id="rId15"/>
    <p:sldId id="412" r:id="rId16"/>
    <p:sldId id="401" r:id="rId17"/>
    <p:sldId id="297" r:id="rId18"/>
    <p:sldId id="386" r:id="rId19"/>
    <p:sldId id="413" r:id="rId20"/>
    <p:sldId id="276" r:id="rId21"/>
    <p:sldId id="271" r:id="rId22"/>
    <p:sldId id="300" r:id="rId23"/>
    <p:sldId id="325" r:id="rId24"/>
    <p:sldId id="390" r:id="rId25"/>
    <p:sldId id="414"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731" userDrawn="1">
          <p15:clr>
            <a:srgbClr val="A4A3A4"/>
          </p15:clr>
        </p15:guide>
        <p15:guide id="3" orient="horz" pos="31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4E3"/>
    <a:srgbClr val="04EEE8"/>
    <a:srgbClr val="FFFFFF"/>
    <a:srgbClr val="3C8EE8"/>
    <a:srgbClr val="353334"/>
    <a:srgbClr val="06EC9A"/>
    <a:srgbClr val="C8252C"/>
    <a:srgbClr val="BFBFBF"/>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A95B2F-D01E-4E49-B321-D02A4D4C4217}" v="158" dt="2024-12-29T07:36:49.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326" y="72"/>
      </p:cViewPr>
      <p:guideLst>
        <p:guide orient="horz" pos="2160"/>
        <p:guide pos="1731"/>
        <p:guide orient="horz" pos="3181"/>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B93316-F058-4D0F-8F81-1BB8614F55E0}"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A3AE2-E013-47CA-B025-EE49BECDB04B}" type="slidenum">
              <a:rPr lang="zh-CN" altLang="en-US" smtClean="0"/>
              <a:t>‹#›</a:t>
            </a:fld>
            <a:endParaRPr lang="zh-CN" altLang="en-US"/>
          </a:p>
        </p:txBody>
      </p:sp>
    </p:spTree>
    <p:extLst>
      <p:ext uri="{BB962C8B-B14F-4D97-AF65-F5344CB8AC3E}">
        <p14:creationId xmlns:p14="http://schemas.microsoft.com/office/powerpoint/2010/main" val="2648876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2A64216-7571-4F55-B8A0-A9B09CAD06D6}" type="slidenum">
              <a:rPr lang="zh-CN" altLang="en-US" smtClean="0"/>
              <a:t>3</a:t>
            </a:fld>
            <a:endParaRPr lang="zh-CN" altLang="en-US"/>
          </a:p>
        </p:txBody>
      </p:sp>
    </p:spTree>
    <p:extLst>
      <p:ext uri="{BB962C8B-B14F-4D97-AF65-F5344CB8AC3E}">
        <p14:creationId xmlns:p14="http://schemas.microsoft.com/office/powerpoint/2010/main" val="4098986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3939485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5</a:t>
            </a:fld>
            <a:endParaRPr lang="zh-CN" altLang="en-US"/>
          </a:p>
        </p:txBody>
      </p:sp>
    </p:spTree>
    <p:extLst>
      <p:ext uri="{BB962C8B-B14F-4D97-AF65-F5344CB8AC3E}">
        <p14:creationId xmlns:p14="http://schemas.microsoft.com/office/powerpoint/2010/main" val="3085041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1EFB-0C5C-891D-B3AE-667A6A731F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7FD54B-ADDA-97EF-4534-024D94BD41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EF4AE8-B32B-B241-858C-EC82D8619C8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8D7931F-6FCD-AB50-693F-39285E38C443}"/>
              </a:ext>
            </a:extLst>
          </p:cNvPr>
          <p:cNvSpPr>
            <a:spLocks noGrp="1"/>
          </p:cNvSpPr>
          <p:nvPr>
            <p:ph type="sldNum" sz="quarter" idx="10"/>
          </p:nvPr>
        </p:nvSpPr>
        <p:spPr/>
        <p:txBody>
          <a:bodyPr/>
          <a:lstStyle/>
          <a:p>
            <a:fld id="{F1CB8912-F0BA-4AD8-8415-DA1F26BCB09F}" type="slidenum">
              <a:rPr lang="zh-CN" altLang="en-US" smtClean="0"/>
              <a:t>6</a:t>
            </a:fld>
            <a:endParaRPr lang="zh-CN" altLang="en-US"/>
          </a:p>
        </p:txBody>
      </p:sp>
    </p:spTree>
    <p:extLst>
      <p:ext uri="{BB962C8B-B14F-4D97-AF65-F5344CB8AC3E}">
        <p14:creationId xmlns:p14="http://schemas.microsoft.com/office/powerpoint/2010/main" val="99789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42061-45C5-6565-C180-D2534B740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C7CC6B-6C89-87ED-75F2-0A33B852A9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3F8BF3-8FCB-201E-620D-3EC0245878E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72616C1-AC00-5BBD-7068-6CA62B16B12D}"/>
              </a:ext>
            </a:extLst>
          </p:cNvPr>
          <p:cNvSpPr>
            <a:spLocks noGrp="1"/>
          </p:cNvSpPr>
          <p:nvPr>
            <p:ph type="sldNum" sz="quarter" idx="10"/>
          </p:nvPr>
        </p:nvSpPr>
        <p:spPr/>
        <p:txBody>
          <a:bodyPr/>
          <a:lstStyle/>
          <a:p>
            <a:fld id="{B2A64216-7571-4F55-B8A0-A9B09CAD06D6}" type="slidenum">
              <a:rPr lang="zh-CN" altLang="en-US" smtClean="0"/>
              <a:t>7</a:t>
            </a:fld>
            <a:endParaRPr lang="zh-CN" altLang="en-US"/>
          </a:p>
        </p:txBody>
      </p:sp>
    </p:spTree>
    <p:extLst>
      <p:ext uri="{BB962C8B-B14F-4D97-AF65-F5344CB8AC3E}">
        <p14:creationId xmlns:p14="http://schemas.microsoft.com/office/powerpoint/2010/main" val="3366269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27C920-FAF1-4735-A148-C9BEEFCD3BF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12519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5795DCD-EFCC-4862-B595-0A233B6EF921}" type="slidenum">
              <a:rPr lang="zh-CN" altLang="en-US" smtClean="0"/>
              <a:t>9</a:t>
            </a:fld>
            <a:endParaRPr lang="zh-CN" altLang="en-US"/>
          </a:p>
        </p:txBody>
      </p:sp>
    </p:spTree>
    <p:extLst>
      <p:ext uri="{BB962C8B-B14F-4D97-AF65-F5344CB8AC3E}">
        <p14:creationId xmlns:p14="http://schemas.microsoft.com/office/powerpoint/2010/main" val="2065851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06BAC3F-EC54-4562-95FA-EAB001225A81}" type="slidenum">
              <a:rPr lang="zh-CN" altLang="en-US" smtClean="0"/>
              <a:t>11</a:t>
            </a:fld>
            <a:endParaRPr lang="zh-CN" altLang="en-US"/>
          </a:p>
        </p:txBody>
      </p:sp>
    </p:spTree>
    <p:extLst>
      <p:ext uri="{BB962C8B-B14F-4D97-AF65-F5344CB8AC3E}">
        <p14:creationId xmlns:p14="http://schemas.microsoft.com/office/powerpoint/2010/main" val="3227450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44135CD-E861-41A7-81F0-F3B524A28841}" type="slidenum">
              <a:rPr lang="zh-CN" altLang="en-US" smtClean="0"/>
              <a:t>12</a:t>
            </a:fld>
            <a:endParaRPr lang="zh-CN" altLang="en-US"/>
          </a:p>
        </p:txBody>
      </p:sp>
    </p:spTree>
    <p:extLst>
      <p:ext uri="{BB962C8B-B14F-4D97-AF65-F5344CB8AC3E}">
        <p14:creationId xmlns:p14="http://schemas.microsoft.com/office/powerpoint/2010/main" val="2647564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13</a:t>
            </a:fld>
            <a:endParaRPr lang="zh-CN" altLang="en-US"/>
          </a:p>
        </p:txBody>
      </p:sp>
    </p:spTree>
    <p:extLst>
      <p:ext uri="{BB962C8B-B14F-4D97-AF65-F5344CB8AC3E}">
        <p14:creationId xmlns:p14="http://schemas.microsoft.com/office/powerpoint/2010/main" val="763289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4CAA79-63ED-4D4C-97FF-23192032DF93}" type="slidenum">
              <a:rPr lang="zh-CN" altLang="en-US" smtClean="0"/>
              <a:t>14</a:t>
            </a:fld>
            <a:endParaRPr lang="zh-CN" altLang="en-US"/>
          </a:p>
        </p:txBody>
      </p:sp>
    </p:spTree>
    <p:extLst>
      <p:ext uri="{BB962C8B-B14F-4D97-AF65-F5344CB8AC3E}">
        <p14:creationId xmlns:p14="http://schemas.microsoft.com/office/powerpoint/2010/main" val="2431869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2449186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t>17</a:t>
            </a:fld>
            <a:endParaRPr lang="zh-CN" altLang="en-US"/>
          </a:p>
        </p:txBody>
      </p:sp>
    </p:spTree>
    <p:extLst>
      <p:ext uri="{BB962C8B-B14F-4D97-AF65-F5344CB8AC3E}">
        <p14:creationId xmlns:p14="http://schemas.microsoft.com/office/powerpoint/2010/main" val="1630179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18</a:t>
            </a:fld>
            <a:endParaRPr lang="zh-CN" altLang="en-US"/>
          </a:p>
        </p:txBody>
      </p:sp>
    </p:spTree>
    <p:extLst>
      <p:ext uri="{BB962C8B-B14F-4D97-AF65-F5344CB8AC3E}">
        <p14:creationId xmlns:p14="http://schemas.microsoft.com/office/powerpoint/2010/main" val="3422793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AC0059-71F0-4354-824B-2FFE6EC8EA2C}" type="slidenum">
              <a:rPr lang="zh-CN" altLang="en-US" smtClean="0"/>
              <a:t>20</a:t>
            </a:fld>
            <a:endParaRPr lang="zh-CN" altLang="en-US"/>
          </a:p>
        </p:txBody>
      </p:sp>
    </p:spTree>
    <p:extLst>
      <p:ext uri="{BB962C8B-B14F-4D97-AF65-F5344CB8AC3E}">
        <p14:creationId xmlns:p14="http://schemas.microsoft.com/office/powerpoint/2010/main" val="2084590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86C4872-3FEE-47F7-8706-972E2208B56D}" type="slidenum">
              <a:rPr lang="zh-CN" altLang="en-US" smtClean="0"/>
              <a:t>21</a:t>
            </a:fld>
            <a:endParaRPr lang="zh-CN" altLang="en-US"/>
          </a:p>
        </p:txBody>
      </p:sp>
    </p:spTree>
    <p:extLst>
      <p:ext uri="{BB962C8B-B14F-4D97-AF65-F5344CB8AC3E}">
        <p14:creationId xmlns:p14="http://schemas.microsoft.com/office/powerpoint/2010/main" val="2549653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2A64216-7571-4F55-B8A0-A9B09CAD06D6}" type="slidenum">
              <a:rPr lang="zh-CN" altLang="en-US" smtClean="0"/>
              <a:t>22</a:t>
            </a:fld>
            <a:endParaRPr lang="zh-CN" altLang="en-US"/>
          </a:p>
        </p:txBody>
      </p:sp>
    </p:spTree>
    <p:extLst>
      <p:ext uri="{BB962C8B-B14F-4D97-AF65-F5344CB8AC3E}">
        <p14:creationId xmlns:p14="http://schemas.microsoft.com/office/powerpoint/2010/main" val="4221712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2A64216-7571-4F55-B8A0-A9B09CAD06D6}" type="slidenum">
              <a:rPr lang="zh-CN" altLang="en-US" smtClean="0"/>
              <a:t>23</a:t>
            </a:fld>
            <a:endParaRPr lang="zh-CN" altLang="en-US"/>
          </a:p>
        </p:txBody>
      </p:sp>
    </p:spTree>
    <p:extLst>
      <p:ext uri="{BB962C8B-B14F-4D97-AF65-F5344CB8AC3E}">
        <p14:creationId xmlns:p14="http://schemas.microsoft.com/office/powerpoint/2010/main" val="928460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24</a:t>
            </a:fld>
            <a:endParaRPr lang="zh-CN" altLang="en-US"/>
          </a:p>
        </p:txBody>
      </p:sp>
    </p:spTree>
    <p:extLst>
      <p:ext uri="{BB962C8B-B14F-4D97-AF65-F5344CB8AC3E}">
        <p14:creationId xmlns:p14="http://schemas.microsoft.com/office/powerpoint/2010/main" val="3319919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7B1BA-858B-4A7A-9992-7797EFA3364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28D2DAD-6B68-45A4-9FD5-E65283CBFB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1F98082-8C71-43CB-BF9D-146A9FED8298}"/>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3450EEDF-6281-4143-A8A4-23C6A521E7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D116B9-15AA-4CF3-9863-4F6CB50D6593}"/>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31335316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6E4093-3067-4FA3-8C13-B9DFEE1AE50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8E588-11E3-4DE7-B2FE-3351BF92C67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70D7E8A-59E3-4F0F-B887-B39877354AEC}"/>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7EDB2E68-31E6-4572-B198-075D2FB399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158311-BBF1-402B-8EC7-1BA41DAEB97B}"/>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346507954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18C856-1964-442A-A602-6C92F4586A8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891111D-0107-4127-921B-F3AF48E528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66D4E399-373A-4D9D-B55F-5B6F8A7AACBF}"/>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8A175FC2-3882-4C4D-BED9-829AC01049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D2D0E5-4DAE-4C9C-BEED-2DE8CB7C56A7}"/>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4107488991"/>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6CBB6-3C90-48DC-AF44-DBF08FDDBB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1141F9D-3B49-4A9F-83FF-D35E322C48E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020D818-D3E4-4BE8-8116-EE7E5F4E8979}"/>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760E5A3D-DCDA-4AEB-9FD6-A1023B84ABD9}"/>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6" name="页脚占位符 5">
            <a:extLst>
              <a:ext uri="{FF2B5EF4-FFF2-40B4-BE49-F238E27FC236}">
                <a16:creationId xmlns:a16="http://schemas.microsoft.com/office/drawing/2014/main" id="{71C20E51-1B12-4968-ADCB-069CA34BCD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454EEE-680D-4DA2-B3A7-56E8CC4E7A71}"/>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94222223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D929DF-A3F6-45F1-8A29-277764C12D7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18F73C4-0A58-48F2-A980-231299BDB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9512CC4-7F82-44AA-805C-617397AF3F2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39B13DA-FEFA-45E4-A119-72DE06D0F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5A4093E2-40D0-44C2-A20E-183EDFFF1302}"/>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FD6D4BF-9FA9-47D6-9CB5-6F1C9E33BCF4}"/>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8" name="页脚占位符 7">
            <a:extLst>
              <a:ext uri="{FF2B5EF4-FFF2-40B4-BE49-F238E27FC236}">
                <a16:creationId xmlns:a16="http://schemas.microsoft.com/office/drawing/2014/main" id="{52BEFF55-A355-4095-8180-C9B86EC7113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BC10B30-F774-40F8-8605-DA443BA838D0}"/>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839947961"/>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45932-8EDB-4CEF-ADBD-1A077AB57E8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97B43FF-490B-4EA0-80DE-B52E29C5F2E5}"/>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7A93F2AE-563B-456B-A5A8-74D54FB7EED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778DAC6-FE81-426F-B2B1-86B45773464F}"/>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301591859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3B604F4-8C8D-48AF-9A79-7AD908599C47}"/>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3" name="页脚占位符 2">
            <a:extLst>
              <a:ext uri="{FF2B5EF4-FFF2-40B4-BE49-F238E27FC236}">
                <a16:creationId xmlns:a16="http://schemas.microsoft.com/office/drawing/2014/main" id="{6D72032D-8765-4EAD-87C1-37B5D53504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3CFC79F-333C-46EF-846F-AB7A0A32F82C}"/>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2998784788"/>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D442B-5C43-4811-B3D2-B21A430E757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1EAB19D-37BD-4E1A-A68F-C72CCA0DE9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DCC20A3-8D1F-452A-8EDC-A94D4DB4D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B479011-E8B9-41BB-B083-A81FAFB94C0D}"/>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6" name="页脚占位符 5">
            <a:extLst>
              <a:ext uri="{FF2B5EF4-FFF2-40B4-BE49-F238E27FC236}">
                <a16:creationId xmlns:a16="http://schemas.microsoft.com/office/drawing/2014/main" id="{BB2A0981-86F8-4B58-86A5-85E113C249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F50EB9-55A2-4A56-9633-1055F5048F0D}"/>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293412404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36CA1-1188-4C2A-A17E-4A7A074CA13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0D4D165-27EB-4A03-B970-DF18E8741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8AFB51-2338-43B6-9C5E-2444B0238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9625DDE-4ED9-4605-812F-068D0A7F5FB8}"/>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6" name="页脚占位符 5">
            <a:extLst>
              <a:ext uri="{FF2B5EF4-FFF2-40B4-BE49-F238E27FC236}">
                <a16:creationId xmlns:a16="http://schemas.microsoft.com/office/drawing/2014/main" id="{16F27616-BAEE-4035-8809-280079B956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4B32FC-7E13-4A44-A6C3-38C905FC2A23}"/>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334394372"/>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4C7AC-BDFA-4EEB-ACD3-437924BAED1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8A4ACF-6C49-4BCF-ACB4-07AF5B3DA065}"/>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B4DDC4C-C2AD-4952-8552-2E93754E9A94}"/>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C20BFA07-4571-4644-8CF7-F3A4833A03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BEC765-8AB9-4E09-98A4-3331669223B1}"/>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2853456342"/>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BE84266-2C58-4837-8C3F-DCCE5F78782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71D483-2557-437A-BFB4-3803A297C65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03E9D3D-C996-43D6-BD69-6C4F0059DA28}"/>
              </a:ext>
            </a:extLst>
          </p:cNvPr>
          <p:cNvSpPr>
            <a:spLocks noGrp="1"/>
          </p:cNvSpPr>
          <p:nvPr>
            <p:ph type="dt" sz="half" idx="10"/>
          </p:nvPr>
        </p:nvSpPr>
        <p:spPr/>
        <p:txBody>
          <a:body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512738FC-40A2-4DBD-A7DD-C0ADAFEFDE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B3CDDA-AD26-4D2F-B195-CB3B3248AC6C}"/>
              </a:ext>
            </a:extLst>
          </p:cNvPr>
          <p:cNvSpPr>
            <a:spLocks noGrp="1"/>
          </p:cNvSpPr>
          <p:nvPr>
            <p:ph type="sldNum" sz="quarter" idx="12"/>
          </p:nvPr>
        </p:nvSpPr>
        <p:spPr/>
        <p:txBody>
          <a:body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213410914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6257050" y="1603156"/>
            <a:ext cx="2538589" cy="2119372"/>
          </a:xfrm>
          <a:custGeom>
            <a:avLst/>
            <a:gdLst>
              <a:gd name="connsiteX0" fmla="*/ 0 w 2538589"/>
              <a:gd name="connsiteY0" fmla="*/ 0 h 2119372"/>
              <a:gd name="connsiteX1" fmla="*/ 2538589 w 2538589"/>
              <a:gd name="connsiteY1" fmla="*/ 0 h 2119372"/>
              <a:gd name="connsiteX2" fmla="*/ 2538589 w 2538589"/>
              <a:gd name="connsiteY2" fmla="*/ 2119372 h 2119372"/>
              <a:gd name="connsiteX3" fmla="*/ 0 w 2538589"/>
              <a:gd name="connsiteY3" fmla="*/ 2119372 h 2119372"/>
            </a:gdLst>
            <a:ahLst/>
            <a:cxnLst>
              <a:cxn ang="0">
                <a:pos x="connsiteX0" y="connsiteY0"/>
              </a:cxn>
              <a:cxn ang="0">
                <a:pos x="connsiteX1" y="connsiteY1"/>
              </a:cxn>
              <a:cxn ang="0">
                <a:pos x="connsiteX2" y="connsiteY2"/>
              </a:cxn>
              <a:cxn ang="0">
                <a:pos x="connsiteX3" y="connsiteY3"/>
              </a:cxn>
            </a:cxnLst>
            <a:rect l="l" t="t" r="r" b="b"/>
            <a:pathLst>
              <a:path w="2538589" h="2119372">
                <a:moveTo>
                  <a:pt x="0" y="0"/>
                </a:moveTo>
                <a:lnTo>
                  <a:pt x="2538589" y="0"/>
                </a:lnTo>
                <a:lnTo>
                  <a:pt x="2538589" y="2119372"/>
                </a:lnTo>
                <a:lnTo>
                  <a:pt x="0" y="2119372"/>
                </a:lnTo>
                <a:close/>
              </a:path>
            </a:pathLst>
          </a:custGeom>
        </p:spPr>
        <p:txBody>
          <a:bodyPr wrap="square">
            <a:noAutofit/>
          </a:bodyPr>
          <a:lstStyle/>
          <a:p>
            <a:endParaRPr lang="zh-CN" altLang="en-US"/>
          </a:p>
        </p:txBody>
      </p:sp>
      <p:sp>
        <p:nvSpPr>
          <p:cNvPr id="8" name="图片占位符 7"/>
          <p:cNvSpPr>
            <a:spLocks noGrp="1"/>
          </p:cNvSpPr>
          <p:nvPr>
            <p:ph type="pic" sz="quarter" idx="11"/>
          </p:nvPr>
        </p:nvSpPr>
        <p:spPr>
          <a:xfrm>
            <a:off x="6249640" y="3813408"/>
            <a:ext cx="5067649" cy="2133134"/>
          </a:xfrm>
          <a:custGeom>
            <a:avLst/>
            <a:gdLst>
              <a:gd name="connsiteX0" fmla="*/ 0 w 5067649"/>
              <a:gd name="connsiteY0" fmla="*/ 0 h 2133134"/>
              <a:gd name="connsiteX1" fmla="*/ 5067649 w 5067649"/>
              <a:gd name="connsiteY1" fmla="*/ 0 h 2133134"/>
              <a:gd name="connsiteX2" fmla="*/ 5067649 w 5067649"/>
              <a:gd name="connsiteY2" fmla="*/ 2133134 h 2133134"/>
              <a:gd name="connsiteX3" fmla="*/ 0 w 5067649"/>
              <a:gd name="connsiteY3" fmla="*/ 2133134 h 2133134"/>
            </a:gdLst>
            <a:ahLst/>
            <a:cxnLst>
              <a:cxn ang="0">
                <a:pos x="connsiteX0" y="connsiteY0"/>
              </a:cxn>
              <a:cxn ang="0">
                <a:pos x="connsiteX1" y="connsiteY1"/>
              </a:cxn>
              <a:cxn ang="0">
                <a:pos x="connsiteX2" y="connsiteY2"/>
              </a:cxn>
              <a:cxn ang="0">
                <a:pos x="connsiteX3" y="connsiteY3"/>
              </a:cxn>
            </a:cxnLst>
            <a:rect l="l" t="t" r="r" b="b"/>
            <a:pathLst>
              <a:path w="5067649" h="2133134">
                <a:moveTo>
                  <a:pt x="0" y="0"/>
                </a:moveTo>
                <a:lnTo>
                  <a:pt x="5067649" y="0"/>
                </a:lnTo>
                <a:lnTo>
                  <a:pt x="5067649" y="2133134"/>
                </a:lnTo>
                <a:lnTo>
                  <a:pt x="0" y="2133134"/>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356417390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4"/>
          </p:nvPr>
        </p:nvSpPr>
        <p:spPr>
          <a:xfrm>
            <a:off x="1820244" y="1875862"/>
            <a:ext cx="3827974" cy="2654551"/>
          </a:xfrm>
          <a:custGeom>
            <a:avLst/>
            <a:gdLst>
              <a:gd name="connsiteX0" fmla="*/ 0 w 3827974"/>
              <a:gd name="connsiteY0" fmla="*/ 0 h 2654551"/>
              <a:gd name="connsiteX1" fmla="*/ 3827974 w 3827974"/>
              <a:gd name="connsiteY1" fmla="*/ 0 h 2654551"/>
              <a:gd name="connsiteX2" fmla="*/ 3827974 w 3827974"/>
              <a:gd name="connsiteY2" fmla="*/ 2654551 h 2654551"/>
              <a:gd name="connsiteX3" fmla="*/ 0 w 3827974"/>
              <a:gd name="connsiteY3" fmla="*/ 2654551 h 2654551"/>
            </a:gdLst>
            <a:ahLst/>
            <a:cxnLst>
              <a:cxn ang="0">
                <a:pos x="connsiteX0" y="connsiteY0"/>
              </a:cxn>
              <a:cxn ang="0">
                <a:pos x="connsiteX1" y="connsiteY1"/>
              </a:cxn>
              <a:cxn ang="0">
                <a:pos x="connsiteX2" y="connsiteY2"/>
              </a:cxn>
              <a:cxn ang="0">
                <a:pos x="connsiteX3" y="connsiteY3"/>
              </a:cxn>
            </a:cxnLst>
            <a:rect l="l" t="t" r="r" b="b"/>
            <a:pathLst>
              <a:path w="3827974" h="2654551">
                <a:moveTo>
                  <a:pt x="0" y="0"/>
                </a:moveTo>
                <a:lnTo>
                  <a:pt x="3827974" y="0"/>
                </a:lnTo>
                <a:lnTo>
                  <a:pt x="3827974" y="2654551"/>
                </a:lnTo>
                <a:lnTo>
                  <a:pt x="0" y="2654551"/>
                </a:lnTo>
                <a:close/>
              </a:path>
            </a:pathLst>
          </a:custGeom>
        </p:spPr>
        <p:txBody>
          <a:bodyPr wrap="square">
            <a:noAutofit/>
          </a:bodyPr>
          <a:lstStyle/>
          <a:p>
            <a:endParaRPr lang="zh-CN" altLang="en-US"/>
          </a:p>
        </p:txBody>
      </p:sp>
      <p:sp>
        <p:nvSpPr>
          <p:cNvPr id="12" name="图片占位符 11"/>
          <p:cNvSpPr>
            <a:spLocks noGrp="1"/>
          </p:cNvSpPr>
          <p:nvPr>
            <p:ph type="pic" sz="quarter" idx="13"/>
          </p:nvPr>
        </p:nvSpPr>
        <p:spPr>
          <a:xfrm>
            <a:off x="6764231" y="1875862"/>
            <a:ext cx="3827974" cy="2654551"/>
          </a:xfrm>
          <a:custGeom>
            <a:avLst/>
            <a:gdLst>
              <a:gd name="connsiteX0" fmla="*/ 0 w 3827974"/>
              <a:gd name="connsiteY0" fmla="*/ 0 h 2654551"/>
              <a:gd name="connsiteX1" fmla="*/ 3827974 w 3827974"/>
              <a:gd name="connsiteY1" fmla="*/ 0 h 2654551"/>
              <a:gd name="connsiteX2" fmla="*/ 3827974 w 3827974"/>
              <a:gd name="connsiteY2" fmla="*/ 2654551 h 2654551"/>
              <a:gd name="connsiteX3" fmla="*/ 0 w 3827974"/>
              <a:gd name="connsiteY3" fmla="*/ 2654551 h 2654551"/>
            </a:gdLst>
            <a:ahLst/>
            <a:cxnLst>
              <a:cxn ang="0">
                <a:pos x="connsiteX0" y="connsiteY0"/>
              </a:cxn>
              <a:cxn ang="0">
                <a:pos x="connsiteX1" y="connsiteY1"/>
              </a:cxn>
              <a:cxn ang="0">
                <a:pos x="connsiteX2" y="connsiteY2"/>
              </a:cxn>
              <a:cxn ang="0">
                <a:pos x="connsiteX3" y="connsiteY3"/>
              </a:cxn>
            </a:cxnLst>
            <a:rect l="l" t="t" r="r" b="b"/>
            <a:pathLst>
              <a:path w="3827974" h="2654551">
                <a:moveTo>
                  <a:pt x="0" y="0"/>
                </a:moveTo>
                <a:lnTo>
                  <a:pt x="3827974" y="0"/>
                </a:lnTo>
                <a:lnTo>
                  <a:pt x="3827974" y="2654551"/>
                </a:lnTo>
                <a:lnTo>
                  <a:pt x="0" y="2654551"/>
                </a:lnTo>
                <a:close/>
              </a:path>
            </a:pathLst>
          </a:custGeom>
        </p:spPr>
        <p:txBody>
          <a:bodyPr wrap="square">
            <a:noAutofit/>
          </a:bodyPr>
          <a:lstStyle/>
          <a:p>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099C8A52-0EC3-4181-8B4F-009A31F6109E}" type="datetimeFigureOut">
              <a:rPr lang="zh-CN" altLang="en-US" smtClean="0"/>
              <a:t>2024/12/29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1C81C12D-88FB-4E14-A20B-A46F7BFCCFA1}" type="slidenum">
              <a:rPr lang="zh-CN" altLang="en-US" smtClean="0"/>
              <a:t>‹#›</a:t>
            </a:fld>
            <a:endParaRPr lang="zh-CN" altLang="en-US"/>
          </a:p>
        </p:txBody>
      </p:sp>
    </p:spTree>
    <p:extLst>
      <p:ext uri="{BB962C8B-B14F-4D97-AF65-F5344CB8AC3E}">
        <p14:creationId xmlns:p14="http://schemas.microsoft.com/office/powerpoint/2010/main" val="271287098"/>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3" name="图片占位符 12"/>
          <p:cNvSpPr>
            <a:spLocks noGrp="1"/>
          </p:cNvSpPr>
          <p:nvPr>
            <p:ph type="pic" sz="quarter" idx="11"/>
          </p:nvPr>
        </p:nvSpPr>
        <p:spPr>
          <a:xfrm>
            <a:off x="6305550" y="1936268"/>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8802126" y="1936268"/>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8802126" y="3797182"/>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5" name="图片占位符 14"/>
          <p:cNvSpPr>
            <a:spLocks noGrp="1"/>
          </p:cNvSpPr>
          <p:nvPr>
            <p:ph type="pic" sz="quarter" idx="14"/>
          </p:nvPr>
        </p:nvSpPr>
        <p:spPr>
          <a:xfrm>
            <a:off x="6305550" y="3797182"/>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3" name="灯片编号占位符 2"/>
          <p:cNvSpPr>
            <a:spLocks noGrp="1"/>
          </p:cNvSpPr>
          <p:nvPr>
            <p:ph type="sldNum" sz="quarter" idx="10"/>
          </p:nvPr>
        </p:nvSpPr>
        <p:spPr/>
        <p:txBody>
          <a:bodyPr/>
          <a:lstStyle/>
          <a:p>
            <a:fld id="{1F57BEC6-7C2B-4B03-B4DD-37A8D3CA46A8}" type="slidenum">
              <a:rPr lang="zh-CN" altLang="en-US" smtClean="0"/>
              <a:pPr/>
              <a:t>‹#›</a:t>
            </a:fld>
            <a:endParaRPr lang="zh-CN" altLang="en-US"/>
          </a:p>
        </p:txBody>
      </p:sp>
    </p:spTree>
    <p:extLst>
      <p:ext uri="{BB962C8B-B14F-4D97-AF65-F5344CB8AC3E}">
        <p14:creationId xmlns:p14="http://schemas.microsoft.com/office/powerpoint/2010/main" val="1999473306"/>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4351109" y="2003727"/>
            <a:ext cx="3575672" cy="3575674"/>
          </a:xfrm>
          <a:custGeom>
            <a:avLst/>
            <a:gdLst>
              <a:gd name="connsiteX0" fmla="*/ 1787836 w 3575672"/>
              <a:gd name="connsiteY0" fmla="*/ 0 h 3575674"/>
              <a:gd name="connsiteX1" fmla="*/ 3575672 w 3575672"/>
              <a:gd name="connsiteY1" fmla="*/ 1787837 h 3575674"/>
              <a:gd name="connsiteX2" fmla="*/ 1787836 w 3575672"/>
              <a:gd name="connsiteY2" fmla="*/ 3575674 h 3575674"/>
              <a:gd name="connsiteX3" fmla="*/ 0 w 3575672"/>
              <a:gd name="connsiteY3" fmla="*/ 1787837 h 3575674"/>
              <a:gd name="connsiteX4" fmla="*/ 1787836 w 3575672"/>
              <a:gd name="connsiteY4" fmla="*/ 0 h 3575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5672" h="3575674">
                <a:moveTo>
                  <a:pt x="1787836" y="0"/>
                </a:moveTo>
                <a:cubicBezTo>
                  <a:pt x="2775231" y="0"/>
                  <a:pt x="3575672" y="800442"/>
                  <a:pt x="3575672" y="1787837"/>
                </a:cubicBezTo>
                <a:cubicBezTo>
                  <a:pt x="3575672" y="2775232"/>
                  <a:pt x="2775231" y="3575674"/>
                  <a:pt x="1787836" y="3575674"/>
                </a:cubicBezTo>
                <a:cubicBezTo>
                  <a:pt x="800441" y="3575674"/>
                  <a:pt x="0" y="2775232"/>
                  <a:pt x="0" y="1787837"/>
                </a:cubicBezTo>
                <a:cubicBezTo>
                  <a:pt x="0" y="800442"/>
                  <a:pt x="800441" y="0"/>
                  <a:pt x="1787836"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4073193526"/>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714375" y="2168330"/>
            <a:ext cx="3868616" cy="3530991"/>
          </a:xfrm>
          <a:custGeom>
            <a:avLst/>
            <a:gdLst>
              <a:gd name="connsiteX0" fmla="*/ 0 w 3868616"/>
              <a:gd name="connsiteY0" fmla="*/ 0 h 3530991"/>
              <a:gd name="connsiteX1" fmla="*/ 3868616 w 3868616"/>
              <a:gd name="connsiteY1" fmla="*/ 0 h 3530991"/>
              <a:gd name="connsiteX2" fmla="*/ 3868616 w 3868616"/>
              <a:gd name="connsiteY2" fmla="*/ 3530991 h 3530991"/>
              <a:gd name="connsiteX3" fmla="*/ 0 w 3868616"/>
              <a:gd name="connsiteY3" fmla="*/ 3530991 h 3530991"/>
            </a:gdLst>
            <a:ahLst/>
            <a:cxnLst>
              <a:cxn ang="0">
                <a:pos x="connsiteX0" y="connsiteY0"/>
              </a:cxn>
              <a:cxn ang="0">
                <a:pos x="connsiteX1" y="connsiteY1"/>
              </a:cxn>
              <a:cxn ang="0">
                <a:pos x="connsiteX2" y="connsiteY2"/>
              </a:cxn>
              <a:cxn ang="0">
                <a:pos x="connsiteX3" y="connsiteY3"/>
              </a:cxn>
            </a:cxnLst>
            <a:rect l="l" t="t" r="r" b="b"/>
            <a:pathLst>
              <a:path w="3868616" h="3530991">
                <a:moveTo>
                  <a:pt x="0" y="0"/>
                </a:moveTo>
                <a:lnTo>
                  <a:pt x="3868616" y="0"/>
                </a:lnTo>
                <a:lnTo>
                  <a:pt x="3868616" y="3530991"/>
                </a:lnTo>
                <a:lnTo>
                  <a:pt x="0" y="3530991"/>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56761231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b="10095"/>
          <a:stretch/>
        </p:blipFill>
        <p:spPr>
          <a:xfrm>
            <a:off x="0" y="0"/>
            <a:ext cx="12192000" cy="6858000"/>
          </a:xfrm>
          <a:prstGeom prst="rect">
            <a:avLst/>
          </a:prstGeom>
        </p:spPr>
      </p:pic>
      <p:pic>
        <p:nvPicPr>
          <p:cNvPr id="4" name="图片 3"/>
          <p:cNvPicPr>
            <a:picLocks noChangeAspect="1"/>
          </p:cNvPicPr>
          <p:nvPr userDrawn="1"/>
        </p:nvPicPr>
        <p:blipFill>
          <a:blip r:embed="rId3"/>
          <a:stretch>
            <a:fillRect/>
          </a:stretch>
        </p:blipFill>
        <p:spPr>
          <a:xfrm>
            <a:off x="487194" y="1000481"/>
            <a:ext cx="11217612" cy="5809992"/>
          </a:xfrm>
          <a:prstGeom prst="rect">
            <a:avLst/>
          </a:prstGeom>
        </p:spPr>
      </p:pic>
      <p:sp>
        <p:nvSpPr>
          <p:cNvPr id="5" name="矩形 4"/>
          <p:cNvSpPr/>
          <p:nvPr userDrawn="1"/>
        </p:nvSpPr>
        <p:spPr>
          <a:xfrm>
            <a:off x="315626" y="412070"/>
            <a:ext cx="1097090" cy="2156958"/>
          </a:xfrm>
          <a:prstGeom prst="rect">
            <a:avLst/>
          </a:prstGeom>
          <a:ln>
            <a:noFill/>
          </a:ln>
          <a:effectLst>
            <a:outerShdw blurRad="190500" dist="127000" dir="5400000" algn="t"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nvGrpSpPr>
          <p:cNvPr id="6" name="组合 5"/>
          <p:cNvGrpSpPr/>
          <p:nvPr userDrawn="1"/>
        </p:nvGrpSpPr>
        <p:grpSpPr>
          <a:xfrm>
            <a:off x="377772" y="533790"/>
            <a:ext cx="1010897" cy="1871426"/>
            <a:chOff x="335862" y="571890"/>
            <a:chExt cx="1010897" cy="1871426"/>
          </a:xfrm>
        </p:grpSpPr>
        <p:sp>
          <p:nvSpPr>
            <p:cNvPr id="7" name="文本框 6"/>
            <p:cNvSpPr txBox="1"/>
            <p:nvPr/>
          </p:nvSpPr>
          <p:spPr>
            <a:xfrm rot="5400000">
              <a:off x="489955" y="843919"/>
              <a:ext cx="1128834" cy="584775"/>
            </a:xfrm>
            <a:prstGeom prst="rect">
              <a:avLst/>
            </a:prstGeom>
            <a:noFill/>
          </p:spPr>
          <p:txBody>
            <a:bodyPr wrap="none" rtlCol="0">
              <a:spAutoFit/>
              <a:scene3d>
                <a:camera prst="orthographicFront"/>
                <a:lightRig rig="threePt" dir="t"/>
              </a:scene3d>
              <a:sp3d contourW="12700"/>
            </a:bodyPr>
            <a:lstStyle/>
            <a:p>
              <a:pPr algn="ctr"/>
              <a:r>
                <a:rPr lang="en-US" altLang="zh-CN" sz="3200" b="1" dirty="0">
                  <a:solidFill>
                    <a:schemeClr val="bg1"/>
                  </a:solidFill>
                  <a:latin typeface="Century Gothic" panose="020B0502020202020204" pitchFamily="34" charset="0"/>
                </a:rPr>
                <a:t>PART</a:t>
              </a:r>
              <a:endParaRPr lang="zh-CN" altLang="en-US" sz="3200" b="1" dirty="0">
                <a:solidFill>
                  <a:schemeClr val="bg1"/>
                </a:solidFill>
                <a:latin typeface="Century Gothic" panose="020B0502020202020204" pitchFamily="34" charset="0"/>
              </a:endParaRPr>
            </a:p>
          </p:txBody>
        </p:sp>
        <p:sp>
          <p:nvSpPr>
            <p:cNvPr id="8" name="文本框 7"/>
            <p:cNvSpPr txBox="1"/>
            <p:nvPr/>
          </p:nvSpPr>
          <p:spPr>
            <a:xfrm rot="5400000">
              <a:off x="105511" y="1628189"/>
              <a:ext cx="1045478" cy="584775"/>
            </a:xfrm>
            <a:prstGeom prst="rect">
              <a:avLst/>
            </a:prstGeom>
            <a:noFill/>
          </p:spPr>
          <p:txBody>
            <a:bodyPr wrap="none" rtlCol="0">
              <a:spAutoFit/>
              <a:scene3d>
                <a:camera prst="orthographicFront"/>
                <a:lightRig rig="threePt" dir="t"/>
              </a:scene3d>
              <a:sp3d contourW="12700"/>
            </a:bodyPr>
            <a:lstStyle/>
            <a:p>
              <a:pPr algn="r"/>
              <a:r>
                <a:rPr lang="en-US" altLang="zh-CN" sz="3200" b="1" dirty="0">
                  <a:solidFill>
                    <a:schemeClr val="bg1"/>
                  </a:solidFill>
                  <a:latin typeface="Century Gothic" panose="020B0502020202020204" pitchFamily="34" charset="0"/>
                </a:rPr>
                <a:t>ONE</a:t>
              </a:r>
              <a:endParaRPr lang="zh-CN" altLang="en-US" sz="3200" b="1" dirty="0">
                <a:solidFill>
                  <a:schemeClr val="bg1"/>
                </a:solidFill>
                <a:latin typeface="Century Gothic" panose="020B0502020202020204" pitchFamily="34" charset="0"/>
              </a:endParaRPr>
            </a:p>
          </p:txBody>
        </p:sp>
      </p:grpSp>
      <p:sp>
        <p:nvSpPr>
          <p:cNvPr id="11" name="矩形 10"/>
          <p:cNvSpPr/>
          <p:nvPr userDrawn="1"/>
        </p:nvSpPr>
        <p:spPr>
          <a:xfrm rot="5400000">
            <a:off x="10934016" y="5792431"/>
            <a:ext cx="525204" cy="1032588"/>
          </a:xfrm>
          <a:prstGeom prst="rect">
            <a:avLst/>
          </a:prstGeom>
          <a:ln>
            <a:noFill/>
          </a:ln>
          <a:effectLst>
            <a:outerShdw blurRad="406400" dist="63500" dir="5400000" algn="t" rotWithShape="0">
              <a:prstClr val="black">
                <a:alpha val="6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userDrawn="1"/>
        </p:nvSpPr>
        <p:spPr>
          <a:xfrm>
            <a:off x="10642612" y="6139448"/>
            <a:ext cx="1108116" cy="338554"/>
          </a:xfrm>
          <a:prstGeom prst="rect">
            <a:avLst/>
          </a:prstGeom>
          <a:noFill/>
        </p:spPr>
        <p:txBody>
          <a:bodyPr wrap="square" rtlCol="0">
            <a:spAutoFit/>
            <a:scene3d>
              <a:camera prst="orthographicFront"/>
              <a:lightRig rig="threePt" dir="t"/>
            </a:scene3d>
            <a:sp3d contourW="12700"/>
          </a:bodyPr>
          <a:lstStyle/>
          <a:p>
            <a:pPr algn="ctr"/>
            <a:r>
              <a:rPr lang="en-US" altLang="zh-CN" sz="1600" i="1" dirty="0">
                <a:solidFill>
                  <a:schemeClr val="bg1"/>
                </a:solidFill>
                <a:latin typeface="Century Gothic" panose="020B0502020202020204" pitchFamily="34" charset="0"/>
              </a:rPr>
              <a:t>&lt; 01 &gt;</a:t>
            </a:r>
            <a:endParaRPr lang="zh-CN" altLang="en-US" sz="1600" i="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362688008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03646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71043B6-CF6A-4D8B-A8ED-8D18B94BD2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688D791-4A26-4BF2-9221-C20DCA02B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4C8FBFC-B35B-4D00-B25E-6AB40441D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884B5-2E5C-45C3-983D-9EDA86151F0C}" type="datetimeFigureOut">
              <a:rPr lang="zh-CN" altLang="en-US" smtClean="0"/>
              <a:t>2024/12/29</a:t>
            </a:fld>
            <a:endParaRPr lang="zh-CN" altLang="en-US"/>
          </a:p>
        </p:txBody>
      </p:sp>
      <p:sp>
        <p:nvSpPr>
          <p:cNvPr id="5" name="页脚占位符 4">
            <a:extLst>
              <a:ext uri="{FF2B5EF4-FFF2-40B4-BE49-F238E27FC236}">
                <a16:creationId xmlns:a16="http://schemas.microsoft.com/office/drawing/2014/main" id="{3A03B62F-E02B-4414-9F86-6D2ED58DE5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E3A7151-9BA9-478C-AE87-069F0EA2D6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1C492-3AF5-49C3-9EFB-D433BB7CFE96}" type="slidenum">
              <a:rPr lang="zh-CN" altLang="en-US" smtClean="0"/>
              <a:t>‹#›</a:t>
            </a:fld>
            <a:endParaRPr lang="zh-CN" altLang="en-US"/>
          </a:p>
        </p:txBody>
      </p:sp>
    </p:spTree>
    <p:extLst>
      <p:ext uri="{BB962C8B-B14F-4D97-AF65-F5344CB8AC3E}">
        <p14:creationId xmlns:p14="http://schemas.microsoft.com/office/powerpoint/2010/main" val="2814594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hemeOverride" Target="../theme/themeOverride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themeOverride" Target="../theme/themeOverride3.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6.xml"/><Relationship Id="rId5" Type="http://schemas.openxmlformats.org/officeDocument/2006/relationships/image" Target="../media/image7.jpe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6.xml"/><Relationship Id="rId1" Type="http://schemas.openxmlformats.org/officeDocument/2006/relationships/themeOverride" Target="../theme/themeOverride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hemeOverride" Target="../theme/themeOverride9.xml"/><Relationship Id="rId5" Type="http://schemas.openxmlformats.org/officeDocument/2006/relationships/image" Target="../media/image9.jpe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11.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hemeOverride" Target="../theme/themeOverride14.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hemeOverride" Target="../theme/themeOverride16.xml"/><Relationship Id="rId4" Type="http://schemas.openxmlformats.org/officeDocument/2006/relationships/image" Target="../media/image1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hemeOverride" Target="../theme/themeOverride18.xml"/><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382EEA9A-4F4F-49BF-A57F-5E4D69F8555C}"/>
              </a:ext>
            </a:extLst>
          </p:cNvPr>
          <p:cNvGrpSpPr/>
          <p:nvPr/>
        </p:nvGrpSpPr>
        <p:grpSpPr>
          <a:xfrm>
            <a:off x="4629526" y="4803789"/>
            <a:ext cx="4550047" cy="369332"/>
            <a:chOff x="5089355" y="2581412"/>
            <a:chExt cx="2973654" cy="369332"/>
          </a:xfrm>
        </p:grpSpPr>
        <p:cxnSp>
          <p:nvCxnSpPr>
            <p:cNvPr id="42" name="直接连接符 41">
              <a:extLst>
                <a:ext uri="{FF2B5EF4-FFF2-40B4-BE49-F238E27FC236}">
                  <a16:creationId xmlns:a16="http://schemas.microsoft.com/office/drawing/2014/main" id="{6071A77E-DFE7-494C-8624-556887BEF4F5}"/>
                </a:ext>
              </a:extLst>
            </p:cNvPr>
            <p:cNvCxnSpPr>
              <a:cxnSpLocks/>
            </p:cNvCxnSpPr>
            <p:nvPr/>
          </p:nvCxnSpPr>
          <p:spPr>
            <a:xfrm>
              <a:off x="5172752" y="2581412"/>
              <a:ext cx="2806861" cy="0"/>
            </a:xfrm>
            <a:prstGeom prst="line">
              <a:avLst/>
            </a:prstGeom>
            <a:ln w="19050">
              <a:solidFill>
                <a:srgbClr val="0F74E3"/>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8474E95F-FC1B-4BF2-AA51-5ABB731ED83D}"/>
                </a:ext>
              </a:extLst>
            </p:cNvPr>
            <p:cNvCxnSpPr>
              <a:cxnSpLocks/>
            </p:cNvCxnSpPr>
            <p:nvPr/>
          </p:nvCxnSpPr>
          <p:spPr>
            <a:xfrm>
              <a:off x="5172752" y="2950744"/>
              <a:ext cx="2806861" cy="0"/>
            </a:xfrm>
            <a:prstGeom prst="line">
              <a:avLst/>
            </a:prstGeom>
            <a:ln w="19050">
              <a:solidFill>
                <a:srgbClr val="0F74E3"/>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FF2AA5B3-EF16-4390-9457-31C810299F9A}"/>
                </a:ext>
              </a:extLst>
            </p:cNvPr>
            <p:cNvSpPr txBox="1"/>
            <p:nvPr/>
          </p:nvSpPr>
          <p:spPr>
            <a:xfrm>
              <a:off x="5089355" y="2581412"/>
              <a:ext cx="2973654" cy="369332"/>
            </a:xfrm>
            <a:prstGeom prst="rect">
              <a:avLst/>
            </a:prstGeom>
            <a:noFill/>
            <a:ln>
              <a:solidFill>
                <a:schemeClr val="bg1"/>
              </a:solidFill>
            </a:ln>
          </p:spPr>
          <p:txBody>
            <a:bodyPr wrap="square" rtlCol="0">
              <a:spAutoFit/>
            </a:bodyPr>
            <a:lstStyle/>
            <a:p>
              <a:pPr algn="dist"/>
              <a:r>
                <a:rPr lang="zh-CN" altLang="en-US"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陈安康 蔡可忻</a:t>
              </a:r>
            </a:p>
          </p:txBody>
        </p:sp>
      </p:grpSp>
      <p:sp>
        <p:nvSpPr>
          <p:cNvPr id="2" name="矩形 1">
            <a:extLst>
              <a:ext uri="{FF2B5EF4-FFF2-40B4-BE49-F238E27FC236}">
                <a16:creationId xmlns:a16="http://schemas.microsoft.com/office/drawing/2014/main" id="{68BA8AF8-60F4-4AC2-9CAF-C149C533339F}"/>
              </a:ext>
            </a:extLst>
          </p:cNvPr>
          <p:cNvSpPr/>
          <p:nvPr/>
        </p:nvSpPr>
        <p:spPr>
          <a:xfrm>
            <a:off x="9432110"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6C22EE3-F408-4334-9744-742586409751}"/>
              </a:ext>
            </a:extLst>
          </p:cNvPr>
          <p:cNvSpPr/>
          <p:nvPr/>
        </p:nvSpPr>
        <p:spPr>
          <a:xfrm>
            <a:off x="10367384" y="87143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D161E6E2-FDFA-4938-9D9C-21B8E0F9FDD2}"/>
              </a:ext>
            </a:extLst>
          </p:cNvPr>
          <p:cNvSpPr/>
          <p:nvPr/>
        </p:nvSpPr>
        <p:spPr>
          <a:xfrm>
            <a:off x="11269255"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6A75A64-18A4-455E-8361-3A9319C887EA}"/>
              </a:ext>
            </a:extLst>
          </p:cNvPr>
          <p:cNvSpPr/>
          <p:nvPr/>
        </p:nvSpPr>
        <p:spPr>
          <a:xfrm>
            <a:off x="11269254" y="1769098"/>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C6261404-30A2-43A9-87BC-407704A97141}"/>
              </a:ext>
            </a:extLst>
          </p:cNvPr>
          <p:cNvSpPr/>
          <p:nvPr/>
        </p:nvSpPr>
        <p:spPr>
          <a:xfrm>
            <a:off x="8505179" y="87143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18776E47-3992-4A21-AD81-12EB1864F570}"/>
              </a:ext>
            </a:extLst>
          </p:cNvPr>
          <p:cNvSpPr txBox="1"/>
          <p:nvPr/>
        </p:nvSpPr>
        <p:spPr>
          <a:xfrm>
            <a:off x="1111070" y="2389800"/>
            <a:ext cx="9969860" cy="1107996"/>
          </a:xfrm>
          <a:prstGeom prst="rect">
            <a:avLst/>
          </a:prstGeom>
          <a:noFill/>
        </p:spPr>
        <p:txBody>
          <a:bodyPr wrap="square" rtlCol="0">
            <a:spAutoFit/>
          </a:bodyPr>
          <a:lstStyle/>
          <a:p>
            <a:r>
              <a:rPr lang="zh-CN" altLang="en-US" sz="6600" b="1" spc="300" dirty="0">
                <a:solidFill>
                  <a:srgbClr val="0F74E3"/>
                </a:solidFill>
                <a:latin typeface="仿宋" panose="02010609060101010101" pitchFamily="49" charset="-122"/>
                <a:ea typeface="仿宋" panose="02010609060101010101" pitchFamily="49" charset="-122"/>
                <a:cs typeface="Arial" panose="020B0604020202020204" pitchFamily="34" charset="0"/>
              </a:rPr>
              <a:t>外卖数据库应用系统报告</a:t>
            </a:r>
          </a:p>
        </p:txBody>
      </p:sp>
      <p:sp>
        <p:nvSpPr>
          <p:cNvPr id="40" name="矩形 39">
            <a:extLst>
              <a:ext uri="{FF2B5EF4-FFF2-40B4-BE49-F238E27FC236}">
                <a16:creationId xmlns:a16="http://schemas.microsoft.com/office/drawing/2014/main" id="{A6ECB585-06D0-4498-8E05-CBFF70F5C915}"/>
              </a:ext>
            </a:extLst>
          </p:cNvPr>
          <p:cNvSpPr/>
          <p:nvPr/>
        </p:nvSpPr>
        <p:spPr>
          <a:xfrm>
            <a:off x="3395977" y="3856995"/>
            <a:ext cx="4459175" cy="523220"/>
          </a:xfrm>
          <a:prstGeom prst="rect">
            <a:avLst/>
          </a:prstGeom>
        </p:spPr>
        <p:txBody>
          <a:bodyPr wrap="square">
            <a:spAutoFit/>
          </a:bodyPr>
          <a:lstStyle/>
          <a:p>
            <a:pPr lvl="0" algn="dist" eaLnBrk="0" fontAlgn="base" hangingPunct="0">
              <a:spcBef>
                <a:spcPct val="0"/>
              </a:spcBef>
              <a:spcAft>
                <a:spcPct val="0"/>
              </a:spcAft>
            </a:pPr>
            <a:r>
              <a:rPr lang="en-US" altLang="zh-CN" sz="2800" b="1" dirty="0">
                <a:latin typeface="思源黑体 CN Bold" panose="020B0800000000000000" pitchFamily="34" charset="-122"/>
                <a:ea typeface="思源黑体 CN Bold" panose="020B0800000000000000" pitchFamily="34" charset="-122"/>
                <a:cs typeface="Arial" panose="020B0604020202020204" pitchFamily="34" charset="0"/>
              </a:rPr>
              <a:t>DATABASE REPORT</a:t>
            </a:r>
            <a:endParaRPr kumimoji="0" lang="zh-CN" altLang="zh-CN" sz="3200" b="1" i="0" u="none" strike="noStrike" cap="none" normalizeH="0" baseline="0" dirty="0">
              <a:ln>
                <a:noFill/>
              </a:ln>
              <a:effectLst/>
              <a:latin typeface="思源黑体 CN Bold" panose="020B0800000000000000" pitchFamily="34" charset="-122"/>
              <a:ea typeface="思源黑体 CN Bold" panose="020B0800000000000000" pitchFamily="34" charset="-122"/>
              <a:cs typeface="Arial" panose="020B0604020202020204" pitchFamily="34" charset="0"/>
            </a:endParaRPr>
          </a:p>
        </p:txBody>
      </p:sp>
      <p:sp>
        <p:nvSpPr>
          <p:cNvPr id="34" name="矩形 33">
            <a:extLst>
              <a:ext uri="{FF2B5EF4-FFF2-40B4-BE49-F238E27FC236}">
                <a16:creationId xmlns:a16="http://schemas.microsoft.com/office/drawing/2014/main" id="{D2DB69BB-F1FE-4407-A193-44D6FBDAD769}"/>
              </a:ext>
            </a:extLst>
          </p:cNvPr>
          <p:cNvSpPr/>
          <p:nvPr/>
        </p:nvSpPr>
        <p:spPr>
          <a:xfrm>
            <a:off x="0" y="5986563"/>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370F4F8-B7E0-47F3-AF39-487516797706}"/>
              </a:ext>
            </a:extLst>
          </p:cNvPr>
          <p:cNvSpPr/>
          <p:nvPr/>
        </p:nvSpPr>
        <p:spPr>
          <a:xfrm>
            <a:off x="922745" y="5072163"/>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4B61DCAE-FD2E-4BE2-A879-CE711F969849}"/>
              </a:ext>
            </a:extLst>
          </p:cNvPr>
          <p:cNvSpPr/>
          <p:nvPr/>
        </p:nvSpPr>
        <p:spPr>
          <a:xfrm>
            <a:off x="-17181" y="4200726"/>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B487CF3B-877E-41C6-9445-8AC2869DC3BA}"/>
              </a:ext>
            </a:extLst>
          </p:cNvPr>
          <p:cNvSpPr/>
          <p:nvPr/>
        </p:nvSpPr>
        <p:spPr>
          <a:xfrm>
            <a:off x="1837145" y="5962924"/>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313B068E-B674-4938-9385-F514C70EAFAE}"/>
              </a:ext>
            </a:extLst>
          </p:cNvPr>
          <p:cNvSpPr/>
          <p:nvPr/>
        </p:nvSpPr>
        <p:spPr>
          <a:xfrm>
            <a:off x="11260909" y="5986563"/>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DDC48EDA-493A-4E9E-A443-C55639A8CFD8}"/>
              </a:ext>
            </a:extLst>
          </p:cNvPr>
          <p:cNvSpPr/>
          <p:nvPr/>
        </p:nvSpPr>
        <p:spPr>
          <a:xfrm>
            <a:off x="10346509" y="5072163"/>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4C06CD82-1079-4E38-9550-CF6CD98E8C66}"/>
              </a:ext>
            </a:extLst>
          </p:cNvPr>
          <p:cNvSpPr/>
          <p:nvPr/>
        </p:nvSpPr>
        <p:spPr>
          <a:xfrm>
            <a:off x="9415419" y="5986562"/>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425" y="283644"/>
            <a:ext cx="1193870" cy="1193870"/>
          </a:xfrm>
          <a:prstGeom prst="rect">
            <a:avLst/>
          </a:prstGeom>
        </p:spPr>
      </p:pic>
    </p:spTree>
    <p:extLst>
      <p:ext uri="{BB962C8B-B14F-4D97-AF65-F5344CB8AC3E}">
        <p14:creationId xmlns:p14="http://schemas.microsoft.com/office/powerpoint/2010/main" val="319048599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750"/>
                                            <p:tgtEl>
                                              <p:spTgt spid="40"/>
                                            </p:tgtEl>
                                          </p:cBhvr>
                                        </p:animEffect>
                                      </p:childTnLst>
                                    </p:cTn>
                                  </p:par>
                                </p:childTnLst>
                              </p:cTn>
                            </p:par>
                            <p:par>
                              <p:cTn id="8" fill="hold">
                                <p:stCondLst>
                                  <p:cond delay="750"/>
                                </p:stCondLst>
                                <p:childTnLst>
                                  <p:par>
                                    <p:cTn id="9" presetID="47"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1000"/>
                                            <p:tgtEl>
                                              <p:spTgt spid="47"/>
                                            </p:tgtEl>
                                          </p:cBhvr>
                                        </p:animEffect>
                                        <p:anim calcmode="lin" valueType="num">
                                          <p:cBhvr>
                                            <p:cTn id="12" dur="1000" fill="hold"/>
                                            <p:tgtEl>
                                              <p:spTgt spid="47"/>
                                            </p:tgtEl>
                                            <p:attrNameLst>
                                              <p:attrName>ppt_x</p:attrName>
                                            </p:attrNameLst>
                                          </p:cBhvr>
                                          <p:tavLst>
                                            <p:tav tm="0">
                                              <p:val>
                                                <p:strVal val="#ppt_x"/>
                                              </p:val>
                                            </p:tav>
                                            <p:tav tm="100000">
                                              <p:val>
                                                <p:strVal val="#ppt_x"/>
                                              </p:val>
                                            </p:tav>
                                          </p:tavLst>
                                        </p:anim>
                                        <p:anim calcmode="lin" valueType="num">
                                          <p:cBhvr>
                                            <p:cTn id="13" dur="1000" fill="hold"/>
                                            <p:tgtEl>
                                              <p:spTgt spid="47"/>
                                            </p:tgtEl>
                                            <p:attrNameLst>
                                              <p:attrName>ppt_y</p:attrName>
                                            </p:attrNameLst>
                                          </p:cBhvr>
                                          <p:tavLst>
                                            <p:tav tm="0">
                                              <p:val>
                                                <p:strVal val="#ppt_y-.1"/>
                                              </p:val>
                                            </p:tav>
                                            <p:tav tm="100000">
                                              <p:val>
                                                <p:strVal val="#ppt_y"/>
                                              </p:val>
                                            </p:tav>
                                          </p:tavLst>
                                        </p:anim>
                                      </p:childTnLst>
                                    </p:cTn>
                                  </p:par>
                                </p:childTnLst>
                              </p:cTn>
                            </p:par>
                            <p:par>
                              <p:cTn id="14" fill="hold">
                                <p:stCondLst>
                                  <p:cond delay="1750"/>
                                </p:stCondLst>
                                <p:childTnLst>
                                  <p:par>
                                    <p:cTn id="15" presetID="2" presetClass="entr" presetSubtype="2" fill="hold" grpId="0" nodeType="afterEffect" p14:presetBounceEnd="56000">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14:bounceEnd="56000">
                                          <p:cBhvr additive="base">
                                            <p:cTn id="17" dur="500" fill="hold"/>
                                            <p:tgtEl>
                                              <p:spTgt spid="36"/>
                                            </p:tgtEl>
                                            <p:attrNameLst>
                                              <p:attrName>ppt_x</p:attrName>
                                            </p:attrNameLst>
                                          </p:cBhvr>
                                          <p:tavLst>
                                            <p:tav tm="0">
                                              <p:val>
                                                <p:strVal val="1+#ppt_w/2"/>
                                              </p:val>
                                            </p:tav>
                                            <p:tav tm="100000">
                                              <p:val>
                                                <p:strVal val="#ppt_x"/>
                                              </p:val>
                                            </p:tav>
                                          </p:tavLst>
                                        </p:anim>
                                        <p:anim calcmode="lin" valueType="num" p14:bounceEnd="56000">
                                          <p:cBhvr additive="base">
                                            <p:cTn id="18"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750"/>
                                            <p:tgtEl>
                                              <p:spTgt spid="40"/>
                                            </p:tgtEl>
                                          </p:cBhvr>
                                        </p:animEffect>
                                      </p:childTnLst>
                                    </p:cTn>
                                  </p:par>
                                </p:childTnLst>
                              </p:cTn>
                            </p:par>
                            <p:par>
                              <p:cTn id="8" fill="hold">
                                <p:stCondLst>
                                  <p:cond delay="750"/>
                                </p:stCondLst>
                                <p:childTnLst>
                                  <p:par>
                                    <p:cTn id="9" presetID="47"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1000"/>
                                            <p:tgtEl>
                                              <p:spTgt spid="47"/>
                                            </p:tgtEl>
                                          </p:cBhvr>
                                        </p:animEffect>
                                        <p:anim calcmode="lin" valueType="num">
                                          <p:cBhvr>
                                            <p:cTn id="12" dur="1000" fill="hold"/>
                                            <p:tgtEl>
                                              <p:spTgt spid="47"/>
                                            </p:tgtEl>
                                            <p:attrNameLst>
                                              <p:attrName>ppt_x</p:attrName>
                                            </p:attrNameLst>
                                          </p:cBhvr>
                                          <p:tavLst>
                                            <p:tav tm="0">
                                              <p:val>
                                                <p:strVal val="#ppt_x"/>
                                              </p:val>
                                            </p:tav>
                                            <p:tav tm="100000">
                                              <p:val>
                                                <p:strVal val="#ppt_x"/>
                                              </p:val>
                                            </p:tav>
                                          </p:tavLst>
                                        </p:anim>
                                        <p:anim calcmode="lin" valueType="num">
                                          <p:cBhvr>
                                            <p:cTn id="13" dur="1000" fill="hold"/>
                                            <p:tgtEl>
                                              <p:spTgt spid="47"/>
                                            </p:tgtEl>
                                            <p:attrNameLst>
                                              <p:attrName>ppt_y</p:attrName>
                                            </p:attrNameLst>
                                          </p:cBhvr>
                                          <p:tavLst>
                                            <p:tav tm="0">
                                              <p:val>
                                                <p:strVal val="#ppt_y-.1"/>
                                              </p:val>
                                            </p:tav>
                                            <p:tav tm="100000">
                                              <p:val>
                                                <p:strVal val="#ppt_y"/>
                                              </p:val>
                                            </p:tav>
                                          </p:tavLst>
                                        </p:anim>
                                      </p:childTnLst>
                                    </p:cTn>
                                  </p:par>
                                </p:childTnLst>
                              </p:cTn>
                            </p:par>
                            <p:par>
                              <p:cTn id="14" fill="hold">
                                <p:stCondLst>
                                  <p:cond delay="1750"/>
                                </p:stCondLst>
                                <p:childTnLst>
                                  <p:par>
                                    <p:cTn id="15" presetID="2" presetClass="entr" presetSubtype="2"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1+#ppt_w/2"/>
                                              </p:val>
                                            </p:tav>
                                            <p:tav tm="100000">
                                              <p:val>
                                                <p:strVal val="#ppt_x"/>
                                              </p:val>
                                            </p:tav>
                                          </p:tavLst>
                                        </p:anim>
                                        <p:anim calcmode="lin" valueType="num">
                                          <p:cBhvr additive="base">
                                            <p:cTn id="18"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0"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BC5A3C3-3270-8AB7-9763-87EC2A31DCF8}"/>
              </a:ext>
            </a:extLst>
          </p:cNvPr>
          <p:cNvGrpSpPr/>
          <p:nvPr/>
        </p:nvGrpSpPr>
        <p:grpSpPr>
          <a:xfrm>
            <a:off x="1828799" y="1828401"/>
            <a:ext cx="3063943" cy="2358340"/>
            <a:chOff x="1125639" y="1831694"/>
            <a:chExt cx="1802756" cy="1802756"/>
          </a:xfrm>
        </p:grpSpPr>
        <p:sp>
          <p:nvSpPr>
            <p:cNvPr id="3" name="矩形 2">
              <a:extLst>
                <a:ext uri="{FF2B5EF4-FFF2-40B4-BE49-F238E27FC236}">
                  <a16:creationId xmlns:a16="http://schemas.microsoft.com/office/drawing/2014/main" id="{8F649ECA-1BF1-40A0-146A-FEBEA1F2B94A}"/>
                </a:ext>
              </a:extLst>
            </p:cNvPr>
            <p:cNvSpPr/>
            <p:nvPr/>
          </p:nvSpPr>
          <p:spPr>
            <a:xfrm>
              <a:off x="1206662" y="1912717"/>
              <a:ext cx="1640710" cy="1640710"/>
            </a:xfrm>
            <a:prstGeom prst="rect">
              <a:avLst/>
            </a:prstGeom>
            <a:noFill/>
            <a:ln w="28575">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205F04E4-DEC3-0D76-1BE3-B59268410AC6}"/>
                </a:ext>
              </a:extLst>
            </p:cNvPr>
            <p:cNvSpPr/>
            <p:nvPr/>
          </p:nvSpPr>
          <p:spPr>
            <a:xfrm>
              <a:off x="1125639" y="1831694"/>
              <a:ext cx="1802756" cy="1802756"/>
            </a:xfrm>
            <a:prstGeom prst="rect">
              <a:avLst/>
            </a:prstGeom>
            <a:noFill/>
            <a:ln w="28575">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a:extLst>
              <a:ext uri="{FF2B5EF4-FFF2-40B4-BE49-F238E27FC236}">
                <a16:creationId xmlns:a16="http://schemas.microsoft.com/office/drawing/2014/main" id="{5CDD77BE-C335-F251-27AC-EC7DF30BF48C}"/>
              </a:ext>
            </a:extLst>
          </p:cNvPr>
          <p:cNvSpPr txBox="1"/>
          <p:nvPr/>
        </p:nvSpPr>
        <p:spPr>
          <a:xfrm>
            <a:off x="2133178" y="3217256"/>
            <a:ext cx="2502608" cy="584775"/>
          </a:xfrm>
          <a:prstGeom prst="rect">
            <a:avLst/>
          </a:prstGeom>
          <a:noFill/>
        </p:spPr>
        <p:txBody>
          <a:bodyPr wrap="none" rtlCol="0">
            <a:spAutoFit/>
          </a:bodyPr>
          <a:lstStyle/>
          <a:p>
            <a:r>
              <a:rPr lang="en-US" altLang="zh-CN" sz="3200" dirty="0">
                <a:latin typeface="思源黑体 CN Bold" panose="020B0800000000000000" pitchFamily="34" charset="-122"/>
                <a:ea typeface="思源黑体 CN Bold" panose="020B0800000000000000" pitchFamily="34" charset="-122"/>
                <a:cs typeface="Arial" panose="020B0604020202020204" pitchFamily="34" charset="0"/>
              </a:rPr>
              <a:t>Assignment</a:t>
            </a:r>
            <a:endParaRPr lang="zh-CN" altLang="en-US" sz="3200" dirty="0">
              <a:latin typeface="思源黑体 CN Bold" panose="020B0800000000000000" pitchFamily="34" charset="-122"/>
              <a:ea typeface="思源黑体 CN Bold" panose="020B0800000000000000" pitchFamily="34" charset="-122"/>
              <a:cs typeface="Arial" panose="020B0604020202020204" pitchFamily="34" charset="0"/>
            </a:endParaRPr>
          </a:p>
        </p:txBody>
      </p:sp>
      <p:sp>
        <p:nvSpPr>
          <p:cNvPr id="6" name="文本框 5">
            <a:extLst>
              <a:ext uri="{FF2B5EF4-FFF2-40B4-BE49-F238E27FC236}">
                <a16:creationId xmlns:a16="http://schemas.microsoft.com/office/drawing/2014/main" id="{337377D0-DA52-E40A-587A-0D5B89156522}"/>
              </a:ext>
            </a:extLst>
          </p:cNvPr>
          <p:cNvSpPr txBox="1"/>
          <p:nvPr/>
        </p:nvSpPr>
        <p:spPr>
          <a:xfrm>
            <a:off x="2445763" y="2163186"/>
            <a:ext cx="1877437" cy="1107996"/>
          </a:xfrm>
          <a:prstGeom prst="rect">
            <a:avLst/>
          </a:prstGeom>
          <a:noFill/>
        </p:spPr>
        <p:txBody>
          <a:bodyPr wrap="none" rtlCol="0">
            <a:spAutoFit/>
          </a:bodyPr>
          <a:lstStyle/>
          <a:p>
            <a:r>
              <a:rPr lang="zh-CN" altLang="en-US" sz="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分工</a:t>
            </a:r>
          </a:p>
        </p:txBody>
      </p:sp>
      <p:grpSp>
        <p:nvGrpSpPr>
          <p:cNvPr id="8" name="组合 7">
            <a:extLst>
              <a:ext uri="{FF2B5EF4-FFF2-40B4-BE49-F238E27FC236}">
                <a16:creationId xmlns:a16="http://schemas.microsoft.com/office/drawing/2014/main" id="{A0DA8FB1-A6A0-AD0F-2F11-BDEFEE1F01E6}"/>
              </a:ext>
            </a:extLst>
          </p:cNvPr>
          <p:cNvGrpSpPr/>
          <p:nvPr/>
        </p:nvGrpSpPr>
        <p:grpSpPr>
          <a:xfrm>
            <a:off x="5705543" y="1754363"/>
            <a:ext cx="4556057" cy="1102651"/>
            <a:chOff x="5724128" y="901470"/>
            <a:chExt cx="4556057" cy="1102651"/>
          </a:xfrm>
        </p:grpSpPr>
        <p:sp>
          <p:nvSpPr>
            <p:cNvPr id="9" name="TextBox 39">
              <a:extLst>
                <a:ext uri="{FF2B5EF4-FFF2-40B4-BE49-F238E27FC236}">
                  <a16:creationId xmlns:a16="http://schemas.microsoft.com/office/drawing/2014/main" id="{10353989-620B-97F6-FBBF-BBF47B8E3FFF}"/>
                </a:ext>
              </a:extLst>
            </p:cNvPr>
            <p:cNvSpPr txBox="1"/>
            <p:nvPr/>
          </p:nvSpPr>
          <p:spPr>
            <a:xfrm>
              <a:off x="5724128" y="901470"/>
              <a:ext cx="1069524" cy="446276"/>
            </a:xfrm>
            <a:prstGeom prst="rect">
              <a:avLst/>
            </a:prstGeom>
            <a:noFill/>
          </p:spPr>
          <p:txBody>
            <a:bodyPr wrap="none" rtlCol="0">
              <a:spAutoFit/>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陈安康</a:t>
              </a:r>
            </a:p>
          </p:txBody>
        </p:sp>
        <p:sp>
          <p:nvSpPr>
            <p:cNvPr id="10" name="TextBox 40">
              <a:extLst>
                <a:ext uri="{FF2B5EF4-FFF2-40B4-BE49-F238E27FC236}">
                  <a16:creationId xmlns:a16="http://schemas.microsoft.com/office/drawing/2014/main" id="{733C79EE-C2D8-A109-CE1F-0B8FF3ADF3FD}"/>
                </a:ext>
              </a:extLst>
            </p:cNvPr>
            <p:cNvSpPr txBox="1"/>
            <p:nvPr/>
          </p:nvSpPr>
          <p:spPr>
            <a:xfrm>
              <a:off x="5724128" y="1357790"/>
              <a:ext cx="4556057" cy="646331"/>
            </a:xfrm>
            <a:prstGeom prst="rect">
              <a:avLst/>
            </a:prstGeom>
            <a:noFill/>
          </p:spPr>
          <p:txBody>
            <a:bodyPr wrap="square" rtlCol="0">
              <a:spAutoFit/>
            </a:bodyPr>
            <a:lstStyle/>
            <a:p>
              <a:r>
                <a:rPr lang="zh-CN" altLang="en-US" dirty="0">
                  <a:latin typeface="思源黑体 CN Light" panose="020B0300000000000000" pitchFamily="34" charset="-122"/>
                  <a:ea typeface="思源黑体 CN Light" panose="020B0300000000000000" pitchFamily="34" charset="-122"/>
                  <a:cs typeface="Arial" panose="020B0604020202020204" pitchFamily="34" charset="0"/>
                </a:rPr>
                <a:t>负责整体项目框架的搭建。商家、外卖员、登入、注册功能前后端的实现。</a:t>
              </a:r>
            </a:p>
          </p:txBody>
        </p:sp>
      </p:grpSp>
      <p:grpSp>
        <p:nvGrpSpPr>
          <p:cNvPr id="12" name="组合 11">
            <a:extLst>
              <a:ext uri="{FF2B5EF4-FFF2-40B4-BE49-F238E27FC236}">
                <a16:creationId xmlns:a16="http://schemas.microsoft.com/office/drawing/2014/main" id="{D972513D-95B6-D331-1000-BF72A831E16D}"/>
              </a:ext>
            </a:extLst>
          </p:cNvPr>
          <p:cNvGrpSpPr/>
          <p:nvPr/>
        </p:nvGrpSpPr>
        <p:grpSpPr>
          <a:xfrm>
            <a:off x="5705543" y="3391867"/>
            <a:ext cx="3159839" cy="825652"/>
            <a:chOff x="5724128" y="901470"/>
            <a:chExt cx="3159839" cy="825652"/>
          </a:xfrm>
        </p:grpSpPr>
        <p:sp>
          <p:nvSpPr>
            <p:cNvPr id="13" name="TextBox 39">
              <a:extLst>
                <a:ext uri="{FF2B5EF4-FFF2-40B4-BE49-F238E27FC236}">
                  <a16:creationId xmlns:a16="http://schemas.microsoft.com/office/drawing/2014/main" id="{F4131840-24AD-047A-72F1-B318C209C9BF}"/>
                </a:ext>
              </a:extLst>
            </p:cNvPr>
            <p:cNvSpPr txBox="1"/>
            <p:nvPr/>
          </p:nvSpPr>
          <p:spPr>
            <a:xfrm>
              <a:off x="5724128" y="901470"/>
              <a:ext cx="1069524" cy="446276"/>
            </a:xfrm>
            <a:prstGeom prst="rect">
              <a:avLst/>
            </a:prstGeom>
            <a:noFill/>
          </p:spPr>
          <p:txBody>
            <a:bodyPr wrap="none" rtlCol="0">
              <a:spAutoFit/>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蔡可忻</a:t>
              </a:r>
            </a:p>
          </p:txBody>
        </p:sp>
        <p:sp>
          <p:nvSpPr>
            <p:cNvPr id="14" name="TextBox 40">
              <a:extLst>
                <a:ext uri="{FF2B5EF4-FFF2-40B4-BE49-F238E27FC236}">
                  <a16:creationId xmlns:a16="http://schemas.microsoft.com/office/drawing/2014/main" id="{4436240F-FCA8-98C8-197E-04469AA18A4D}"/>
                </a:ext>
              </a:extLst>
            </p:cNvPr>
            <p:cNvSpPr txBox="1"/>
            <p:nvPr/>
          </p:nvSpPr>
          <p:spPr>
            <a:xfrm>
              <a:off x="5724128" y="1357790"/>
              <a:ext cx="3159839" cy="369332"/>
            </a:xfrm>
            <a:prstGeom prst="rect">
              <a:avLst/>
            </a:prstGeom>
            <a:noFill/>
          </p:spPr>
          <p:txBody>
            <a:bodyPr wrap="none" rtlCol="0">
              <a:spAutoFit/>
            </a:bodyPr>
            <a:lstStyle/>
            <a:p>
              <a:r>
                <a:rPr lang="zh-CN" altLang="en-US" dirty="0">
                  <a:latin typeface="思源黑体 CN Light" panose="020B0300000000000000" pitchFamily="34" charset="-122"/>
                  <a:ea typeface="思源黑体 CN Light" panose="020B0300000000000000" pitchFamily="34" charset="-122"/>
                  <a:cs typeface="Arial" panose="020B0604020202020204" pitchFamily="34" charset="0"/>
                </a:rPr>
                <a:t>负责客户功能前后端的实现</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a:t>
              </a:r>
            </a:p>
          </p:txBody>
        </p:sp>
      </p:grpSp>
      <p:sp>
        <p:nvSpPr>
          <p:cNvPr id="23" name="矩形 22">
            <a:extLst>
              <a:ext uri="{FF2B5EF4-FFF2-40B4-BE49-F238E27FC236}">
                <a16:creationId xmlns:a16="http://schemas.microsoft.com/office/drawing/2014/main" id="{D33503E0-90D8-5050-9572-AAF162B1FEA2}"/>
              </a:ext>
            </a:extLst>
          </p:cNvPr>
          <p:cNvSpPr/>
          <p:nvPr/>
        </p:nvSpPr>
        <p:spPr>
          <a:xfrm>
            <a:off x="0" y="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8DAB0A5-2CE7-B1FF-5856-17655AEB6D33}"/>
              </a:ext>
            </a:extLst>
          </p:cNvPr>
          <p:cNvSpPr/>
          <p:nvPr/>
        </p:nvSpPr>
        <p:spPr>
          <a:xfrm>
            <a:off x="914400" y="9140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19B651A5-0877-36CB-BC9E-0FA055FF1E05}"/>
              </a:ext>
            </a:extLst>
          </p:cNvPr>
          <p:cNvSpPr/>
          <p:nvPr/>
        </p:nvSpPr>
        <p:spPr>
          <a:xfrm>
            <a:off x="3798671" y="5943201"/>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2AB4C39-EE4E-FB04-76F0-18D044571630}"/>
              </a:ext>
            </a:extLst>
          </p:cNvPr>
          <p:cNvSpPr/>
          <p:nvPr/>
        </p:nvSpPr>
        <p:spPr>
          <a:xfrm>
            <a:off x="2897048"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04488C95-99D0-66FA-8A1D-4163880F5C0B}"/>
              </a:ext>
            </a:extLst>
          </p:cNvPr>
          <p:cNvSpPr/>
          <p:nvPr/>
        </p:nvSpPr>
        <p:spPr>
          <a:xfrm>
            <a:off x="1982648" y="5943201"/>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78588E5D-B21E-BBB2-7D41-544D28014CEA}"/>
              </a:ext>
            </a:extLst>
          </p:cNvPr>
          <p:cNvSpPr/>
          <p:nvPr/>
        </p:nvSpPr>
        <p:spPr>
          <a:xfrm>
            <a:off x="141071"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58D640D3-6B09-0313-C5AA-5466C1E5A20F}"/>
              </a:ext>
            </a:extLst>
          </p:cNvPr>
          <p:cNvSpPr/>
          <p:nvPr/>
        </p:nvSpPr>
        <p:spPr>
          <a:xfrm>
            <a:off x="1068248"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D59C9A66-2C1C-D305-387B-AACA87FBDD90}"/>
              </a:ext>
            </a:extLst>
          </p:cNvPr>
          <p:cNvSpPr/>
          <p:nvPr/>
        </p:nvSpPr>
        <p:spPr>
          <a:xfrm>
            <a:off x="5620273"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CE97154-B80C-D532-802E-DDB36B4B69A5}"/>
              </a:ext>
            </a:extLst>
          </p:cNvPr>
          <p:cNvSpPr/>
          <p:nvPr/>
        </p:nvSpPr>
        <p:spPr>
          <a:xfrm>
            <a:off x="4705873"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51699B7F-B8DA-D6B6-BE93-930261EFD5D9}"/>
              </a:ext>
            </a:extLst>
          </p:cNvPr>
          <p:cNvSpPr/>
          <p:nvPr/>
        </p:nvSpPr>
        <p:spPr>
          <a:xfrm>
            <a:off x="7436296"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70D1F6C8-C731-191E-40CF-6A767D968584}"/>
              </a:ext>
            </a:extLst>
          </p:cNvPr>
          <p:cNvSpPr/>
          <p:nvPr/>
        </p:nvSpPr>
        <p:spPr>
          <a:xfrm>
            <a:off x="6534673"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70B554A-E755-1476-B5A1-AA8A3ED2FB11}"/>
              </a:ext>
            </a:extLst>
          </p:cNvPr>
          <p:cNvSpPr/>
          <p:nvPr/>
        </p:nvSpPr>
        <p:spPr>
          <a:xfrm>
            <a:off x="9265096"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17B856AC-E834-4EAC-2FFB-0045EF79DE54}"/>
              </a:ext>
            </a:extLst>
          </p:cNvPr>
          <p:cNvSpPr/>
          <p:nvPr/>
        </p:nvSpPr>
        <p:spPr>
          <a:xfrm>
            <a:off x="8363473"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2CF2DA9-03D2-D323-F54A-A9D816DE7F17}"/>
              </a:ext>
            </a:extLst>
          </p:cNvPr>
          <p:cNvSpPr/>
          <p:nvPr/>
        </p:nvSpPr>
        <p:spPr>
          <a:xfrm>
            <a:off x="11277600" y="13127"/>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073E3A75-86CE-5925-96CF-094AA1189DBA}"/>
              </a:ext>
            </a:extLst>
          </p:cNvPr>
          <p:cNvSpPr/>
          <p:nvPr/>
        </p:nvSpPr>
        <p:spPr>
          <a:xfrm>
            <a:off x="10363200" y="92664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4EBD7464-D032-454E-E975-C2C1FE3357B8}"/>
              </a:ext>
            </a:extLst>
          </p:cNvPr>
          <p:cNvSpPr/>
          <p:nvPr/>
        </p:nvSpPr>
        <p:spPr>
          <a:xfrm>
            <a:off x="11093896"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BC2CF98D-9D63-E356-AD14-C5F8F360AA7A}"/>
              </a:ext>
            </a:extLst>
          </p:cNvPr>
          <p:cNvSpPr/>
          <p:nvPr/>
        </p:nvSpPr>
        <p:spPr>
          <a:xfrm>
            <a:off x="10192273" y="5028801"/>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7861755"/>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750"/>
                                        <p:tgtEl>
                                          <p:spTgt spid="6"/>
                                        </p:tgtEl>
                                      </p:cBhvr>
                                    </p:animEffect>
                                    <p:anim calcmode="lin" valueType="num">
                                      <p:cBhvr>
                                        <p:cTn id="14" dur="750" fill="hold"/>
                                        <p:tgtEl>
                                          <p:spTgt spid="6"/>
                                        </p:tgtEl>
                                        <p:attrNameLst>
                                          <p:attrName>ppt_x</p:attrName>
                                        </p:attrNameLst>
                                      </p:cBhvr>
                                      <p:tavLst>
                                        <p:tav tm="0">
                                          <p:val>
                                            <p:strVal val="#ppt_x"/>
                                          </p:val>
                                        </p:tav>
                                        <p:tav tm="100000">
                                          <p:val>
                                            <p:strVal val="#ppt_x"/>
                                          </p:val>
                                        </p:tav>
                                      </p:tavLst>
                                    </p:anim>
                                    <p:anim calcmode="lin" valueType="num">
                                      <p:cBhvr>
                                        <p:cTn id="15" dur="750" fill="hold"/>
                                        <p:tgtEl>
                                          <p:spTgt spid="6"/>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750"/>
                                        <p:tgtEl>
                                          <p:spTgt spid="5"/>
                                        </p:tgtEl>
                                      </p:cBhvr>
                                    </p:animEffect>
                                    <p:anim calcmode="lin" valueType="num">
                                      <p:cBhvr>
                                        <p:cTn id="19" dur="750" fill="hold"/>
                                        <p:tgtEl>
                                          <p:spTgt spid="5"/>
                                        </p:tgtEl>
                                        <p:attrNameLst>
                                          <p:attrName>ppt_x</p:attrName>
                                        </p:attrNameLst>
                                      </p:cBhvr>
                                      <p:tavLst>
                                        <p:tav tm="0">
                                          <p:val>
                                            <p:strVal val="#ppt_x"/>
                                          </p:val>
                                        </p:tav>
                                        <p:tav tm="100000">
                                          <p:val>
                                            <p:strVal val="#ppt_x"/>
                                          </p:val>
                                        </p:tav>
                                      </p:tavLst>
                                    </p:anim>
                                    <p:anim calcmode="lin" valueType="num">
                                      <p:cBhvr>
                                        <p:cTn id="20"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a:extLst>
              <a:ext uri="{FF2B5EF4-FFF2-40B4-BE49-F238E27FC236}">
                <a16:creationId xmlns:a16="http://schemas.microsoft.com/office/drawing/2014/main" id="{994EBC7F-C7BC-A89D-4900-366BC01235F2}"/>
              </a:ext>
            </a:extLst>
          </p:cNvPr>
          <p:cNvSpPr/>
          <p:nvPr/>
        </p:nvSpPr>
        <p:spPr>
          <a:xfrm>
            <a:off x="9432110"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33D7AE95-8CDD-6F3C-78C1-74E610FC8FA2}"/>
              </a:ext>
            </a:extLst>
          </p:cNvPr>
          <p:cNvSpPr/>
          <p:nvPr/>
        </p:nvSpPr>
        <p:spPr>
          <a:xfrm>
            <a:off x="10367384" y="87143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82834DC3-D552-AA8D-DD61-B188B4BC21F2}"/>
              </a:ext>
            </a:extLst>
          </p:cNvPr>
          <p:cNvSpPr/>
          <p:nvPr/>
        </p:nvSpPr>
        <p:spPr>
          <a:xfrm>
            <a:off x="11269255"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7F214187-AB42-30A6-055F-2EB6F9A240BC}"/>
              </a:ext>
            </a:extLst>
          </p:cNvPr>
          <p:cNvSpPr/>
          <p:nvPr/>
        </p:nvSpPr>
        <p:spPr>
          <a:xfrm>
            <a:off x="11269254" y="1769098"/>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2D0F1FC4-914B-6796-CF13-F0859D49F802}"/>
              </a:ext>
            </a:extLst>
          </p:cNvPr>
          <p:cNvSpPr/>
          <p:nvPr/>
        </p:nvSpPr>
        <p:spPr>
          <a:xfrm>
            <a:off x="8517709" y="263862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C3F6467C-9EC4-4FF1-A198-2636F0759634}"/>
              </a:ext>
            </a:extLst>
          </p:cNvPr>
          <p:cNvGrpSpPr/>
          <p:nvPr/>
        </p:nvGrpSpPr>
        <p:grpSpPr>
          <a:xfrm>
            <a:off x="365760" y="226610"/>
            <a:ext cx="2203082" cy="461665"/>
            <a:chOff x="365760" y="242280"/>
            <a:chExt cx="2203082" cy="461665"/>
          </a:xfrm>
        </p:grpSpPr>
        <p:sp>
          <p:nvSpPr>
            <p:cNvPr id="27" name="TextBox 7">
              <a:extLst>
                <a:ext uri="{FF2B5EF4-FFF2-40B4-BE49-F238E27FC236}">
                  <a16:creationId xmlns:a16="http://schemas.microsoft.com/office/drawing/2014/main" id="{BFCD1427-FDC4-4616-8AEA-B7596EF6C138}"/>
                </a:ext>
              </a:extLst>
            </p:cNvPr>
            <p:cNvSpPr txBox="1"/>
            <p:nvPr/>
          </p:nvSpPr>
          <p:spPr>
            <a:xfrm>
              <a:off x="365760" y="242280"/>
              <a:ext cx="2203082" cy="461665"/>
            </a:xfrm>
            <a:prstGeom prst="rect">
              <a:avLst/>
            </a:prstGeom>
            <a:noFill/>
          </p:spPr>
          <p:txBody>
            <a:bodyPr wrap="square" rtlCol="0">
              <a:spAutoFit/>
            </a:bodyPr>
            <a:lstStyle/>
            <a:p>
              <a:r>
                <a:rPr lang="en-US" altLang="zh-CN" sz="2400" dirty="0">
                  <a:latin typeface="思源黑体 CN Light" panose="020B0300000000000000" pitchFamily="34" charset="-122"/>
                  <a:ea typeface="思源黑体 CN Light" panose="020B0300000000000000" pitchFamily="34" charset="-122"/>
                  <a:cs typeface="Arial" panose="020B0604020202020204" pitchFamily="34" charset="0"/>
                </a:rPr>
                <a:t>ER</a:t>
              </a:r>
              <a:r>
                <a:rPr lang="zh-CN" altLang="en-US" sz="2400" dirty="0">
                  <a:latin typeface="思源黑体 CN Light" panose="020B0300000000000000" pitchFamily="34" charset="-122"/>
                  <a:ea typeface="思源黑体 CN Light" panose="020B0300000000000000" pitchFamily="34" charset="-122"/>
                  <a:cs typeface="Arial" panose="020B0604020202020204" pitchFamily="34" charset="0"/>
                </a:rPr>
                <a:t>图展示</a:t>
              </a:r>
            </a:p>
          </p:txBody>
        </p:sp>
        <p:sp>
          <p:nvSpPr>
            <p:cNvPr id="28" name="TextBox 8">
              <a:extLst>
                <a:ext uri="{FF2B5EF4-FFF2-40B4-BE49-F238E27FC236}">
                  <a16:creationId xmlns:a16="http://schemas.microsoft.com/office/drawing/2014/main" id="{C5740942-C24C-443B-95AA-DE69841A19D3}"/>
                </a:ext>
              </a:extLst>
            </p:cNvPr>
            <p:cNvSpPr txBox="1"/>
            <p:nvPr/>
          </p:nvSpPr>
          <p:spPr>
            <a:xfrm>
              <a:off x="444056" y="464714"/>
              <a:ext cx="184731" cy="230832"/>
            </a:xfrm>
            <a:prstGeom prst="rect">
              <a:avLst/>
            </a:prstGeom>
            <a:noFill/>
          </p:spPr>
          <p:txBody>
            <a:bodyPr wrap="none" rtlCol="0">
              <a:spAutoFit/>
            </a:bodyPr>
            <a:lstStyle/>
            <a:p>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29" name="矩形 28">
            <a:extLst>
              <a:ext uri="{FF2B5EF4-FFF2-40B4-BE49-F238E27FC236}">
                <a16:creationId xmlns:a16="http://schemas.microsoft.com/office/drawing/2014/main" id="{EADA4078-5414-43F8-AEC0-A17139AD3939}"/>
              </a:ext>
            </a:extLst>
          </p:cNvPr>
          <p:cNvSpPr/>
          <p:nvPr/>
        </p:nvSpPr>
        <p:spPr>
          <a:xfrm>
            <a:off x="243840" y="244988"/>
            <a:ext cx="121920" cy="436628"/>
          </a:xfrm>
          <a:prstGeom prst="rect">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D7EA437-62D8-47FF-BB4B-ED6725ACDAA5}"/>
              </a:ext>
            </a:extLst>
          </p:cNvPr>
          <p:cNvSpPr/>
          <p:nvPr/>
        </p:nvSpPr>
        <p:spPr>
          <a:xfrm>
            <a:off x="11277600"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83F6D187-E09D-26D7-7744-ED14A810BAEE}"/>
              </a:ext>
            </a:extLst>
          </p:cNvPr>
          <p:cNvPicPr>
            <a:picLocks noChangeAspect="1"/>
          </p:cNvPicPr>
          <p:nvPr/>
        </p:nvPicPr>
        <p:blipFill>
          <a:blip r:embed="rId4"/>
          <a:stretch>
            <a:fillRect/>
          </a:stretch>
        </p:blipFill>
        <p:spPr>
          <a:xfrm>
            <a:off x="1665107" y="1196211"/>
            <a:ext cx="8451384" cy="4083453"/>
          </a:xfrm>
          <a:prstGeom prst="rect">
            <a:avLst/>
          </a:prstGeom>
          <a:effectLst>
            <a:outerShdw blurRad="50800" dist="38100" dir="5400000" algn="t" rotWithShape="0">
              <a:prstClr val="black">
                <a:alpha val="40000"/>
              </a:prstClr>
            </a:outerShdw>
          </a:effectLst>
        </p:spPr>
      </p:pic>
      <p:grpSp>
        <p:nvGrpSpPr>
          <p:cNvPr id="33" name="iŝļíḑè">
            <a:extLst>
              <a:ext uri="{FF2B5EF4-FFF2-40B4-BE49-F238E27FC236}">
                <a16:creationId xmlns:a16="http://schemas.microsoft.com/office/drawing/2014/main" id="{AF6E0D6F-0A7A-90AC-4CE7-066F41246EA3}"/>
              </a:ext>
            </a:extLst>
          </p:cNvPr>
          <p:cNvGrpSpPr/>
          <p:nvPr/>
        </p:nvGrpSpPr>
        <p:grpSpPr>
          <a:xfrm>
            <a:off x="337132" y="706652"/>
            <a:ext cx="1287185" cy="4573011"/>
            <a:chOff x="5227208" y="612555"/>
            <a:chExt cx="1649781" cy="5631482"/>
          </a:xfrm>
        </p:grpSpPr>
        <p:sp>
          <p:nvSpPr>
            <p:cNvPr id="38" name="iş1íḑé">
              <a:extLst>
                <a:ext uri="{FF2B5EF4-FFF2-40B4-BE49-F238E27FC236}">
                  <a16:creationId xmlns:a16="http://schemas.microsoft.com/office/drawing/2014/main" id="{1995E3E4-170D-E4D0-851E-42F64C890BB5}"/>
                </a:ext>
              </a:extLst>
            </p:cNvPr>
            <p:cNvSpPr>
              <a:spLocks/>
            </p:cNvSpPr>
            <p:nvPr/>
          </p:nvSpPr>
          <p:spPr bwMode="auto">
            <a:xfrm>
              <a:off x="5579775" y="4483121"/>
              <a:ext cx="1232066" cy="1760916"/>
            </a:xfrm>
            <a:custGeom>
              <a:avLst/>
              <a:gdLst>
                <a:gd name="T0" fmla="*/ 103 w 270"/>
                <a:gd name="T1" fmla="*/ 388 h 388"/>
                <a:gd name="T2" fmla="*/ 0 w 270"/>
                <a:gd name="T3" fmla="*/ 267 h 388"/>
                <a:gd name="T4" fmla="*/ 243 w 270"/>
                <a:gd name="T5" fmla="*/ 0 h 388"/>
                <a:gd name="T6" fmla="*/ 260 w 270"/>
                <a:gd name="T7" fmla="*/ 109 h 388"/>
                <a:gd name="T8" fmla="*/ 269 w 270"/>
                <a:gd name="T9" fmla="*/ 178 h 388"/>
                <a:gd name="T10" fmla="*/ 264 w 270"/>
                <a:gd name="T11" fmla="*/ 200 h 388"/>
                <a:gd name="T12" fmla="*/ 108 w 270"/>
                <a:gd name="T13" fmla="*/ 384 h 388"/>
                <a:gd name="T14" fmla="*/ 103 w 270"/>
                <a:gd name="T15" fmla="*/ 388 h 3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0" h="388">
                  <a:moveTo>
                    <a:pt x="103" y="388"/>
                  </a:moveTo>
                  <a:cubicBezTo>
                    <a:pt x="69" y="347"/>
                    <a:pt x="35" y="308"/>
                    <a:pt x="0" y="267"/>
                  </a:cubicBezTo>
                  <a:cubicBezTo>
                    <a:pt x="81" y="179"/>
                    <a:pt x="160" y="91"/>
                    <a:pt x="243" y="0"/>
                  </a:cubicBezTo>
                  <a:cubicBezTo>
                    <a:pt x="249" y="39"/>
                    <a:pt x="255" y="74"/>
                    <a:pt x="260" y="109"/>
                  </a:cubicBezTo>
                  <a:cubicBezTo>
                    <a:pt x="263" y="132"/>
                    <a:pt x="267" y="155"/>
                    <a:pt x="269" y="178"/>
                  </a:cubicBezTo>
                  <a:cubicBezTo>
                    <a:pt x="270" y="185"/>
                    <a:pt x="268" y="195"/>
                    <a:pt x="264" y="200"/>
                  </a:cubicBezTo>
                  <a:cubicBezTo>
                    <a:pt x="212" y="262"/>
                    <a:pt x="160" y="323"/>
                    <a:pt x="108" y="384"/>
                  </a:cubicBezTo>
                  <a:cubicBezTo>
                    <a:pt x="107" y="385"/>
                    <a:pt x="106" y="386"/>
                    <a:pt x="103" y="388"/>
                  </a:cubicBezTo>
                  <a:close/>
                </a:path>
              </a:pathLst>
            </a:custGeom>
            <a:solidFill>
              <a:srgbClr val="04EEE8"/>
            </a:solidFill>
            <a:ln w="9525">
              <a:noFill/>
              <a:round/>
              <a:headEnd/>
              <a:tailEnd/>
            </a:ln>
          </p:spPr>
          <p:txBody>
            <a:bodyPr anchor="ctr"/>
            <a:lstStyle/>
            <a:p>
              <a:pPr algn="ctr"/>
              <a:endParaRPr/>
            </a:p>
          </p:txBody>
        </p:sp>
        <p:sp>
          <p:nvSpPr>
            <p:cNvPr id="39" name="ïṩľiḋè">
              <a:extLst>
                <a:ext uri="{FF2B5EF4-FFF2-40B4-BE49-F238E27FC236}">
                  <a16:creationId xmlns:a16="http://schemas.microsoft.com/office/drawing/2014/main" id="{AB1ED54F-9178-1686-EF2D-6FAA5A2E726B}"/>
                </a:ext>
              </a:extLst>
            </p:cNvPr>
            <p:cNvSpPr>
              <a:spLocks/>
            </p:cNvSpPr>
            <p:nvPr/>
          </p:nvSpPr>
          <p:spPr bwMode="auto">
            <a:xfrm>
              <a:off x="5227208" y="612555"/>
              <a:ext cx="1649781" cy="1628703"/>
            </a:xfrm>
            <a:custGeom>
              <a:avLst/>
              <a:gdLst>
                <a:gd name="T0" fmla="*/ 114 w 361"/>
                <a:gd name="T1" fmla="*/ 359 h 359"/>
                <a:gd name="T2" fmla="*/ 129 w 361"/>
                <a:gd name="T3" fmla="*/ 254 h 359"/>
                <a:gd name="T4" fmla="*/ 118 w 361"/>
                <a:gd name="T5" fmla="*/ 225 h 359"/>
                <a:gd name="T6" fmla="*/ 28 w 361"/>
                <a:gd name="T7" fmla="*/ 130 h 359"/>
                <a:gd name="T8" fmla="*/ 43 w 361"/>
                <a:gd name="T9" fmla="*/ 55 h 359"/>
                <a:gd name="T10" fmla="*/ 318 w 361"/>
                <a:gd name="T11" fmla="*/ 53 h 359"/>
                <a:gd name="T12" fmla="*/ 325 w 361"/>
                <a:gd name="T13" fmla="*/ 58 h 359"/>
                <a:gd name="T14" fmla="*/ 337 w 361"/>
                <a:gd name="T15" fmla="*/ 125 h 359"/>
                <a:gd name="T16" fmla="*/ 244 w 361"/>
                <a:gd name="T17" fmla="*/ 226 h 359"/>
                <a:gd name="T18" fmla="*/ 232 w 361"/>
                <a:gd name="T19" fmla="*/ 249 h 359"/>
                <a:gd name="T20" fmla="*/ 226 w 361"/>
                <a:gd name="T21" fmla="*/ 260 h 359"/>
                <a:gd name="T22" fmla="*/ 120 w 361"/>
                <a:gd name="T23" fmla="*/ 357 h 359"/>
                <a:gd name="T24" fmla="*/ 114 w 361"/>
                <a:gd name="T25" fmla="*/ 359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1" h="359">
                  <a:moveTo>
                    <a:pt x="114" y="359"/>
                  </a:moveTo>
                  <a:cubicBezTo>
                    <a:pt x="119" y="324"/>
                    <a:pt x="124" y="289"/>
                    <a:pt x="129" y="254"/>
                  </a:cubicBezTo>
                  <a:cubicBezTo>
                    <a:pt x="131" y="242"/>
                    <a:pt x="128" y="234"/>
                    <a:pt x="118" y="225"/>
                  </a:cubicBezTo>
                  <a:cubicBezTo>
                    <a:pt x="87" y="195"/>
                    <a:pt x="55" y="164"/>
                    <a:pt x="28" y="130"/>
                  </a:cubicBezTo>
                  <a:cubicBezTo>
                    <a:pt x="0" y="96"/>
                    <a:pt x="5" y="78"/>
                    <a:pt x="43" y="55"/>
                  </a:cubicBezTo>
                  <a:cubicBezTo>
                    <a:pt x="134" y="0"/>
                    <a:pt x="226" y="0"/>
                    <a:pt x="318" y="53"/>
                  </a:cubicBezTo>
                  <a:cubicBezTo>
                    <a:pt x="320" y="55"/>
                    <a:pt x="323" y="56"/>
                    <a:pt x="325" y="58"/>
                  </a:cubicBezTo>
                  <a:cubicBezTo>
                    <a:pt x="356" y="81"/>
                    <a:pt x="361" y="96"/>
                    <a:pt x="337" y="125"/>
                  </a:cubicBezTo>
                  <a:cubicBezTo>
                    <a:pt x="308" y="161"/>
                    <a:pt x="275" y="192"/>
                    <a:pt x="244" y="226"/>
                  </a:cubicBezTo>
                  <a:cubicBezTo>
                    <a:pt x="238" y="232"/>
                    <a:pt x="236" y="241"/>
                    <a:pt x="232" y="249"/>
                  </a:cubicBezTo>
                  <a:cubicBezTo>
                    <a:pt x="230" y="253"/>
                    <a:pt x="229" y="258"/>
                    <a:pt x="226" y="260"/>
                  </a:cubicBezTo>
                  <a:cubicBezTo>
                    <a:pt x="191" y="293"/>
                    <a:pt x="156" y="325"/>
                    <a:pt x="120" y="357"/>
                  </a:cubicBezTo>
                  <a:cubicBezTo>
                    <a:pt x="119" y="358"/>
                    <a:pt x="117" y="359"/>
                    <a:pt x="114" y="359"/>
                  </a:cubicBezTo>
                  <a:close/>
                </a:path>
              </a:pathLst>
            </a:custGeom>
            <a:solidFill>
              <a:srgbClr val="0F74E3"/>
            </a:solidFill>
            <a:ln w="9525">
              <a:noFill/>
              <a:round/>
              <a:headEnd/>
              <a:tailEnd/>
            </a:ln>
          </p:spPr>
          <p:txBody>
            <a:bodyPr anchor="ctr"/>
            <a:lstStyle/>
            <a:p>
              <a:pPr algn="ctr"/>
              <a:endParaRPr dirty="0"/>
            </a:p>
          </p:txBody>
        </p:sp>
        <p:sp>
          <p:nvSpPr>
            <p:cNvPr id="40" name="iśļídé">
              <a:extLst>
                <a:ext uri="{FF2B5EF4-FFF2-40B4-BE49-F238E27FC236}">
                  <a16:creationId xmlns:a16="http://schemas.microsoft.com/office/drawing/2014/main" id="{6B9013D8-A4F6-D430-464A-E9C47CA58AEE}"/>
                </a:ext>
              </a:extLst>
            </p:cNvPr>
            <p:cNvSpPr>
              <a:spLocks/>
            </p:cNvSpPr>
            <p:nvPr/>
          </p:nvSpPr>
          <p:spPr bwMode="auto">
            <a:xfrm>
              <a:off x="5300021" y="3686014"/>
              <a:ext cx="1402601" cy="1732174"/>
            </a:xfrm>
            <a:custGeom>
              <a:avLst/>
              <a:gdLst>
                <a:gd name="T0" fmla="*/ 4 w 307"/>
                <a:gd name="T1" fmla="*/ 382 h 382"/>
                <a:gd name="T2" fmla="*/ 1 w 307"/>
                <a:gd name="T3" fmla="*/ 350 h 382"/>
                <a:gd name="T4" fmla="*/ 6 w 307"/>
                <a:gd name="T5" fmla="*/ 310 h 382"/>
                <a:gd name="T6" fmla="*/ 15 w 307"/>
                <a:gd name="T7" fmla="*/ 287 h 382"/>
                <a:gd name="T8" fmla="*/ 268 w 307"/>
                <a:gd name="T9" fmla="*/ 10 h 382"/>
                <a:gd name="T10" fmla="*/ 278 w 307"/>
                <a:gd name="T11" fmla="*/ 0 h 382"/>
                <a:gd name="T12" fmla="*/ 289 w 307"/>
                <a:gd name="T13" fmla="*/ 66 h 382"/>
                <a:gd name="T14" fmla="*/ 289 w 307"/>
                <a:gd name="T15" fmla="*/ 72 h 382"/>
                <a:gd name="T16" fmla="*/ 255 w 307"/>
                <a:gd name="T17" fmla="*/ 162 h 382"/>
                <a:gd name="T18" fmla="*/ 24 w 307"/>
                <a:gd name="T19" fmla="*/ 371 h 382"/>
                <a:gd name="T20" fmla="*/ 12 w 307"/>
                <a:gd name="T21" fmla="*/ 382 h 382"/>
                <a:gd name="T22" fmla="*/ 4 w 307"/>
                <a:gd name="T23" fmla="*/ 38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 h="382">
                  <a:moveTo>
                    <a:pt x="4" y="382"/>
                  </a:moveTo>
                  <a:cubicBezTo>
                    <a:pt x="3" y="371"/>
                    <a:pt x="0" y="360"/>
                    <a:pt x="1" y="350"/>
                  </a:cubicBezTo>
                  <a:cubicBezTo>
                    <a:pt x="1" y="337"/>
                    <a:pt x="3" y="323"/>
                    <a:pt x="6" y="310"/>
                  </a:cubicBezTo>
                  <a:cubicBezTo>
                    <a:pt x="7" y="302"/>
                    <a:pt x="10" y="293"/>
                    <a:pt x="15" y="287"/>
                  </a:cubicBezTo>
                  <a:cubicBezTo>
                    <a:pt x="99" y="195"/>
                    <a:pt x="184" y="102"/>
                    <a:pt x="268" y="10"/>
                  </a:cubicBezTo>
                  <a:cubicBezTo>
                    <a:pt x="270" y="7"/>
                    <a:pt x="273" y="5"/>
                    <a:pt x="278" y="0"/>
                  </a:cubicBezTo>
                  <a:cubicBezTo>
                    <a:pt x="282" y="24"/>
                    <a:pt x="285" y="45"/>
                    <a:pt x="289" y="66"/>
                  </a:cubicBezTo>
                  <a:cubicBezTo>
                    <a:pt x="289" y="68"/>
                    <a:pt x="288" y="71"/>
                    <a:pt x="289" y="72"/>
                  </a:cubicBezTo>
                  <a:cubicBezTo>
                    <a:pt x="307" y="114"/>
                    <a:pt x="283" y="137"/>
                    <a:pt x="255" y="162"/>
                  </a:cubicBezTo>
                  <a:cubicBezTo>
                    <a:pt x="177" y="231"/>
                    <a:pt x="101" y="301"/>
                    <a:pt x="24" y="371"/>
                  </a:cubicBezTo>
                  <a:cubicBezTo>
                    <a:pt x="20" y="375"/>
                    <a:pt x="16" y="378"/>
                    <a:pt x="12" y="382"/>
                  </a:cubicBezTo>
                  <a:cubicBezTo>
                    <a:pt x="9" y="382"/>
                    <a:pt x="7" y="382"/>
                    <a:pt x="4" y="382"/>
                  </a:cubicBezTo>
                  <a:close/>
                </a:path>
              </a:pathLst>
            </a:custGeom>
            <a:solidFill>
              <a:srgbClr val="0F74E3"/>
            </a:solidFill>
            <a:ln w="9525">
              <a:noFill/>
              <a:round/>
              <a:headEnd/>
              <a:tailEnd/>
            </a:ln>
          </p:spPr>
          <p:txBody>
            <a:bodyPr anchor="ctr"/>
            <a:lstStyle/>
            <a:p>
              <a:pPr algn="ctr"/>
              <a:endParaRPr/>
            </a:p>
          </p:txBody>
        </p:sp>
        <p:sp>
          <p:nvSpPr>
            <p:cNvPr id="41" name="îŝḷîḑé">
              <a:extLst>
                <a:ext uri="{FF2B5EF4-FFF2-40B4-BE49-F238E27FC236}">
                  <a16:creationId xmlns:a16="http://schemas.microsoft.com/office/drawing/2014/main" id="{A92BA1C7-EDDC-5BC8-89E8-A4235D99FF74}"/>
                </a:ext>
              </a:extLst>
            </p:cNvPr>
            <p:cNvSpPr>
              <a:spLocks/>
            </p:cNvSpPr>
            <p:nvPr/>
          </p:nvSpPr>
          <p:spPr bwMode="auto">
            <a:xfrm>
              <a:off x="5428402" y="2881243"/>
              <a:ext cx="1099853" cy="1521401"/>
            </a:xfrm>
            <a:custGeom>
              <a:avLst/>
              <a:gdLst>
                <a:gd name="T0" fmla="*/ 225 w 241"/>
                <a:gd name="T1" fmla="*/ 0 h 335"/>
                <a:gd name="T2" fmla="*/ 240 w 241"/>
                <a:gd name="T3" fmla="*/ 107 h 335"/>
                <a:gd name="T4" fmla="*/ 233 w 241"/>
                <a:gd name="T5" fmla="*/ 126 h 335"/>
                <a:gd name="T6" fmla="*/ 7 w 241"/>
                <a:gd name="T7" fmla="*/ 332 h 335"/>
                <a:gd name="T8" fmla="*/ 0 w 241"/>
                <a:gd name="T9" fmla="*/ 335 h 335"/>
                <a:gd name="T10" fmla="*/ 16 w 241"/>
                <a:gd name="T11" fmla="*/ 232 h 335"/>
                <a:gd name="T12" fmla="*/ 23 w 241"/>
                <a:gd name="T13" fmla="*/ 220 h 335"/>
                <a:gd name="T14" fmla="*/ 217 w 241"/>
                <a:gd name="T15" fmla="*/ 6 h 335"/>
                <a:gd name="T16" fmla="*/ 225 w 241"/>
                <a:gd name="T17" fmla="*/ 0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335">
                  <a:moveTo>
                    <a:pt x="225" y="0"/>
                  </a:moveTo>
                  <a:cubicBezTo>
                    <a:pt x="230" y="37"/>
                    <a:pt x="236" y="72"/>
                    <a:pt x="240" y="107"/>
                  </a:cubicBezTo>
                  <a:cubicBezTo>
                    <a:pt x="241" y="113"/>
                    <a:pt x="238" y="122"/>
                    <a:pt x="233" y="126"/>
                  </a:cubicBezTo>
                  <a:cubicBezTo>
                    <a:pt x="158" y="195"/>
                    <a:pt x="83" y="263"/>
                    <a:pt x="7" y="332"/>
                  </a:cubicBezTo>
                  <a:cubicBezTo>
                    <a:pt x="6" y="333"/>
                    <a:pt x="4" y="333"/>
                    <a:pt x="0" y="335"/>
                  </a:cubicBezTo>
                  <a:cubicBezTo>
                    <a:pt x="5" y="299"/>
                    <a:pt x="10" y="266"/>
                    <a:pt x="16" y="232"/>
                  </a:cubicBezTo>
                  <a:cubicBezTo>
                    <a:pt x="16" y="227"/>
                    <a:pt x="20" y="223"/>
                    <a:pt x="23" y="220"/>
                  </a:cubicBezTo>
                  <a:cubicBezTo>
                    <a:pt x="87" y="148"/>
                    <a:pt x="152" y="77"/>
                    <a:pt x="217" y="6"/>
                  </a:cubicBezTo>
                  <a:cubicBezTo>
                    <a:pt x="219" y="4"/>
                    <a:pt x="220" y="3"/>
                    <a:pt x="225" y="0"/>
                  </a:cubicBezTo>
                  <a:close/>
                </a:path>
              </a:pathLst>
            </a:custGeom>
            <a:solidFill>
              <a:srgbClr val="04EEE8"/>
            </a:solidFill>
            <a:ln w="9525">
              <a:noFill/>
              <a:round/>
              <a:headEnd/>
              <a:tailEnd/>
            </a:ln>
          </p:spPr>
          <p:txBody>
            <a:bodyPr anchor="ctr"/>
            <a:lstStyle/>
            <a:p>
              <a:pPr algn="ctr"/>
              <a:endParaRPr/>
            </a:p>
          </p:txBody>
        </p:sp>
        <p:sp>
          <p:nvSpPr>
            <p:cNvPr id="42" name="íṣḷïdé">
              <a:extLst>
                <a:ext uri="{FF2B5EF4-FFF2-40B4-BE49-F238E27FC236}">
                  <a16:creationId xmlns:a16="http://schemas.microsoft.com/office/drawing/2014/main" id="{33F12C0A-1A85-6547-B3DD-C42CD96DDAE0}"/>
                </a:ext>
              </a:extLst>
            </p:cNvPr>
            <p:cNvSpPr>
              <a:spLocks/>
            </p:cNvSpPr>
            <p:nvPr/>
          </p:nvSpPr>
          <p:spPr bwMode="auto">
            <a:xfrm>
              <a:off x="5593188" y="2084136"/>
              <a:ext cx="812435" cy="1233982"/>
            </a:xfrm>
            <a:custGeom>
              <a:avLst/>
              <a:gdLst>
                <a:gd name="T0" fmla="*/ 0 w 178"/>
                <a:gd name="T1" fmla="*/ 270 h 272"/>
                <a:gd name="T2" fmla="*/ 16 w 178"/>
                <a:gd name="T3" fmla="*/ 162 h 272"/>
                <a:gd name="T4" fmla="*/ 24 w 178"/>
                <a:gd name="T5" fmla="*/ 149 h 272"/>
                <a:gd name="T6" fmla="*/ 156 w 178"/>
                <a:gd name="T7" fmla="*/ 4 h 272"/>
                <a:gd name="T8" fmla="*/ 163 w 178"/>
                <a:gd name="T9" fmla="*/ 0 h 272"/>
                <a:gd name="T10" fmla="*/ 178 w 178"/>
                <a:gd name="T11" fmla="*/ 107 h 272"/>
                <a:gd name="T12" fmla="*/ 173 w 178"/>
                <a:gd name="T13" fmla="*/ 118 h 272"/>
                <a:gd name="T14" fmla="*/ 5 w 178"/>
                <a:gd name="T15" fmla="*/ 272 h 272"/>
                <a:gd name="T16" fmla="*/ 0 w 178"/>
                <a:gd name="T17" fmla="*/ 27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72">
                  <a:moveTo>
                    <a:pt x="0" y="270"/>
                  </a:moveTo>
                  <a:cubicBezTo>
                    <a:pt x="5" y="234"/>
                    <a:pt x="10" y="198"/>
                    <a:pt x="16" y="162"/>
                  </a:cubicBezTo>
                  <a:cubicBezTo>
                    <a:pt x="16" y="158"/>
                    <a:pt x="20" y="153"/>
                    <a:pt x="24" y="149"/>
                  </a:cubicBezTo>
                  <a:cubicBezTo>
                    <a:pt x="68" y="101"/>
                    <a:pt x="112" y="53"/>
                    <a:pt x="156" y="4"/>
                  </a:cubicBezTo>
                  <a:cubicBezTo>
                    <a:pt x="157" y="3"/>
                    <a:pt x="159" y="2"/>
                    <a:pt x="163" y="0"/>
                  </a:cubicBezTo>
                  <a:cubicBezTo>
                    <a:pt x="168" y="36"/>
                    <a:pt x="173" y="71"/>
                    <a:pt x="178" y="107"/>
                  </a:cubicBezTo>
                  <a:cubicBezTo>
                    <a:pt x="178" y="110"/>
                    <a:pt x="176" y="116"/>
                    <a:pt x="173" y="118"/>
                  </a:cubicBezTo>
                  <a:cubicBezTo>
                    <a:pt x="117" y="170"/>
                    <a:pt x="61" y="221"/>
                    <a:pt x="5" y="272"/>
                  </a:cubicBezTo>
                  <a:cubicBezTo>
                    <a:pt x="3" y="271"/>
                    <a:pt x="1" y="271"/>
                    <a:pt x="0" y="270"/>
                  </a:cubicBezTo>
                  <a:close/>
                </a:path>
              </a:pathLst>
            </a:custGeom>
            <a:solidFill>
              <a:srgbClr val="0F74E3"/>
            </a:solidFill>
            <a:ln w="9525">
              <a:noFill/>
              <a:round/>
              <a:headEnd/>
              <a:tailEnd/>
            </a:ln>
          </p:spPr>
          <p:txBody>
            <a:bodyPr anchor="ctr"/>
            <a:lstStyle/>
            <a:p>
              <a:pPr algn="ctr"/>
              <a:endParaRPr/>
            </a:p>
          </p:txBody>
        </p:sp>
      </p:grpSp>
      <p:sp>
        <p:nvSpPr>
          <p:cNvPr id="65" name="矩形 64">
            <a:extLst>
              <a:ext uri="{FF2B5EF4-FFF2-40B4-BE49-F238E27FC236}">
                <a16:creationId xmlns:a16="http://schemas.microsoft.com/office/drawing/2014/main" id="{82725C3B-1A26-C619-A2BD-6E41DE82120F}"/>
              </a:ext>
            </a:extLst>
          </p:cNvPr>
          <p:cNvSpPr/>
          <p:nvPr/>
        </p:nvSpPr>
        <p:spPr>
          <a:xfrm>
            <a:off x="-13144" y="59436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a:extLst>
              <a:ext uri="{FF2B5EF4-FFF2-40B4-BE49-F238E27FC236}">
                <a16:creationId xmlns:a16="http://schemas.microsoft.com/office/drawing/2014/main" id="{CA99C71D-E250-A912-9839-CC774327C339}"/>
              </a:ext>
            </a:extLst>
          </p:cNvPr>
          <p:cNvGrpSpPr/>
          <p:nvPr/>
        </p:nvGrpSpPr>
        <p:grpSpPr>
          <a:xfrm>
            <a:off x="1548773" y="1005931"/>
            <a:ext cx="8573121" cy="84185"/>
            <a:chOff x="1657999" y="1006399"/>
            <a:chExt cx="8573121" cy="84185"/>
          </a:xfrm>
        </p:grpSpPr>
        <p:cxnSp>
          <p:nvCxnSpPr>
            <p:cNvPr id="68" name="直接连接符 67">
              <a:extLst>
                <a:ext uri="{FF2B5EF4-FFF2-40B4-BE49-F238E27FC236}">
                  <a16:creationId xmlns:a16="http://schemas.microsoft.com/office/drawing/2014/main" id="{81A24BE2-E7C7-C2C1-FD46-8C66619C7F18}"/>
                </a:ext>
              </a:extLst>
            </p:cNvPr>
            <p:cNvCxnSpPr>
              <a:cxnSpLocks/>
            </p:cNvCxnSpPr>
            <p:nvPr/>
          </p:nvCxnSpPr>
          <p:spPr>
            <a:xfrm>
              <a:off x="1657999" y="1054928"/>
              <a:ext cx="8573121" cy="0"/>
            </a:xfrm>
            <a:prstGeom prst="line">
              <a:avLst/>
            </a:prstGeom>
            <a:ln w="76200">
              <a:solidFill>
                <a:srgbClr val="0F74E3"/>
              </a:solidFill>
            </a:ln>
          </p:spPr>
          <p:style>
            <a:lnRef idx="1">
              <a:schemeClr val="accent1"/>
            </a:lnRef>
            <a:fillRef idx="0">
              <a:schemeClr val="accent1"/>
            </a:fillRef>
            <a:effectRef idx="0">
              <a:schemeClr val="accent1"/>
            </a:effectRef>
            <a:fontRef idx="minor">
              <a:schemeClr val="tx1"/>
            </a:fontRef>
          </p:style>
        </p:cxnSp>
        <p:sp>
          <p:nvSpPr>
            <p:cNvPr id="73" name="平行四边形 72">
              <a:extLst>
                <a:ext uri="{FF2B5EF4-FFF2-40B4-BE49-F238E27FC236}">
                  <a16:creationId xmlns:a16="http://schemas.microsoft.com/office/drawing/2014/main" id="{C5374897-CCAE-33D7-D617-D581654B589D}"/>
                </a:ext>
              </a:extLst>
            </p:cNvPr>
            <p:cNvSpPr/>
            <p:nvPr/>
          </p:nvSpPr>
          <p:spPr>
            <a:xfrm>
              <a:off x="1884641" y="1013517"/>
              <a:ext cx="1163359" cy="77067"/>
            </a:xfrm>
            <a:prstGeom prst="parallelogram">
              <a:avLst/>
            </a:prstGeom>
            <a:solidFill>
              <a:srgbClr val="04E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平行四边形 74">
              <a:extLst>
                <a:ext uri="{FF2B5EF4-FFF2-40B4-BE49-F238E27FC236}">
                  <a16:creationId xmlns:a16="http://schemas.microsoft.com/office/drawing/2014/main" id="{C99C8290-CF5B-397A-C82A-8C7041C69254}"/>
                </a:ext>
              </a:extLst>
            </p:cNvPr>
            <p:cNvSpPr/>
            <p:nvPr/>
          </p:nvSpPr>
          <p:spPr>
            <a:xfrm>
              <a:off x="3873935" y="1013517"/>
              <a:ext cx="1163359" cy="77067"/>
            </a:xfrm>
            <a:prstGeom prst="parallelogram">
              <a:avLst/>
            </a:prstGeom>
            <a:solidFill>
              <a:srgbClr val="04E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平行四边形 75">
              <a:extLst>
                <a:ext uri="{FF2B5EF4-FFF2-40B4-BE49-F238E27FC236}">
                  <a16:creationId xmlns:a16="http://schemas.microsoft.com/office/drawing/2014/main" id="{A95BEFE8-3D3F-9099-54DD-23A67F779301}"/>
                </a:ext>
              </a:extLst>
            </p:cNvPr>
            <p:cNvSpPr/>
            <p:nvPr/>
          </p:nvSpPr>
          <p:spPr>
            <a:xfrm>
              <a:off x="5908134" y="1013515"/>
              <a:ext cx="1163359" cy="77067"/>
            </a:xfrm>
            <a:prstGeom prst="parallelogram">
              <a:avLst/>
            </a:prstGeom>
            <a:solidFill>
              <a:srgbClr val="04E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平行四边形 76">
              <a:extLst>
                <a:ext uri="{FF2B5EF4-FFF2-40B4-BE49-F238E27FC236}">
                  <a16:creationId xmlns:a16="http://schemas.microsoft.com/office/drawing/2014/main" id="{0988E572-217B-5D26-D030-6FE791ACFBDE}"/>
                </a:ext>
              </a:extLst>
            </p:cNvPr>
            <p:cNvSpPr/>
            <p:nvPr/>
          </p:nvSpPr>
          <p:spPr>
            <a:xfrm>
              <a:off x="7942333" y="1006399"/>
              <a:ext cx="1163359" cy="77067"/>
            </a:xfrm>
            <a:prstGeom prst="parallelogram">
              <a:avLst/>
            </a:prstGeom>
            <a:solidFill>
              <a:srgbClr val="04E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9" name="矩形 78">
            <a:extLst>
              <a:ext uri="{FF2B5EF4-FFF2-40B4-BE49-F238E27FC236}">
                <a16:creationId xmlns:a16="http://schemas.microsoft.com/office/drawing/2014/main" id="{F3133F5A-6B18-374E-AC10-E1FC72795231}"/>
              </a:ext>
            </a:extLst>
          </p:cNvPr>
          <p:cNvSpPr/>
          <p:nvPr/>
        </p:nvSpPr>
        <p:spPr>
          <a:xfrm>
            <a:off x="10363200" y="502309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3B46C913-E9E8-F1EC-1707-B880DB472B9E}"/>
              </a:ext>
            </a:extLst>
          </p:cNvPr>
          <p:cNvSpPr/>
          <p:nvPr/>
        </p:nvSpPr>
        <p:spPr>
          <a:xfrm>
            <a:off x="11290744" y="5937498"/>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18">
            <a:extLst>
              <a:ext uri="{FF2B5EF4-FFF2-40B4-BE49-F238E27FC236}">
                <a16:creationId xmlns:a16="http://schemas.microsoft.com/office/drawing/2014/main" id="{CE9276E3-3B51-12FC-63D9-7F53DEAA57F0}"/>
              </a:ext>
            </a:extLst>
          </p:cNvPr>
          <p:cNvSpPr/>
          <p:nvPr/>
        </p:nvSpPr>
        <p:spPr>
          <a:xfrm>
            <a:off x="1949070" y="5469931"/>
            <a:ext cx="8293860" cy="124918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solidFill>
                  <a:srgbClr val="0070C0"/>
                </a:solidFill>
                <a:latin typeface="思源黑体 CN Light" panose="020B0300000000000000" pitchFamily="34" charset="-122"/>
                <a:ea typeface="思源黑体 CN Light" panose="020B0300000000000000" pitchFamily="34" charset="-122"/>
                <a:cs typeface="Arial" panose="020B0604020202020204" pitchFamily="34" charset="0"/>
              </a:rPr>
              <a:t>对于订单与物流员的关系，按照理论应当将派发的三个属性以及物流员的</a:t>
            </a:r>
            <a:r>
              <a:rPr lang="en-US" altLang="zh-CN" sz="1600" dirty="0">
                <a:solidFill>
                  <a:srgbClr val="0070C0"/>
                </a:solidFill>
                <a:latin typeface="思源黑体 CN Light" panose="020B0300000000000000" pitchFamily="34" charset="-122"/>
                <a:ea typeface="思源黑体 CN Light" panose="020B0300000000000000" pitchFamily="34" charset="-122"/>
                <a:cs typeface="Arial" panose="020B0604020202020204" pitchFamily="34" charset="0"/>
              </a:rPr>
              <a:t>ID</a:t>
            </a:r>
            <a:r>
              <a:rPr lang="zh-CN" altLang="en-US" sz="1600" dirty="0">
                <a:solidFill>
                  <a:srgbClr val="0070C0"/>
                </a:solidFill>
                <a:latin typeface="思源黑体 CN Light" panose="020B0300000000000000" pitchFamily="34" charset="-122"/>
                <a:ea typeface="思源黑体 CN Light" panose="020B0300000000000000" pitchFamily="34" charset="-122"/>
                <a:cs typeface="Arial" panose="020B0604020202020204" pitchFamily="34" charset="0"/>
              </a:rPr>
              <a:t>全部赋给订单，但这样就会出现订单表过于庞大的问题。并且考虑到现实生活中，物流公司和购物平台属于合作关系，则物流公司本身应当具有数据库表来独立记录信息，因此这里直接将派发联系转换为独立数据库表。</a:t>
            </a:r>
          </a:p>
        </p:txBody>
      </p:sp>
      <p:pic>
        <p:nvPicPr>
          <p:cNvPr id="83" name="图片 82">
            <a:extLst>
              <a:ext uri="{FF2B5EF4-FFF2-40B4-BE49-F238E27FC236}">
                <a16:creationId xmlns:a16="http://schemas.microsoft.com/office/drawing/2014/main" id="{AF8CF822-2E91-4A69-A50C-077351E4672B}"/>
              </a:ext>
            </a:extLst>
          </p:cNvPr>
          <p:cNvPicPr>
            <a:picLocks noChangeAspect="1"/>
          </p:cNvPicPr>
          <p:nvPr/>
        </p:nvPicPr>
        <p:blipFill>
          <a:blip r:embed="rId5"/>
          <a:stretch>
            <a:fillRect/>
          </a:stretch>
        </p:blipFill>
        <p:spPr>
          <a:xfrm>
            <a:off x="1665106" y="5421414"/>
            <a:ext cx="8573121" cy="1394200"/>
          </a:xfrm>
          <a:prstGeom prst="rect">
            <a:avLst/>
          </a:prstGeom>
        </p:spPr>
      </p:pic>
    </p:spTree>
    <p:extLst>
      <p:ext uri="{BB962C8B-B14F-4D97-AF65-F5344CB8AC3E}">
        <p14:creationId xmlns:p14="http://schemas.microsoft.com/office/powerpoint/2010/main" val="369340135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anim calcmode="lin" valueType="num">
                                      <p:cBhvr>
                                        <p:cTn id="8" dur="1000" fill="hold"/>
                                        <p:tgtEl>
                                          <p:spTgt spid="83"/>
                                        </p:tgtEl>
                                        <p:attrNameLst>
                                          <p:attrName>ppt_x</p:attrName>
                                        </p:attrNameLst>
                                      </p:cBhvr>
                                      <p:tavLst>
                                        <p:tav tm="0">
                                          <p:val>
                                            <p:strVal val="#ppt_x"/>
                                          </p:val>
                                        </p:tav>
                                        <p:tav tm="100000">
                                          <p:val>
                                            <p:strVal val="#ppt_x"/>
                                          </p:val>
                                        </p:tav>
                                      </p:tavLst>
                                    </p:anim>
                                    <p:anim calcmode="lin" valueType="num">
                                      <p:cBhvr>
                                        <p:cTn id="9"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8fa55e09-efaf-4e99-b2a2-87871d37538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2105878" y="2479945"/>
            <a:ext cx="7715196" cy="3509605"/>
            <a:chOff x="1673793" y="1914290"/>
            <a:chExt cx="8550666" cy="3889655"/>
          </a:xfrm>
        </p:grpSpPr>
        <p:sp>
          <p:nvSpPr>
            <p:cNvPr id="4" name="ïs1ïďè"/>
            <p:cNvSpPr/>
            <p:nvPr/>
          </p:nvSpPr>
          <p:spPr>
            <a:xfrm>
              <a:off x="1673793" y="3873566"/>
              <a:ext cx="3840427" cy="1920213"/>
            </a:xfrm>
            <a:prstGeom prst="diamond">
              <a:avLst/>
            </a:prstGeom>
            <a:pattFill prst="ltUpDiag">
              <a:fgClr>
                <a:schemeClr val="bg1">
                  <a:lumMod val="95000"/>
                </a:schemeClr>
              </a:fgClr>
              <a:bgClr>
                <a:schemeClr val="bg1">
                  <a:lumMod val="8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 name="îŝ1iďè"/>
            <p:cNvSpPr/>
            <p:nvPr/>
          </p:nvSpPr>
          <p:spPr>
            <a:xfrm>
              <a:off x="1673793" y="3676151"/>
              <a:ext cx="3840427" cy="1920213"/>
            </a:xfrm>
            <a:prstGeom prst="diamond">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6" name="išḻiďê"/>
            <p:cNvSpPr/>
            <p:nvPr/>
          </p:nvSpPr>
          <p:spPr>
            <a:xfrm>
              <a:off x="4175787" y="2337705"/>
              <a:ext cx="3840427" cy="1920213"/>
            </a:xfrm>
            <a:prstGeom prst="diamond">
              <a:avLst/>
            </a:prstGeom>
            <a:pattFill prst="ltUpDiag">
              <a:fgClr>
                <a:schemeClr val="bg1">
                  <a:lumMod val="95000"/>
                </a:schemeClr>
              </a:fgClr>
              <a:bgClr>
                <a:schemeClr val="bg1">
                  <a:lumMod val="8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šļîdè"/>
            <p:cNvSpPr/>
            <p:nvPr/>
          </p:nvSpPr>
          <p:spPr>
            <a:xfrm>
              <a:off x="4175787" y="1914290"/>
              <a:ext cx="3840427" cy="1920213"/>
            </a:xfrm>
            <a:prstGeom prst="diamond">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8" name="ïṩliḍê"/>
            <p:cNvSpPr/>
            <p:nvPr/>
          </p:nvSpPr>
          <p:spPr>
            <a:xfrm>
              <a:off x="6384032" y="3883732"/>
              <a:ext cx="3840427" cy="1920213"/>
            </a:xfrm>
            <a:prstGeom prst="diamond">
              <a:avLst/>
            </a:prstGeom>
            <a:pattFill prst="ltUpDiag">
              <a:fgClr>
                <a:schemeClr val="bg1">
                  <a:lumMod val="95000"/>
                </a:schemeClr>
              </a:fgClr>
              <a:bgClr>
                <a:schemeClr val="bg1">
                  <a:lumMod val="8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ïṩļiḑe"/>
            <p:cNvSpPr/>
            <p:nvPr/>
          </p:nvSpPr>
          <p:spPr>
            <a:xfrm>
              <a:off x="6384032" y="3691711"/>
              <a:ext cx="3840427" cy="1920213"/>
            </a:xfrm>
            <a:prstGeom prst="diamond">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 name="iṩlidê"/>
            <p:cNvSpPr>
              <a:spLocks/>
            </p:cNvSpPr>
            <p:nvPr/>
          </p:nvSpPr>
          <p:spPr bwMode="auto">
            <a:xfrm>
              <a:off x="5779745" y="2438348"/>
              <a:ext cx="759303" cy="729307"/>
            </a:xfrm>
            <a:custGeom>
              <a:avLst/>
              <a:gdLst>
                <a:gd name="T0" fmla="*/ 369 w 372"/>
                <a:gd name="T1" fmla="*/ 133 h 357"/>
                <a:gd name="T2" fmla="*/ 347 w 372"/>
                <a:gd name="T3" fmla="*/ 116 h 357"/>
                <a:gd name="T4" fmla="*/ 252 w 372"/>
                <a:gd name="T5" fmla="*/ 101 h 357"/>
                <a:gd name="T6" fmla="*/ 210 w 372"/>
                <a:gd name="T7" fmla="*/ 15 h 357"/>
                <a:gd name="T8" fmla="*/ 186 w 372"/>
                <a:gd name="T9" fmla="*/ 0 h 357"/>
                <a:gd name="T10" fmla="*/ 162 w 372"/>
                <a:gd name="T11" fmla="*/ 15 h 357"/>
                <a:gd name="T12" fmla="*/ 120 w 372"/>
                <a:gd name="T13" fmla="*/ 101 h 357"/>
                <a:gd name="T14" fmla="*/ 25 w 372"/>
                <a:gd name="T15" fmla="*/ 116 h 357"/>
                <a:gd name="T16" fmla="*/ 3 w 372"/>
                <a:gd name="T17" fmla="*/ 133 h 357"/>
                <a:gd name="T18" fmla="*/ 10 w 372"/>
                <a:gd name="T19" fmla="*/ 159 h 357"/>
                <a:gd name="T20" fmla="*/ 80 w 372"/>
                <a:gd name="T21" fmla="*/ 229 h 357"/>
                <a:gd name="T22" fmla="*/ 63 w 372"/>
                <a:gd name="T23" fmla="*/ 326 h 357"/>
                <a:gd name="T24" fmla="*/ 74 w 372"/>
                <a:gd name="T25" fmla="*/ 352 h 357"/>
                <a:gd name="T26" fmla="*/ 90 w 372"/>
                <a:gd name="T27" fmla="*/ 357 h 357"/>
                <a:gd name="T28" fmla="*/ 103 w 372"/>
                <a:gd name="T29" fmla="*/ 353 h 357"/>
                <a:gd name="T30" fmla="*/ 186 w 372"/>
                <a:gd name="T31" fmla="*/ 308 h 357"/>
                <a:gd name="T32" fmla="*/ 269 w 372"/>
                <a:gd name="T33" fmla="*/ 353 h 357"/>
                <a:gd name="T34" fmla="*/ 282 w 372"/>
                <a:gd name="T35" fmla="*/ 357 h 357"/>
                <a:gd name="T36" fmla="*/ 298 w 372"/>
                <a:gd name="T37" fmla="*/ 352 h 357"/>
                <a:gd name="T38" fmla="*/ 309 w 372"/>
                <a:gd name="T39" fmla="*/ 326 h 357"/>
                <a:gd name="T40" fmla="*/ 292 w 372"/>
                <a:gd name="T41" fmla="*/ 229 h 357"/>
                <a:gd name="T42" fmla="*/ 362 w 372"/>
                <a:gd name="T43" fmla="*/ 159 h 357"/>
                <a:gd name="T44" fmla="*/ 369 w 372"/>
                <a:gd name="T45" fmla="*/ 133 h 357"/>
                <a:gd name="T46" fmla="*/ 273 w 372"/>
                <a:gd name="T47" fmla="*/ 211 h 357"/>
                <a:gd name="T48" fmla="*/ 266 w 372"/>
                <a:gd name="T49" fmla="*/ 233 h 357"/>
                <a:gd name="T50" fmla="*/ 282 w 372"/>
                <a:gd name="T51" fmla="*/ 331 h 357"/>
                <a:gd name="T52" fmla="*/ 199 w 372"/>
                <a:gd name="T53" fmla="*/ 286 h 357"/>
                <a:gd name="T54" fmla="*/ 186 w 372"/>
                <a:gd name="T55" fmla="*/ 282 h 357"/>
                <a:gd name="T56" fmla="*/ 173 w 372"/>
                <a:gd name="T57" fmla="*/ 286 h 357"/>
                <a:gd name="T58" fmla="*/ 90 w 372"/>
                <a:gd name="T59" fmla="*/ 331 h 357"/>
                <a:gd name="T60" fmla="*/ 106 w 372"/>
                <a:gd name="T61" fmla="*/ 233 h 357"/>
                <a:gd name="T62" fmla="*/ 99 w 372"/>
                <a:gd name="T63" fmla="*/ 211 h 357"/>
                <a:gd name="T64" fmla="*/ 29 w 372"/>
                <a:gd name="T65" fmla="*/ 141 h 357"/>
                <a:gd name="T66" fmla="*/ 124 w 372"/>
                <a:gd name="T67" fmla="*/ 127 h 357"/>
                <a:gd name="T68" fmla="*/ 144 w 372"/>
                <a:gd name="T69" fmla="*/ 112 h 357"/>
                <a:gd name="T70" fmla="*/ 186 w 372"/>
                <a:gd name="T71" fmla="*/ 26 h 357"/>
                <a:gd name="T72" fmla="*/ 228 w 372"/>
                <a:gd name="T73" fmla="*/ 112 h 357"/>
                <a:gd name="T74" fmla="*/ 248 w 372"/>
                <a:gd name="T75" fmla="*/ 127 h 357"/>
                <a:gd name="T76" fmla="*/ 343 w 372"/>
                <a:gd name="T77" fmla="*/ 141 h 357"/>
                <a:gd name="T78" fmla="*/ 273 w 372"/>
                <a:gd name="T79" fmla="*/ 211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72" h="357">
                  <a:moveTo>
                    <a:pt x="369" y="133"/>
                  </a:moveTo>
                  <a:cubicBezTo>
                    <a:pt x="365" y="124"/>
                    <a:pt x="357" y="117"/>
                    <a:pt x="347" y="116"/>
                  </a:cubicBezTo>
                  <a:cubicBezTo>
                    <a:pt x="252" y="101"/>
                    <a:pt x="252" y="101"/>
                    <a:pt x="252" y="101"/>
                  </a:cubicBezTo>
                  <a:cubicBezTo>
                    <a:pt x="210" y="15"/>
                    <a:pt x="210" y="15"/>
                    <a:pt x="210" y="15"/>
                  </a:cubicBezTo>
                  <a:cubicBezTo>
                    <a:pt x="206" y="6"/>
                    <a:pt x="196" y="0"/>
                    <a:pt x="186" y="0"/>
                  </a:cubicBezTo>
                  <a:cubicBezTo>
                    <a:pt x="176" y="0"/>
                    <a:pt x="166" y="6"/>
                    <a:pt x="162" y="15"/>
                  </a:cubicBezTo>
                  <a:cubicBezTo>
                    <a:pt x="120" y="101"/>
                    <a:pt x="120" y="101"/>
                    <a:pt x="120" y="101"/>
                  </a:cubicBezTo>
                  <a:cubicBezTo>
                    <a:pt x="25" y="116"/>
                    <a:pt x="25" y="116"/>
                    <a:pt x="25" y="116"/>
                  </a:cubicBezTo>
                  <a:cubicBezTo>
                    <a:pt x="15" y="117"/>
                    <a:pt x="7" y="124"/>
                    <a:pt x="3" y="133"/>
                  </a:cubicBezTo>
                  <a:cubicBezTo>
                    <a:pt x="0" y="142"/>
                    <a:pt x="3" y="152"/>
                    <a:pt x="10" y="159"/>
                  </a:cubicBezTo>
                  <a:cubicBezTo>
                    <a:pt x="80" y="229"/>
                    <a:pt x="80" y="229"/>
                    <a:pt x="80" y="229"/>
                  </a:cubicBezTo>
                  <a:cubicBezTo>
                    <a:pt x="63" y="326"/>
                    <a:pt x="63" y="326"/>
                    <a:pt x="63" y="326"/>
                  </a:cubicBezTo>
                  <a:cubicBezTo>
                    <a:pt x="62" y="336"/>
                    <a:pt x="66" y="346"/>
                    <a:pt x="74" y="352"/>
                  </a:cubicBezTo>
                  <a:cubicBezTo>
                    <a:pt x="79" y="355"/>
                    <a:pt x="84" y="357"/>
                    <a:pt x="90" y="357"/>
                  </a:cubicBezTo>
                  <a:cubicBezTo>
                    <a:pt x="94" y="357"/>
                    <a:pt x="99" y="355"/>
                    <a:pt x="103" y="353"/>
                  </a:cubicBezTo>
                  <a:cubicBezTo>
                    <a:pt x="186" y="308"/>
                    <a:pt x="186" y="308"/>
                    <a:pt x="186" y="308"/>
                  </a:cubicBezTo>
                  <a:cubicBezTo>
                    <a:pt x="269" y="353"/>
                    <a:pt x="269" y="353"/>
                    <a:pt x="269" y="353"/>
                  </a:cubicBezTo>
                  <a:cubicBezTo>
                    <a:pt x="274" y="355"/>
                    <a:pt x="278" y="357"/>
                    <a:pt x="282" y="357"/>
                  </a:cubicBezTo>
                  <a:cubicBezTo>
                    <a:pt x="288" y="357"/>
                    <a:pt x="293" y="355"/>
                    <a:pt x="298" y="352"/>
                  </a:cubicBezTo>
                  <a:cubicBezTo>
                    <a:pt x="306" y="346"/>
                    <a:pt x="310" y="336"/>
                    <a:pt x="309" y="326"/>
                  </a:cubicBezTo>
                  <a:cubicBezTo>
                    <a:pt x="292" y="229"/>
                    <a:pt x="292" y="229"/>
                    <a:pt x="292" y="229"/>
                  </a:cubicBezTo>
                  <a:cubicBezTo>
                    <a:pt x="362" y="159"/>
                    <a:pt x="362" y="159"/>
                    <a:pt x="362" y="159"/>
                  </a:cubicBezTo>
                  <a:cubicBezTo>
                    <a:pt x="369" y="152"/>
                    <a:pt x="372" y="142"/>
                    <a:pt x="369" y="133"/>
                  </a:cubicBezTo>
                  <a:close/>
                  <a:moveTo>
                    <a:pt x="273" y="211"/>
                  </a:moveTo>
                  <a:cubicBezTo>
                    <a:pt x="267" y="217"/>
                    <a:pt x="265" y="225"/>
                    <a:pt x="266" y="233"/>
                  </a:cubicBezTo>
                  <a:cubicBezTo>
                    <a:pt x="282" y="331"/>
                    <a:pt x="282" y="331"/>
                    <a:pt x="282" y="331"/>
                  </a:cubicBezTo>
                  <a:cubicBezTo>
                    <a:pt x="199" y="286"/>
                    <a:pt x="199" y="286"/>
                    <a:pt x="199" y="286"/>
                  </a:cubicBezTo>
                  <a:cubicBezTo>
                    <a:pt x="195" y="284"/>
                    <a:pt x="190" y="282"/>
                    <a:pt x="186" y="282"/>
                  </a:cubicBezTo>
                  <a:cubicBezTo>
                    <a:pt x="182" y="282"/>
                    <a:pt x="177" y="284"/>
                    <a:pt x="173" y="286"/>
                  </a:cubicBezTo>
                  <a:cubicBezTo>
                    <a:pt x="90" y="331"/>
                    <a:pt x="90" y="331"/>
                    <a:pt x="90" y="331"/>
                  </a:cubicBezTo>
                  <a:cubicBezTo>
                    <a:pt x="106" y="233"/>
                    <a:pt x="106" y="233"/>
                    <a:pt x="106" y="233"/>
                  </a:cubicBezTo>
                  <a:cubicBezTo>
                    <a:pt x="107" y="225"/>
                    <a:pt x="105" y="217"/>
                    <a:pt x="99" y="211"/>
                  </a:cubicBezTo>
                  <a:cubicBezTo>
                    <a:pt x="29" y="141"/>
                    <a:pt x="29" y="141"/>
                    <a:pt x="29" y="141"/>
                  </a:cubicBezTo>
                  <a:cubicBezTo>
                    <a:pt x="124" y="127"/>
                    <a:pt x="124" y="127"/>
                    <a:pt x="124" y="127"/>
                  </a:cubicBezTo>
                  <a:cubicBezTo>
                    <a:pt x="133" y="126"/>
                    <a:pt x="141" y="120"/>
                    <a:pt x="144" y="112"/>
                  </a:cubicBezTo>
                  <a:cubicBezTo>
                    <a:pt x="186" y="26"/>
                    <a:pt x="186" y="26"/>
                    <a:pt x="186" y="26"/>
                  </a:cubicBezTo>
                  <a:cubicBezTo>
                    <a:pt x="228" y="112"/>
                    <a:pt x="228" y="112"/>
                    <a:pt x="228" y="112"/>
                  </a:cubicBezTo>
                  <a:cubicBezTo>
                    <a:pt x="231" y="120"/>
                    <a:pt x="239" y="126"/>
                    <a:pt x="248" y="127"/>
                  </a:cubicBezTo>
                  <a:cubicBezTo>
                    <a:pt x="343" y="141"/>
                    <a:pt x="343" y="141"/>
                    <a:pt x="343" y="141"/>
                  </a:cubicBezTo>
                  <a:lnTo>
                    <a:pt x="273" y="211"/>
                  </a:lnTo>
                  <a:close/>
                </a:path>
              </a:pathLst>
            </a:custGeom>
            <a:solidFill>
              <a:schemeClr val="bg1"/>
            </a:solidFill>
            <a:ln>
              <a:noFill/>
            </a:ln>
          </p:spPr>
          <p:txBody>
            <a:bodyPr anchor="ctr"/>
            <a:lstStyle/>
            <a:p>
              <a:pPr algn="ctr"/>
              <a:endParaRPr/>
            </a:p>
          </p:txBody>
        </p:sp>
        <p:sp>
          <p:nvSpPr>
            <p:cNvPr id="11" name="íşlïdè"/>
            <p:cNvSpPr>
              <a:spLocks/>
            </p:cNvSpPr>
            <p:nvPr/>
          </p:nvSpPr>
          <p:spPr bwMode="auto">
            <a:xfrm>
              <a:off x="3175649" y="4279659"/>
              <a:ext cx="836716" cy="603015"/>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chemeClr val="bg1"/>
            </a:solidFill>
            <a:ln>
              <a:noFill/>
            </a:ln>
          </p:spPr>
          <p:txBody>
            <a:bodyPr anchor="ctr"/>
            <a:lstStyle/>
            <a:p>
              <a:pPr algn="ctr"/>
              <a:endParaRPr/>
            </a:p>
          </p:txBody>
        </p:sp>
        <p:sp>
          <p:nvSpPr>
            <p:cNvPr id="12" name="îṡ1îḑé"/>
            <p:cNvSpPr>
              <a:spLocks/>
            </p:cNvSpPr>
            <p:nvPr/>
          </p:nvSpPr>
          <p:spPr bwMode="auto">
            <a:xfrm>
              <a:off x="7909185" y="4215376"/>
              <a:ext cx="793380" cy="686231"/>
            </a:xfrm>
            <a:custGeom>
              <a:avLst/>
              <a:gdLst>
                <a:gd name="T0" fmla="*/ 494 w 555"/>
                <a:gd name="T1" fmla="*/ 60 h 479"/>
                <a:gd name="T2" fmla="*/ 277 w 555"/>
                <a:gd name="T3" fmla="*/ 56 h 479"/>
                <a:gd name="T4" fmla="*/ 61 w 555"/>
                <a:gd name="T5" fmla="*/ 60 h 479"/>
                <a:gd name="T6" fmla="*/ 61 w 555"/>
                <a:gd name="T7" fmla="*/ 280 h 479"/>
                <a:gd name="T8" fmla="*/ 242 w 555"/>
                <a:gd name="T9" fmla="*/ 460 h 479"/>
                <a:gd name="T10" fmla="*/ 312 w 555"/>
                <a:gd name="T11" fmla="*/ 460 h 479"/>
                <a:gd name="T12" fmla="*/ 494 w 555"/>
                <a:gd name="T13" fmla="*/ 280 h 479"/>
                <a:gd name="T14" fmla="*/ 494 w 555"/>
                <a:gd name="T15" fmla="*/ 60 h 479"/>
                <a:gd name="T16" fmla="*/ 470 w 555"/>
                <a:gd name="T17" fmla="*/ 257 h 479"/>
                <a:gd name="T18" fmla="*/ 289 w 555"/>
                <a:gd name="T19" fmla="*/ 436 h 479"/>
                <a:gd name="T20" fmla="*/ 266 w 555"/>
                <a:gd name="T21" fmla="*/ 436 h 479"/>
                <a:gd name="T22" fmla="*/ 84 w 555"/>
                <a:gd name="T23" fmla="*/ 257 h 479"/>
                <a:gd name="T24" fmla="*/ 84 w 555"/>
                <a:gd name="T25" fmla="*/ 83 h 479"/>
                <a:gd name="T26" fmla="*/ 255 w 555"/>
                <a:gd name="T27" fmla="*/ 80 h 479"/>
                <a:gd name="T28" fmla="*/ 277 w 555"/>
                <a:gd name="T29" fmla="*/ 100 h 479"/>
                <a:gd name="T30" fmla="*/ 300 w 555"/>
                <a:gd name="T31" fmla="*/ 80 h 479"/>
                <a:gd name="T32" fmla="*/ 470 w 555"/>
                <a:gd name="T33" fmla="*/ 83 h 479"/>
                <a:gd name="T34" fmla="*/ 470 w 555"/>
                <a:gd name="T35" fmla="*/ 257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5" h="479">
                  <a:moveTo>
                    <a:pt x="494" y="60"/>
                  </a:moveTo>
                  <a:cubicBezTo>
                    <a:pt x="434" y="1"/>
                    <a:pt x="339" y="0"/>
                    <a:pt x="277" y="56"/>
                  </a:cubicBezTo>
                  <a:cubicBezTo>
                    <a:pt x="216" y="0"/>
                    <a:pt x="121" y="1"/>
                    <a:pt x="61" y="60"/>
                  </a:cubicBezTo>
                  <a:cubicBezTo>
                    <a:pt x="0" y="121"/>
                    <a:pt x="0" y="219"/>
                    <a:pt x="61" y="280"/>
                  </a:cubicBezTo>
                  <a:cubicBezTo>
                    <a:pt x="79" y="298"/>
                    <a:pt x="242" y="460"/>
                    <a:pt x="242" y="460"/>
                  </a:cubicBezTo>
                  <a:cubicBezTo>
                    <a:pt x="262" y="479"/>
                    <a:pt x="293" y="479"/>
                    <a:pt x="312" y="460"/>
                  </a:cubicBezTo>
                  <a:cubicBezTo>
                    <a:pt x="312" y="460"/>
                    <a:pt x="492" y="282"/>
                    <a:pt x="494" y="280"/>
                  </a:cubicBezTo>
                  <a:cubicBezTo>
                    <a:pt x="555" y="219"/>
                    <a:pt x="555" y="121"/>
                    <a:pt x="494" y="60"/>
                  </a:cubicBezTo>
                  <a:close/>
                  <a:moveTo>
                    <a:pt x="470" y="257"/>
                  </a:moveTo>
                  <a:cubicBezTo>
                    <a:pt x="289" y="436"/>
                    <a:pt x="289" y="436"/>
                    <a:pt x="289" y="436"/>
                  </a:cubicBezTo>
                  <a:cubicBezTo>
                    <a:pt x="283" y="443"/>
                    <a:pt x="272" y="443"/>
                    <a:pt x="266" y="436"/>
                  </a:cubicBezTo>
                  <a:cubicBezTo>
                    <a:pt x="84" y="257"/>
                    <a:pt x="84" y="257"/>
                    <a:pt x="84" y="257"/>
                  </a:cubicBezTo>
                  <a:cubicBezTo>
                    <a:pt x="36" y="209"/>
                    <a:pt x="36" y="131"/>
                    <a:pt x="84" y="83"/>
                  </a:cubicBezTo>
                  <a:cubicBezTo>
                    <a:pt x="131" y="37"/>
                    <a:pt x="206" y="36"/>
                    <a:pt x="255" y="80"/>
                  </a:cubicBezTo>
                  <a:cubicBezTo>
                    <a:pt x="277" y="100"/>
                    <a:pt x="277" y="100"/>
                    <a:pt x="277" y="100"/>
                  </a:cubicBezTo>
                  <a:cubicBezTo>
                    <a:pt x="300" y="80"/>
                    <a:pt x="300" y="80"/>
                    <a:pt x="300" y="80"/>
                  </a:cubicBezTo>
                  <a:cubicBezTo>
                    <a:pt x="349" y="36"/>
                    <a:pt x="424" y="37"/>
                    <a:pt x="470" y="83"/>
                  </a:cubicBezTo>
                  <a:cubicBezTo>
                    <a:pt x="519" y="131"/>
                    <a:pt x="519" y="209"/>
                    <a:pt x="470" y="257"/>
                  </a:cubicBezTo>
                  <a:close/>
                </a:path>
              </a:pathLst>
            </a:custGeom>
            <a:solidFill>
              <a:schemeClr val="bg1"/>
            </a:solidFill>
            <a:ln>
              <a:noFill/>
            </a:ln>
          </p:spPr>
          <p:txBody>
            <a:bodyPr anchor="ctr"/>
            <a:lstStyle/>
            <a:p>
              <a:pPr algn="ctr"/>
              <a:endParaRPr/>
            </a:p>
          </p:txBody>
        </p:sp>
      </p:grpSp>
      <p:sp>
        <p:nvSpPr>
          <p:cNvPr id="23" name="矩形 55">
            <a:extLst>
              <a:ext uri="{FF2B5EF4-FFF2-40B4-BE49-F238E27FC236}">
                <a16:creationId xmlns:a16="http://schemas.microsoft.com/office/drawing/2014/main" id="{63D43E32-3C3F-4588-BAEB-57BA162EF336}"/>
              </a:ext>
            </a:extLst>
          </p:cNvPr>
          <p:cNvSpPr/>
          <p:nvPr/>
        </p:nvSpPr>
        <p:spPr>
          <a:xfrm>
            <a:off x="2514208" y="1431269"/>
            <a:ext cx="7306867" cy="830997"/>
          </a:xfrm>
          <a:prstGeom prst="rect">
            <a:avLst/>
          </a:prstGeom>
        </p:spPr>
        <p:txBody>
          <a:bodyPr wrap="square">
            <a:spAutoFit/>
            <a:scene3d>
              <a:camera prst="orthographicFront"/>
              <a:lightRig rig="threePt" dir="t"/>
            </a:scene3d>
            <a:sp3d contourW="12700"/>
          </a:bodyPr>
          <a:lstStyle/>
          <a:p>
            <a:pPr algn="ct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高级的 </a:t>
            </a:r>
            <a:r>
              <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Python Web </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框架，用于快速开发 </a:t>
            </a:r>
            <a:r>
              <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Web </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应用。它遵循 </a:t>
            </a:r>
            <a:r>
              <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MVC</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a:t>
            </a:r>
            <a:r>
              <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Model-View-Controller</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）架构，致力于简化 </a:t>
            </a:r>
            <a:r>
              <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Web </a:t>
            </a: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开发的常见任务，提供一整套工具集来帮助开发者实现从数据库到前端的各种功能</a:t>
            </a:r>
          </a:p>
        </p:txBody>
      </p:sp>
      <p:sp>
        <p:nvSpPr>
          <p:cNvPr id="24" name="矩形 23">
            <a:extLst>
              <a:ext uri="{FF2B5EF4-FFF2-40B4-BE49-F238E27FC236}">
                <a16:creationId xmlns:a16="http://schemas.microsoft.com/office/drawing/2014/main" id="{9E0537B5-42D2-4322-BB99-E2D86B4D2D5B}"/>
              </a:ext>
            </a:extLst>
          </p:cNvPr>
          <p:cNvSpPr/>
          <p:nvPr/>
        </p:nvSpPr>
        <p:spPr>
          <a:xfrm>
            <a:off x="5538303" y="955903"/>
            <a:ext cx="1258678" cy="446276"/>
          </a:xfrm>
          <a:prstGeom prst="rect">
            <a:avLst/>
          </a:prstGeom>
          <a:noFill/>
        </p:spPr>
        <p:txBody>
          <a:bodyPr wrap="none">
            <a:spAutoFit/>
            <a:scene3d>
              <a:camera prst="orthographicFront"/>
              <a:lightRig rig="threePt" dir="t"/>
            </a:scene3d>
            <a:sp3d contourW="12700"/>
          </a:bodyPr>
          <a:lstStyle/>
          <a:p>
            <a:pPr algn="ctr">
              <a:spcBef>
                <a:spcPct val="0"/>
              </a:spcBef>
            </a:pPr>
            <a:r>
              <a:rPr lang="en-US"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Django</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grpSp>
        <p:nvGrpSpPr>
          <p:cNvPr id="2" name="组合 1">
            <a:extLst>
              <a:ext uri="{FF2B5EF4-FFF2-40B4-BE49-F238E27FC236}">
                <a16:creationId xmlns:a16="http://schemas.microsoft.com/office/drawing/2014/main" id="{ECC1CE48-33AC-57F5-E742-F01C4E532928}"/>
              </a:ext>
            </a:extLst>
          </p:cNvPr>
          <p:cNvGrpSpPr/>
          <p:nvPr/>
        </p:nvGrpSpPr>
        <p:grpSpPr>
          <a:xfrm>
            <a:off x="419101" y="2342863"/>
            <a:ext cx="3443274" cy="1721714"/>
            <a:chOff x="452399" y="2821004"/>
            <a:chExt cx="3443274" cy="1721714"/>
          </a:xfrm>
        </p:grpSpPr>
        <p:sp>
          <p:nvSpPr>
            <p:cNvPr id="25" name="矩形 55">
              <a:extLst>
                <a:ext uri="{FF2B5EF4-FFF2-40B4-BE49-F238E27FC236}">
                  <a16:creationId xmlns:a16="http://schemas.microsoft.com/office/drawing/2014/main" id="{BAE9F947-05A7-4D82-AB29-37A0700FB032}"/>
                </a:ext>
              </a:extLst>
            </p:cNvPr>
            <p:cNvSpPr/>
            <p:nvPr/>
          </p:nvSpPr>
          <p:spPr>
            <a:xfrm>
              <a:off x="452399" y="3219279"/>
              <a:ext cx="3443274" cy="1323439"/>
            </a:xfrm>
            <a:prstGeom prst="rect">
              <a:avLst/>
            </a:prstGeom>
          </p:spPr>
          <p:txBody>
            <a:bodyPr wrap="square">
              <a:spAutoFit/>
              <a:scene3d>
                <a:camera prst="orthographicFront"/>
                <a:lightRig rig="threePt" dir="t"/>
              </a:scene3d>
              <a:sp3d contourW="12700"/>
            </a:bodyPr>
            <a:lstStyle/>
            <a:p>
              <a:pPr algn="ctr">
                <a:spcBef>
                  <a:spcPct val="0"/>
                </a:spcBef>
                <a:buNone/>
              </a:pPr>
              <a:r>
                <a:rPr lang="en-US" altLang="zh-CN" sz="1600" dirty="0">
                  <a:ea typeface="思源黑体 CN Light" panose="020B0300000000000000"/>
                </a:rPr>
                <a:t>CSS</a:t>
              </a:r>
              <a:r>
                <a:rPr lang="zh-CN" altLang="en-US" sz="1600" dirty="0">
                  <a:ea typeface="思源黑体 CN Light" panose="020B0300000000000000"/>
                </a:rPr>
                <a:t>（层叠样式表）是一种用来控制网页外观和布局的语言。它主要负责网页的视觉设计，包括颜色、字体、间距和布局等。通过</a:t>
              </a:r>
              <a:r>
                <a:rPr lang="en-US" altLang="zh-CN" sz="1600" dirty="0">
                  <a:ea typeface="思源黑体 CN Light" panose="020B0300000000000000"/>
                </a:rPr>
                <a:t>CSS</a:t>
              </a:r>
              <a:r>
                <a:rPr lang="zh-CN" altLang="en-US" sz="1600" dirty="0">
                  <a:ea typeface="思源黑体 CN Light" panose="020B0300000000000000"/>
                </a:rPr>
                <a:t>，开发者能够使网页更加美观和易于阅读。</a:t>
              </a:r>
              <a:endParaRPr lang="zh-CN" altLang="en-US" sz="1600" dirty="0">
                <a:latin typeface="思源黑体 CN Light" panose="020B0300000000000000" pitchFamily="34" charset="-122"/>
                <a:ea typeface="思源黑体 CN Light" panose="020B0300000000000000"/>
                <a:cs typeface="Arial" panose="020B0604020202020204" pitchFamily="34" charset="0"/>
                <a:sym typeface="+mn-lt"/>
              </a:endParaRPr>
            </a:p>
          </p:txBody>
        </p:sp>
        <p:sp>
          <p:nvSpPr>
            <p:cNvPr id="26" name="矩形 25">
              <a:extLst>
                <a:ext uri="{FF2B5EF4-FFF2-40B4-BE49-F238E27FC236}">
                  <a16:creationId xmlns:a16="http://schemas.microsoft.com/office/drawing/2014/main" id="{9F9C9786-B236-4BD6-93C3-6F09DDE41FE7}"/>
                </a:ext>
              </a:extLst>
            </p:cNvPr>
            <p:cNvSpPr/>
            <p:nvPr/>
          </p:nvSpPr>
          <p:spPr>
            <a:xfrm>
              <a:off x="1451723" y="2821004"/>
              <a:ext cx="1364476" cy="446276"/>
            </a:xfrm>
            <a:prstGeom prst="rect">
              <a:avLst/>
            </a:prstGeom>
            <a:noFill/>
          </p:spPr>
          <p:txBody>
            <a:bodyPr wrap="square">
              <a:spAutoFit/>
              <a:scene3d>
                <a:camera prst="orthographicFront"/>
                <a:lightRig rig="threePt" dir="t"/>
              </a:scene3d>
              <a:sp3d contourW="12700"/>
            </a:bodyPr>
            <a:lstStyle/>
            <a:p>
              <a:pPr algn="ctr">
                <a:spcBef>
                  <a:spcPct val="0"/>
                </a:spcBef>
              </a:pPr>
              <a:r>
                <a:rPr lang="en-US"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CSS</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grpSp>
      <p:grpSp>
        <p:nvGrpSpPr>
          <p:cNvPr id="13" name="组合 12">
            <a:extLst>
              <a:ext uri="{FF2B5EF4-FFF2-40B4-BE49-F238E27FC236}">
                <a16:creationId xmlns:a16="http://schemas.microsoft.com/office/drawing/2014/main" id="{4FABB6D8-2141-90A7-623F-C20026471BFA}"/>
              </a:ext>
            </a:extLst>
          </p:cNvPr>
          <p:cNvGrpSpPr/>
          <p:nvPr/>
        </p:nvGrpSpPr>
        <p:grpSpPr>
          <a:xfrm>
            <a:off x="8229090" y="2228564"/>
            <a:ext cx="3803258" cy="2236219"/>
            <a:chOff x="8073674" y="2837265"/>
            <a:chExt cx="3803258" cy="2236219"/>
          </a:xfrm>
        </p:grpSpPr>
        <p:sp>
          <p:nvSpPr>
            <p:cNvPr id="27" name="矩形 55">
              <a:extLst>
                <a:ext uri="{FF2B5EF4-FFF2-40B4-BE49-F238E27FC236}">
                  <a16:creationId xmlns:a16="http://schemas.microsoft.com/office/drawing/2014/main" id="{A4533F0F-0820-4BF8-B7F2-97EB716B8D05}"/>
                </a:ext>
              </a:extLst>
            </p:cNvPr>
            <p:cNvSpPr/>
            <p:nvPr/>
          </p:nvSpPr>
          <p:spPr>
            <a:xfrm>
              <a:off x="8073674" y="3011381"/>
              <a:ext cx="3803258" cy="2062103"/>
            </a:xfrm>
            <a:prstGeom prst="rect">
              <a:avLst/>
            </a:prstGeom>
          </p:spPr>
          <p:txBody>
            <a:bodyPr wrap="square">
              <a:spAutoFit/>
              <a:scene3d>
                <a:camera prst="orthographicFront"/>
                <a:lightRig rig="threePt" dir="t"/>
              </a:scene3d>
              <a:sp3d contourW="12700"/>
            </a:bodyPr>
            <a:lstStyle/>
            <a:p>
              <a:pPr algn="ctr">
                <a:spcBef>
                  <a:spcPct val="0"/>
                </a:spcBef>
                <a:buNone/>
              </a:pPr>
              <a:br>
                <a:rPr lang="zh-CN" altLang="en-US" sz="1600" dirty="0"/>
              </a:br>
              <a:r>
                <a:rPr lang="en-US" altLang="zh-CN" sz="1600" b="0" i="0" dirty="0" err="1">
                  <a:solidFill>
                    <a:srgbClr val="060607"/>
                  </a:solidFill>
                  <a:effectLst/>
                  <a:latin typeface="-apple-system"/>
                  <a:ea typeface="思源黑体 CN Light" panose="020B0300000000000000"/>
                </a:rPr>
                <a:t>openGauss</a:t>
              </a:r>
              <a:r>
                <a:rPr lang="zh-CN" altLang="en-US" sz="1600" b="0" i="0" dirty="0">
                  <a:solidFill>
                    <a:srgbClr val="060607"/>
                  </a:solidFill>
                  <a:effectLst/>
                  <a:latin typeface="-apple-system"/>
                  <a:ea typeface="思源黑体 CN Light" panose="020B0300000000000000"/>
                </a:rPr>
                <a:t>是一个由华为开发的高性能、高可扩展性的开源关系型数据库管理系统（</a:t>
              </a:r>
              <a:r>
                <a:rPr lang="en-US" altLang="zh-CN" sz="1600" b="0" i="0" dirty="0">
                  <a:solidFill>
                    <a:srgbClr val="060607"/>
                  </a:solidFill>
                  <a:effectLst/>
                  <a:latin typeface="-apple-system"/>
                  <a:ea typeface="思源黑体 CN Light" panose="020B0300000000000000"/>
                </a:rPr>
                <a:t>RDBMS</a:t>
              </a:r>
              <a:r>
                <a:rPr lang="zh-CN" altLang="en-US" sz="1600" b="0" i="0" dirty="0">
                  <a:solidFill>
                    <a:srgbClr val="060607"/>
                  </a:solidFill>
                  <a:effectLst/>
                  <a:latin typeface="-apple-system"/>
                  <a:ea typeface="思源黑体 CN Light" panose="020B0300000000000000"/>
                </a:rPr>
                <a:t>），旨在满足企业级数据存储和处理需求。</a:t>
              </a:r>
              <a:endParaRPr lang="en-US" altLang="zh-CN" sz="1600" dirty="0">
                <a:latin typeface="Arial" panose="020B0604020202020204" pitchFamily="34" charset="0"/>
                <a:ea typeface="思源黑体 CN Light" panose="020B0300000000000000"/>
                <a:cs typeface="Arial" panose="020B0604020202020204" pitchFamily="34" charset="0"/>
                <a:sym typeface="+mn-lt"/>
              </a:endParaRPr>
            </a:p>
            <a:p>
              <a:pPr algn="ctr">
                <a:spcBef>
                  <a:spcPct val="0"/>
                </a:spcBef>
                <a:buNone/>
              </a:pPr>
              <a:r>
                <a:rPr lang="en-US" altLang="zh-CN" sz="1600" b="0" i="0" dirty="0">
                  <a:solidFill>
                    <a:srgbClr val="060607"/>
                  </a:solidFill>
                  <a:effectLst/>
                  <a:latin typeface="-apple-system"/>
                  <a:ea typeface="思源黑体 CN Light" panose="020B0300000000000000"/>
                </a:rPr>
                <a:t>psycopg2</a:t>
              </a:r>
              <a:r>
                <a:rPr lang="zh-CN" altLang="en-US" sz="1600" b="0" i="0" dirty="0">
                  <a:solidFill>
                    <a:srgbClr val="060607"/>
                  </a:solidFill>
                  <a:effectLst/>
                  <a:latin typeface="-apple-system"/>
                  <a:ea typeface="思源黑体 CN Light" panose="020B0300000000000000"/>
                </a:rPr>
                <a:t>是一个</a:t>
              </a:r>
              <a:r>
                <a:rPr lang="en-US" altLang="zh-CN" sz="1600" b="0" i="0" dirty="0">
                  <a:solidFill>
                    <a:srgbClr val="060607"/>
                  </a:solidFill>
                  <a:effectLst/>
                  <a:latin typeface="-apple-system"/>
                  <a:ea typeface="思源黑体 CN Light" panose="020B0300000000000000"/>
                </a:rPr>
                <a:t>Python</a:t>
              </a:r>
              <a:r>
                <a:rPr lang="zh-CN" altLang="en-US" sz="1600" b="0" i="0" dirty="0">
                  <a:solidFill>
                    <a:srgbClr val="060607"/>
                  </a:solidFill>
                  <a:effectLst/>
                  <a:latin typeface="-apple-system"/>
                  <a:ea typeface="思源黑体 CN Light" panose="020B0300000000000000"/>
                </a:rPr>
                <a:t>库，用于连接和操作</a:t>
              </a:r>
              <a:r>
                <a:rPr lang="en-US" altLang="zh-CN" sz="1600" b="0" i="0" dirty="0">
                  <a:solidFill>
                    <a:srgbClr val="060607"/>
                  </a:solidFill>
                  <a:effectLst/>
                  <a:latin typeface="-apple-system"/>
                  <a:ea typeface="思源黑体 CN Light" panose="020B0300000000000000"/>
                </a:rPr>
                <a:t>PostgreSQL</a:t>
              </a:r>
              <a:r>
                <a:rPr lang="zh-CN" altLang="en-US" sz="1600" b="0" i="0" dirty="0">
                  <a:solidFill>
                    <a:srgbClr val="060607"/>
                  </a:solidFill>
                  <a:effectLst/>
                  <a:latin typeface="-apple-system"/>
                  <a:ea typeface="思源黑体 CN Light" panose="020B0300000000000000"/>
                </a:rPr>
                <a:t>数据库，支持执行</a:t>
              </a:r>
              <a:r>
                <a:rPr lang="en-US" altLang="zh-CN" sz="1600" b="0" i="0" dirty="0">
                  <a:solidFill>
                    <a:srgbClr val="060607"/>
                  </a:solidFill>
                  <a:effectLst/>
                  <a:latin typeface="-apple-system"/>
                  <a:ea typeface="思源黑体 CN Light" panose="020B0300000000000000"/>
                </a:rPr>
                <a:t>SQL</a:t>
              </a:r>
              <a:r>
                <a:rPr lang="zh-CN" altLang="en-US" sz="1600" b="0" i="0" dirty="0">
                  <a:solidFill>
                    <a:srgbClr val="060607"/>
                  </a:solidFill>
                  <a:effectLst/>
                  <a:latin typeface="-apple-system"/>
                  <a:ea typeface="思源黑体 CN Light" panose="020B0300000000000000"/>
                </a:rPr>
                <a:t>查询和事务处理，适用于</a:t>
              </a:r>
              <a:r>
                <a:rPr lang="en-US" altLang="zh-CN" sz="1600" b="0" i="0" dirty="0">
                  <a:solidFill>
                    <a:srgbClr val="060607"/>
                  </a:solidFill>
                  <a:effectLst/>
                  <a:latin typeface="-apple-system"/>
                  <a:ea typeface="思源黑体 CN Light" panose="020B0300000000000000"/>
                </a:rPr>
                <a:t>Web</a:t>
              </a:r>
              <a:r>
                <a:rPr lang="zh-CN" altLang="en-US" sz="1600" b="0" i="0" dirty="0">
                  <a:solidFill>
                    <a:srgbClr val="060607"/>
                  </a:solidFill>
                  <a:effectLst/>
                  <a:latin typeface="-apple-system"/>
                  <a:ea typeface="思源黑体 CN Light" panose="020B0300000000000000"/>
                </a:rPr>
                <a:t>开发。</a:t>
              </a:r>
              <a:endParaRPr lang="zh-CN" altLang="en-US" sz="1600" dirty="0">
                <a:latin typeface="思源黑体 CN Light" panose="020B0300000000000000" pitchFamily="34" charset="-122"/>
                <a:ea typeface="思源黑体 CN Light" panose="020B0300000000000000"/>
                <a:cs typeface="Arial" panose="020B0604020202020204" pitchFamily="34" charset="0"/>
                <a:sym typeface="+mn-lt"/>
              </a:endParaRPr>
            </a:p>
          </p:txBody>
        </p:sp>
        <p:sp>
          <p:nvSpPr>
            <p:cNvPr id="28" name="矩形 27">
              <a:extLst>
                <a:ext uri="{FF2B5EF4-FFF2-40B4-BE49-F238E27FC236}">
                  <a16:creationId xmlns:a16="http://schemas.microsoft.com/office/drawing/2014/main" id="{76C0A4AE-80B1-4618-AF2D-84802B666FC3}"/>
                </a:ext>
              </a:extLst>
            </p:cNvPr>
            <p:cNvSpPr/>
            <p:nvPr/>
          </p:nvSpPr>
          <p:spPr>
            <a:xfrm>
              <a:off x="8211006" y="2837265"/>
              <a:ext cx="3528595" cy="446276"/>
            </a:xfrm>
            <a:prstGeom prst="rect">
              <a:avLst/>
            </a:prstGeom>
            <a:noFill/>
          </p:spPr>
          <p:txBody>
            <a:bodyPr wrap="none">
              <a:spAutoFit/>
              <a:scene3d>
                <a:camera prst="orthographicFront"/>
                <a:lightRig rig="threePt" dir="t"/>
              </a:scene3d>
              <a:sp3d contourW="12700"/>
            </a:bodyPr>
            <a:lstStyle/>
            <a:p>
              <a:pPr algn="ctr">
                <a:spcBef>
                  <a:spcPct val="0"/>
                </a:spcBef>
              </a:pPr>
              <a:r>
                <a:rPr lang="en-US" altLang="zh-CN" sz="2300" b="1" dirty="0" err="1">
                  <a:latin typeface="思源黑体 CN Bold" panose="020B0800000000000000" pitchFamily="34" charset="-122"/>
                  <a:ea typeface="思源黑体 CN Bold" panose="020B0800000000000000" pitchFamily="34" charset="-122"/>
                  <a:cs typeface="Arial" panose="020B0604020202020204" pitchFamily="34" charset="0"/>
                  <a:sym typeface="+mn-lt"/>
                </a:rPr>
                <a:t>opengauss</a:t>
              </a:r>
              <a:r>
                <a:rPr lang="en-US"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 psycopg2</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grpSp>
      <p:grpSp>
        <p:nvGrpSpPr>
          <p:cNvPr id="35" name="组合 34">
            <a:extLst>
              <a:ext uri="{FF2B5EF4-FFF2-40B4-BE49-F238E27FC236}">
                <a16:creationId xmlns:a16="http://schemas.microsoft.com/office/drawing/2014/main" id="{27A52CAC-FD11-4A60-AFF3-ED052F0DC226}"/>
              </a:ext>
            </a:extLst>
          </p:cNvPr>
          <p:cNvGrpSpPr/>
          <p:nvPr/>
        </p:nvGrpSpPr>
        <p:grpSpPr>
          <a:xfrm>
            <a:off x="444056" y="246729"/>
            <a:ext cx="800219" cy="461665"/>
            <a:chOff x="444056" y="262399"/>
            <a:chExt cx="800219" cy="461665"/>
          </a:xfrm>
        </p:grpSpPr>
        <p:sp>
          <p:nvSpPr>
            <p:cNvPr id="39" name="TextBox 7">
              <a:extLst>
                <a:ext uri="{FF2B5EF4-FFF2-40B4-BE49-F238E27FC236}">
                  <a16:creationId xmlns:a16="http://schemas.microsoft.com/office/drawing/2014/main" id="{915F8F01-3CB8-4627-A985-F4E5552C066A}"/>
                </a:ext>
              </a:extLst>
            </p:cNvPr>
            <p:cNvSpPr txBox="1"/>
            <p:nvPr/>
          </p:nvSpPr>
          <p:spPr>
            <a:xfrm>
              <a:off x="444056" y="262399"/>
              <a:ext cx="800219" cy="461665"/>
            </a:xfrm>
            <a:prstGeom prst="rect">
              <a:avLst/>
            </a:prstGeom>
            <a:noFill/>
          </p:spPr>
          <p:txBody>
            <a:bodyPr wrap="none" rtlCol="0">
              <a:spAutoFit/>
            </a:bodyPr>
            <a:lstStyle/>
            <a:p>
              <a:r>
                <a:rPr lang="zh-CN" altLang="en-US" sz="2400" dirty="0">
                  <a:latin typeface="思源黑体 CN Light" panose="020B0300000000000000" pitchFamily="34" charset="-122"/>
                  <a:ea typeface="思源黑体 CN Light" panose="020B0300000000000000" pitchFamily="34" charset="-122"/>
                  <a:cs typeface="Arial" panose="020B0604020202020204" pitchFamily="34" charset="0"/>
                </a:rPr>
                <a:t>技术</a:t>
              </a:r>
            </a:p>
          </p:txBody>
        </p:sp>
        <p:sp>
          <p:nvSpPr>
            <p:cNvPr id="40" name="TextBox 8">
              <a:extLst>
                <a:ext uri="{FF2B5EF4-FFF2-40B4-BE49-F238E27FC236}">
                  <a16:creationId xmlns:a16="http://schemas.microsoft.com/office/drawing/2014/main" id="{0AD0608C-4CCB-453C-A53E-78F9A2A80C36}"/>
                </a:ext>
              </a:extLst>
            </p:cNvPr>
            <p:cNvSpPr txBox="1"/>
            <p:nvPr/>
          </p:nvSpPr>
          <p:spPr>
            <a:xfrm>
              <a:off x="444056" y="464714"/>
              <a:ext cx="184731" cy="230832"/>
            </a:xfrm>
            <a:prstGeom prst="rect">
              <a:avLst/>
            </a:prstGeom>
            <a:noFill/>
          </p:spPr>
          <p:txBody>
            <a:bodyPr wrap="none" rtlCol="0">
              <a:spAutoFit/>
            </a:bodyPr>
            <a:lstStyle/>
            <a:p>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41" name="矩形 40">
            <a:extLst>
              <a:ext uri="{FF2B5EF4-FFF2-40B4-BE49-F238E27FC236}">
                <a16:creationId xmlns:a16="http://schemas.microsoft.com/office/drawing/2014/main" id="{0DB46629-D7F7-4DD1-B933-95F6476B86D0}"/>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FD8AE8B-F21B-4703-871E-2C2438384CA7}"/>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102394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2" fill="hold" grpId="0" nodeType="afterEffect" p14:presetBounceEnd="56000">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14:bounceEnd="56000">
                                          <p:cBhvr additive="base">
                                            <p:cTn id="13" dur="500" fill="hold"/>
                                            <p:tgtEl>
                                              <p:spTgt spid="24"/>
                                            </p:tgtEl>
                                            <p:attrNameLst>
                                              <p:attrName>ppt_x</p:attrName>
                                            </p:attrNameLst>
                                          </p:cBhvr>
                                          <p:tavLst>
                                            <p:tav tm="0">
                                              <p:val>
                                                <p:strVal val="1+#ppt_w/2"/>
                                              </p:val>
                                            </p:tav>
                                            <p:tav tm="100000">
                                              <p:val>
                                                <p:strVal val="#ppt_x"/>
                                              </p:val>
                                            </p:tav>
                                          </p:tavLst>
                                        </p:anim>
                                        <p:anim calcmode="lin" valueType="num" p14:bounceEnd="56000">
                                          <p:cBhvr additive="base">
                                            <p:cTn id="14" dur="500" fill="hold"/>
                                            <p:tgtEl>
                                              <p:spTgt spid="24"/>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14:presetBounceEnd="56000">
                                      <p:stCondLst>
                                        <p:cond delay="250"/>
                                      </p:stCondLst>
                                      <p:childTnLst>
                                        <p:set>
                                          <p:cBhvr>
                                            <p:cTn id="16" dur="1" fill="hold">
                                              <p:stCondLst>
                                                <p:cond delay="0"/>
                                              </p:stCondLst>
                                            </p:cTn>
                                            <p:tgtEl>
                                              <p:spTgt spid="23"/>
                                            </p:tgtEl>
                                            <p:attrNameLst>
                                              <p:attrName>style.visibility</p:attrName>
                                            </p:attrNameLst>
                                          </p:cBhvr>
                                          <p:to>
                                            <p:strVal val="visible"/>
                                          </p:to>
                                        </p:set>
                                        <p:anim calcmode="lin" valueType="num" p14:bounceEnd="56000">
                                          <p:cBhvr additive="base">
                                            <p:cTn id="17" dur="500" fill="hold"/>
                                            <p:tgtEl>
                                              <p:spTgt spid="23"/>
                                            </p:tgtEl>
                                            <p:attrNameLst>
                                              <p:attrName>ppt_x</p:attrName>
                                            </p:attrNameLst>
                                          </p:cBhvr>
                                          <p:tavLst>
                                            <p:tav tm="0">
                                              <p:val>
                                                <p:strVal val="1+#ppt_w/2"/>
                                              </p:val>
                                            </p:tav>
                                            <p:tav tm="100000">
                                              <p:val>
                                                <p:strVal val="#ppt_x"/>
                                              </p:val>
                                            </p:tav>
                                          </p:tavLst>
                                        </p:anim>
                                        <p:anim calcmode="lin" valueType="num" p14:bounceEnd="56000">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nodeType="afterEffect" p14:presetBounceEnd="56000">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14:bounceEnd="56000">
                                          <p:cBhvr additive="base">
                                            <p:cTn id="22" dur="500" fill="hold"/>
                                            <p:tgtEl>
                                              <p:spTgt spid="2"/>
                                            </p:tgtEl>
                                            <p:attrNameLst>
                                              <p:attrName>ppt_x</p:attrName>
                                            </p:attrNameLst>
                                          </p:cBhvr>
                                          <p:tavLst>
                                            <p:tav tm="0">
                                              <p:val>
                                                <p:strVal val="1+#ppt_w/2"/>
                                              </p:val>
                                            </p:tav>
                                            <p:tav tm="100000">
                                              <p:val>
                                                <p:strVal val="#ppt_x"/>
                                              </p:val>
                                            </p:tav>
                                          </p:tavLst>
                                        </p:anim>
                                        <p:anim calcmode="lin" valueType="num" p14:bounceEnd="56000">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1750"/>
                                </p:stCondLst>
                                <p:childTnLst>
                                  <p:par>
                                    <p:cTn id="25" presetID="2" presetClass="entr" presetSubtype="2" fill="hold" nodeType="afterEffect" p14:presetBounceEnd="56000">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14:bounceEnd="56000">
                                          <p:cBhvr additive="base">
                                            <p:cTn id="27" dur="500" fill="hold"/>
                                            <p:tgtEl>
                                              <p:spTgt spid="13"/>
                                            </p:tgtEl>
                                            <p:attrNameLst>
                                              <p:attrName>ppt_x</p:attrName>
                                            </p:attrNameLst>
                                          </p:cBhvr>
                                          <p:tavLst>
                                            <p:tav tm="0">
                                              <p:val>
                                                <p:strVal val="1+#ppt_w/2"/>
                                              </p:val>
                                            </p:tav>
                                            <p:tav tm="100000">
                                              <p:val>
                                                <p:strVal val="#ppt_x"/>
                                              </p:val>
                                            </p:tav>
                                          </p:tavLst>
                                        </p:anim>
                                        <p:anim calcmode="lin" valueType="num" p14:bounceEnd="56000">
                                          <p:cBhvr additive="base">
                                            <p:cTn id="2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25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1+#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1750"/>
                                </p:stCondLst>
                                <p:childTnLst>
                                  <p:par>
                                    <p:cTn id="25" presetID="2" presetClass="entr" presetSubtype="2"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827664" y="1549752"/>
            <a:ext cx="2552700" cy="4176000"/>
            <a:chOff x="1543050" y="1832808"/>
            <a:chExt cx="2552700" cy="4176000"/>
          </a:xfrm>
        </p:grpSpPr>
        <p:sp>
          <p:nvSpPr>
            <p:cNvPr id="8" name="iṥḻiďè"/>
            <p:cNvSpPr/>
            <p:nvPr/>
          </p:nvSpPr>
          <p:spPr>
            <a:xfrm>
              <a:off x="1543050" y="1832808"/>
              <a:ext cx="2552700" cy="4176000"/>
            </a:xfrm>
            <a:prstGeom prst="roundRect">
              <a:avLst>
                <a:gd name="adj" fmla="val 6809"/>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0" name="íś1îďe"/>
            <p:cNvSpPr/>
            <p:nvPr/>
          </p:nvSpPr>
          <p:spPr>
            <a:xfrm>
              <a:off x="2478540" y="2658118"/>
              <a:ext cx="774392" cy="77439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1</a:t>
              </a:r>
              <a:endParaRPr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17" name="组合 16"/>
            <p:cNvGrpSpPr/>
            <p:nvPr/>
          </p:nvGrpSpPr>
          <p:grpSpPr>
            <a:xfrm>
              <a:off x="1654483" y="3974301"/>
              <a:ext cx="2341864" cy="1246495"/>
              <a:chOff x="1759133" y="1344419"/>
              <a:chExt cx="2341864" cy="1246495"/>
            </a:xfrm>
          </p:grpSpPr>
          <p:sp>
            <p:nvSpPr>
              <p:cNvPr id="18" name="文本框 17"/>
              <p:cNvSpPr txBox="1"/>
              <p:nvPr/>
            </p:nvSpPr>
            <p:spPr>
              <a:xfrm>
                <a:off x="1863174"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用户</a:t>
                </a:r>
              </a:p>
            </p:txBody>
          </p:sp>
          <p:sp>
            <p:nvSpPr>
              <p:cNvPr id="19" name="文本框 18"/>
              <p:cNvSpPr txBox="1"/>
              <p:nvPr/>
            </p:nvSpPr>
            <p:spPr>
              <a:xfrm>
                <a:off x="1759133" y="1759917"/>
                <a:ext cx="2341864" cy="830997"/>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实现对菜品的查找、下单、追踪订单状态、充值等一系列功能。</a:t>
                </a:r>
              </a:p>
            </p:txBody>
          </p:sp>
        </p:grpSp>
      </p:grpSp>
      <p:grpSp>
        <p:nvGrpSpPr>
          <p:cNvPr id="28" name="组合 27"/>
          <p:cNvGrpSpPr/>
          <p:nvPr/>
        </p:nvGrpSpPr>
        <p:grpSpPr>
          <a:xfrm>
            <a:off x="4832007" y="1549752"/>
            <a:ext cx="2552700" cy="4176000"/>
            <a:chOff x="4819650" y="1832808"/>
            <a:chExt cx="2552700" cy="4176000"/>
          </a:xfrm>
        </p:grpSpPr>
        <p:sp>
          <p:nvSpPr>
            <p:cNvPr id="6" name="îṥļíḍé"/>
            <p:cNvSpPr/>
            <p:nvPr/>
          </p:nvSpPr>
          <p:spPr>
            <a:xfrm>
              <a:off x="4819650" y="1832808"/>
              <a:ext cx="2552700" cy="4176000"/>
            </a:xfrm>
            <a:prstGeom prst="roundRect">
              <a:avLst>
                <a:gd name="adj" fmla="val 6809"/>
              </a:avLst>
            </a:prstGeom>
            <a:solidFill>
              <a:srgbClr val="04EEE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1" name="íS1îḋê"/>
            <p:cNvSpPr/>
            <p:nvPr/>
          </p:nvSpPr>
          <p:spPr>
            <a:xfrm>
              <a:off x="5708803" y="2658118"/>
              <a:ext cx="774392" cy="77439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4EEE8"/>
                  </a:solidFill>
                  <a:latin typeface="思源黑体 CN Bold" panose="020B0800000000000000" pitchFamily="34" charset="-122"/>
                  <a:ea typeface="思源黑体 CN Bold" panose="020B0800000000000000" pitchFamily="34" charset="-122"/>
                  <a:cs typeface="Arial" panose="020B0604020202020204" pitchFamily="34" charset="0"/>
                </a:rPr>
                <a:t>2</a:t>
              </a:r>
              <a:endParaRPr sz="3200" b="1" dirty="0">
                <a:solidFill>
                  <a:srgbClr val="04EEE8"/>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20" name="组合 19"/>
            <p:cNvGrpSpPr/>
            <p:nvPr/>
          </p:nvGrpSpPr>
          <p:grpSpPr>
            <a:xfrm>
              <a:off x="4925068" y="3974301"/>
              <a:ext cx="2341864" cy="1738937"/>
              <a:chOff x="1750587" y="1344419"/>
              <a:chExt cx="2341864" cy="1738937"/>
            </a:xfrm>
          </p:grpSpPr>
          <p:sp>
            <p:nvSpPr>
              <p:cNvPr id="21" name="文本框 20"/>
              <p:cNvSpPr txBox="1"/>
              <p:nvPr/>
            </p:nvSpPr>
            <p:spPr>
              <a:xfrm>
                <a:off x="1854628"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商家</a:t>
                </a:r>
              </a:p>
            </p:txBody>
          </p:sp>
          <p:sp>
            <p:nvSpPr>
              <p:cNvPr id="22" name="文本框 21"/>
              <p:cNvSpPr txBox="1"/>
              <p:nvPr/>
            </p:nvSpPr>
            <p:spPr>
              <a:xfrm>
                <a:off x="1750587" y="1759917"/>
                <a:ext cx="2341864" cy="1323439"/>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实现其对自己菜品的增删查改功能，并且可以登入订单平台查看实时更新的订单信息，并修改订单进行发餐。</a:t>
                </a:r>
              </a:p>
            </p:txBody>
          </p:sp>
        </p:grpSp>
      </p:grpSp>
      <p:grpSp>
        <p:nvGrpSpPr>
          <p:cNvPr id="29" name="组合 28"/>
          <p:cNvGrpSpPr/>
          <p:nvPr/>
        </p:nvGrpSpPr>
        <p:grpSpPr>
          <a:xfrm>
            <a:off x="7836350" y="1549752"/>
            <a:ext cx="2552700" cy="4176000"/>
            <a:chOff x="8096250" y="1832808"/>
            <a:chExt cx="2552700" cy="4176000"/>
          </a:xfrm>
        </p:grpSpPr>
        <p:sp>
          <p:nvSpPr>
            <p:cNvPr id="4" name="îsļîḓe"/>
            <p:cNvSpPr/>
            <p:nvPr/>
          </p:nvSpPr>
          <p:spPr>
            <a:xfrm>
              <a:off x="8096250" y="1832808"/>
              <a:ext cx="2552700" cy="4176000"/>
            </a:xfrm>
            <a:prstGeom prst="roundRect">
              <a:avLst>
                <a:gd name="adj" fmla="val 6337"/>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2" name="íSľíḑê"/>
            <p:cNvSpPr/>
            <p:nvPr/>
          </p:nvSpPr>
          <p:spPr>
            <a:xfrm>
              <a:off x="8974607" y="2658118"/>
              <a:ext cx="795986" cy="7959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3</a:t>
              </a:r>
              <a:endParaRPr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23" name="组合 22"/>
            <p:cNvGrpSpPr/>
            <p:nvPr/>
          </p:nvGrpSpPr>
          <p:grpSpPr>
            <a:xfrm>
              <a:off x="8193122" y="3974301"/>
              <a:ext cx="2341864" cy="1277273"/>
              <a:chOff x="1742041" y="1344419"/>
              <a:chExt cx="2341864" cy="1277273"/>
            </a:xfrm>
          </p:grpSpPr>
          <p:sp>
            <p:nvSpPr>
              <p:cNvPr id="24" name="文本框 23"/>
              <p:cNvSpPr txBox="1"/>
              <p:nvPr/>
            </p:nvSpPr>
            <p:spPr>
              <a:xfrm>
                <a:off x="1846082"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外卖</a:t>
                </a:r>
              </a:p>
            </p:txBody>
          </p:sp>
          <p:sp>
            <p:nvSpPr>
              <p:cNvPr id="25" name="文本框 24"/>
              <p:cNvSpPr txBox="1"/>
              <p:nvPr/>
            </p:nvSpPr>
            <p:spPr>
              <a:xfrm>
                <a:off x="1742041" y="1790695"/>
                <a:ext cx="2341864" cy="830997"/>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b="0" i="0" dirty="0">
                    <a:solidFill>
                      <a:srgbClr val="060607"/>
                    </a:solidFill>
                    <a:effectLst/>
                    <a:latin typeface="-apple-system"/>
                    <a:ea typeface="思源黑体 CN Light" panose="020B0300000000000000"/>
                  </a:rPr>
                  <a:t>自动化接取和实时更新运输业务，提供高效、透明的物流服务</a:t>
                </a:r>
                <a:endParaRPr lang="zh-CN" altLang="en-US" sz="1600" dirty="0">
                  <a:latin typeface="思源黑体 CN Light" panose="020B0300000000000000" pitchFamily="34" charset="-122"/>
                  <a:ea typeface="思源黑体 CN Light" panose="020B0300000000000000"/>
                  <a:cs typeface="Arial" panose="020B0604020202020204" pitchFamily="34" charset="0"/>
                  <a:sym typeface="+mn-lt"/>
                </a:endParaRPr>
              </a:p>
            </p:txBody>
          </p:sp>
        </p:grpSp>
      </p:grpSp>
      <p:sp>
        <p:nvSpPr>
          <p:cNvPr id="32" name="TextBox 7">
            <a:extLst>
              <a:ext uri="{FF2B5EF4-FFF2-40B4-BE49-F238E27FC236}">
                <a16:creationId xmlns:a16="http://schemas.microsoft.com/office/drawing/2014/main" id="{40E7388C-4FB4-4E72-B574-4CE4CAA6BB80}"/>
              </a:ext>
            </a:extLst>
          </p:cNvPr>
          <p:cNvSpPr txBox="1"/>
          <p:nvPr/>
        </p:nvSpPr>
        <p:spPr>
          <a:xfrm>
            <a:off x="444056" y="246729"/>
            <a:ext cx="1415772" cy="461665"/>
          </a:xfrm>
          <a:prstGeom prst="rect">
            <a:avLst/>
          </a:prstGeom>
          <a:noFill/>
        </p:spPr>
        <p:txBody>
          <a:bodyPr wrap="none" rtlCol="0">
            <a:spAutoFit/>
          </a:bodyPr>
          <a:lstStyle/>
          <a:p>
            <a:r>
              <a:rPr lang="zh-CN" altLang="en-US" sz="2400" dirty="0">
                <a:latin typeface="思源黑体 CN Light" panose="020B0300000000000000" pitchFamily="34" charset="-122"/>
                <a:ea typeface="思源黑体 CN Light" panose="020B0300000000000000" pitchFamily="34" charset="-122"/>
                <a:cs typeface="Arial" panose="020B0604020202020204" pitchFamily="34" charset="0"/>
              </a:rPr>
              <a:t>操作身份</a:t>
            </a:r>
          </a:p>
        </p:txBody>
      </p:sp>
      <p:sp>
        <p:nvSpPr>
          <p:cNvPr id="34" name="矩形 33">
            <a:extLst>
              <a:ext uri="{FF2B5EF4-FFF2-40B4-BE49-F238E27FC236}">
                <a16:creationId xmlns:a16="http://schemas.microsoft.com/office/drawing/2014/main" id="{4FEB00B3-06C0-4E48-A286-076057E4AC73}"/>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F4595306-B1B4-4AE5-81AF-0FCDF5A69EE0}"/>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A577CFB7-FF78-EEB1-5345-BFA74FCD3809}"/>
              </a:ext>
            </a:extLst>
          </p:cNvPr>
          <p:cNvSpPr/>
          <p:nvPr/>
        </p:nvSpPr>
        <p:spPr>
          <a:xfrm>
            <a:off x="11287326" y="5023098"/>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61AAA045-F691-279F-B24F-BD5C42F3289D}"/>
              </a:ext>
            </a:extLst>
          </p:cNvPr>
          <p:cNvSpPr/>
          <p:nvPr/>
        </p:nvSpPr>
        <p:spPr>
          <a:xfrm>
            <a:off x="10372926" y="593749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6771909-9F12-7B64-92E1-E56C73A46492}"/>
              </a:ext>
            </a:extLst>
          </p:cNvPr>
          <p:cNvSpPr/>
          <p:nvPr/>
        </p:nvSpPr>
        <p:spPr>
          <a:xfrm>
            <a:off x="-13144" y="593749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264844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D609-F68C-C0B4-3A77-B869E1F127F2}"/>
            </a:ext>
          </a:extLst>
        </p:cNvPr>
        <p:cNvGrpSpPr/>
        <p:nvPr/>
      </p:nvGrpSpPr>
      <p:grpSpPr>
        <a:xfrm>
          <a:off x="0" y="0"/>
          <a:ext cx="0" cy="0"/>
          <a:chOff x="0" y="0"/>
          <a:chExt cx="0" cy="0"/>
        </a:xfrm>
      </p:grpSpPr>
      <p:grpSp>
        <p:nvGrpSpPr>
          <p:cNvPr id="27" name="组合 26">
            <a:extLst>
              <a:ext uri="{FF2B5EF4-FFF2-40B4-BE49-F238E27FC236}">
                <a16:creationId xmlns:a16="http://schemas.microsoft.com/office/drawing/2014/main" id="{3B09B028-3546-DA1E-D83F-D34810E6C081}"/>
              </a:ext>
            </a:extLst>
          </p:cNvPr>
          <p:cNvGrpSpPr/>
          <p:nvPr/>
        </p:nvGrpSpPr>
        <p:grpSpPr>
          <a:xfrm>
            <a:off x="1827664" y="1549752"/>
            <a:ext cx="2552700" cy="4176000"/>
            <a:chOff x="1543050" y="1832808"/>
            <a:chExt cx="2552700" cy="4176000"/>
          </a:xfrm>
        </p:grpSpPr>
        <p:sp>
          <p:nvSpPr>
            <p:cNvPr id="8" name="iṥḻiďè">
              <a:extLst>
                <a:ext uri="{FF2B5EF4-FFF2-40B4-BE49-F238E27FC236}">
                  <a16:creationId xmlns:a16="http://schemas.microsoft.com/office/drawing/2014/main" id="{37F5768D-FE59-030F-6516-5DC9B23C1759}"/>
                </a:ext>
              </a:extLst>
            </p:cNvPr>
            <p:cNvSpPr/>
            <p:nvPr/>
          </p:nvSpPr>
          <p:spPr>
            <a:xfrm>
              <a:off x="1543050" y="1832808"/>
              <a:ext cx="2552700" cy="4176000"/>
            </a:xfrm>
            <a:prstGeom prst="roundRect">
              <a:avLst>
                <a:gd name="adj" fmla="val 6809"/>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0" name="íś1îďe">
              <a:extLst>
                <a:ext uri="{FF2B5EF4-FFF2-40B4-BE49-F238E27FC236}">
                  <a16:creationId xmlns:a16="http://schemas.microsoft.com/office/drawing/2014/main" id="{1E8DEC3D-DB00-3466-D34A-A31000B3213C}"/>
                </a:ext>
              </a:extLst>
            </p:cNvPr>
            <p:cNvSpPr/>
            <p:nvPr/>
          </p:nvSpPr>
          <p:spPr>
            <a:xfrm>
              <a:off x="2478540" y="2658118"/>
              <a:ext cx="774392" cy="77439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1</a:t>
              </a:r>
              <a:endParaRPr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17" name="组合 16">
              <a:extLst>
                <a:ext uri="{FF2B5EF4-FFF2-40B4-BE49-F238E27FC236}">
                  <a16:creationId xmlns:a16="http://schemas.microsoft.com/office/drawing/2014/main" id="{F61103E1-7459-856F-BDC7-8C5C1F11D281}"/>
                </a:ext>
              </a:extLst>
            </p:cNvPr>
            <p:cNvGrpSpPr/>
            <p:nvPr/>
          </p:nvGrpSpPr>
          <p:grpSpPr>
            <a:xfrm>
              <a:off x="1654483" y="3974301"/>
              <a:ext cx="2341864" cy="1246495"/>
              <a:chOff x="1759133" y="1344419"/>
              <a:chExt cx="2341864" cy="1246495"/>
            </a:xfrm>
          </p:grpSpPr>
          <p:sp>
            <p:nvSpPr>
              <p:cNvPr id="18" name="文本框 17">
                <a:extLst>
                  <a:ext uri="{FF2B5EF4-FFF2-40B4-BE49-F238E27FC236}">
                    <a16:creationId xmlns:a16="http://schemas.microsoft.com/office/drawing/2014/main" id="{4DD052AE-AD75-FE0C-19A5-683663CB572E}"/>
                  </a:ext>
                </a:extLst>
              </p:cNvPr>
              <p:cNvSpPr txBox="1"/>
              <p:nvPr/>
            </p:nvSpPr>
            <p:spPr>
              <a:xfrm>
                <a:off x="1863174"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用户</a:t>
                </a:r>
              </a:p>
            </p:txBody>
          </p:sp>
          <p:sp>
            <p:nvSpPr>
              <p:cNvPr id="19" name="文本框 18">
                <a:extLst>
                  <a:ext uri="{FF2B5EF4-FFF2-40B4-BE49-F238E27FC236}">
                    <a16:creationId xmlns:a16="http://schemas.microsoft.com/office/drawing/2014/main" id="{B1BA5AF7-BD5A-B593-28B3-C1E3BBF3CD56}"/>
                  </a:ext>
                </a:extLst>
              </p:cNvPr>
              <p:cNvSpPr txBox="1"/>
              <p:nvPr/>
            </p:nvSpPr>
            <p:spPr>
              <a:xfrm>
                <a:off x="1759133" y="1759917"/>
                <a:ext cx="2341864" cy="830997"/>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实现对菜品的查找、下单、追踪订单状态、充值等一系列功能。</a:t>
                </a:r>
              </a:p>
            </p:txBody>
          </p:sp>
        </p:grpSp>
      </p:grpSp>
      <p:grpSp>
        <p:nvGrpSpPr>
          <p:cNvPr id="28" name="组合 27">
            <a:extLst>
              <a:ext uri="{FF2B5EF4-FFF2-40B4-BE49-F238E27FC236}">
                <a16:creationId xmlns:a16="http://schemas.microsoft.com/office/drawing/2014/main" id="{F20A4512-3B5B-C51D-DCDF-282CE2ED652B}"/>
              </a:ext>
            </a:extLst>
          </p:cNvPr>
          <p:cNvGrpSpPr/>
          <p:nvPr/>
        </p:nvGrpSpPr>
        <p:grpSpPr>
          <a:xfrm>
            <a:off x="4832007" y="1549752"/>
            <a:ext cx="2552700" cy="4176000"/>
            <a:chOff x="4819650" y="1832808"/>
            <a:chExt cx="2552700" cy="4176000"/>
          </a:xfrm>
        </p:grpSpPr>
        <p:sp>
          <p:nvSpPr>
            <p:cNvPr id="6" name="îṥļíḍé">
              <a:extLst>
                <a:ext uri="{FF2B5EF4-FFF2-40B4-BE49-F238E27FC236}">
                  <a16:creationId xmlns:a16="http://schemas.microsoft.com/office/drawing/2014/main" id="{649CC73E-2C5C-FE2D-F5FE-C6F12D612CF5}"/>
                </a:ext>
              </a:extLst>
            </p:cNvPr>
            <p:cNvSpPr/>
            <p:nvPr/>
          </p:nvSpPr>
          <p:spPr>
            <a:xfrm>
              <a:off x="4819650" y="1832808"/>
              <a:ext cx="2552700" cy="4176000"/>
            </a:xfrm>
            <a:prstGeom prst="roundRect">
              <a:avLst>
                <a:gd name="adj" fmla="val 6809"/>
              </a:avLst>
            </a:prstGeom>
            <a:solidFill>
              <a:srgbClr val="04EEE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1" name="íS1îḋê">
              <a:extLst>
                <a:ext uri="{FF2B5EF4-FFF2-40B4-BE49-F238E27FC236}">
                  <a16:creationId xmlns:a16="http://schemas.microsoft.com/office/drawing/2014/main" id="{AF664BBE-059D-AB4B-B22F-18941D1E2A14}"/>
                </a:ext>
              </a:extLst>
            </p:cNvPr>
            <p:cNvSpPr/>
            <p:nvPr/>
          </p:nvSpPr>
          <p:spPr>
            <a:xfrm>
              <a:off x="5708803" y="2658118"/>
              <a:ext cx="774392" cy="77439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4EEE8"/>
                  </a:solidFill>
                  <a:latin typeface="思源黑体 CN Bold" panose="020B0800000000000000" pitchFamily="34" charset="-122"/>
                  <a:ea typeface="思源黑体 CN Bold" panose="020B0800000000000000" pitchFamily="34" charset="-122"/>
                  <a:cs typeface="Arial" panose="020B0604020202020204" pitchFamily="34" charset="0"/>
                </a:rPr>
                <a:t>2</a:t>
              </a:r>
              <a:endParaRPr sz="3200" b="1" dirty="0">
                <a:solidFill>
                  <a:srgbClr val="04EEE8"/>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20" name="组合 19">
              <a:extLst>
                <a:ext uri="{FF2B5EF4-FFF2-40B4-BE49-F238E27FC236}">
                  <a16:creationId xmlns:a16="http://schemas.microsoft.com/office/drawing/2014/main" id="{3ABE368C-6CD6-678E-E723-DC74164B75C4}"/>
                </a:ext>
              </a:extLst>
            </p:cNvPr>
            <p:cNvGrpSpPr/>
            <p:nvPr/>
          </p:nvGrpSpPr>
          <p:grpSpPr>
            <a:xfrm>
              <a:off x="4925068" y="3974301"/>
              <a:ext cx="2341864" cy="1738937"/>
              <a:chOff x="1750587" y="1344419"/>
              <a:chExt cx="2341864" cy="1738937"/>
            </a:xfrm>
          </p:grpSpPr>
          <p:sp>
            <p:nvSpPr>
              <p:cNvPr id="21" name="文本框 20">
                <a:extLst>
                  <a:ext uri="{FF2B5EF4-FFF2-40B4-BE49-F238E27FC236}">
                    <a16:creationId xmlns:a16="http://schemas.microsoft.com/office/drawing/2014/main" id="{018385A5-B469-D565-20ED-9B5CC49605D8}"/>
                  </a:ext>
                </a:extLst>
              </p:cNvPr>
              <p:cNvSpPr txBox="1"/>
              <p:nvPr/>
            </p:nvSpPr>
            <p:spPr>
              <a:xfrm>
                <a:off x="1854628"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商家</a:t>
                </a:r>
              </a:p>
            </p:txBody>
          </p:sp>
          <p:sp>
            <p:nvSpPr>
              <p:cNvPr id="22" name="文本框 21">
                <a:extLst>
                  <a:ext uri="{FF2B5EF4-FFF2-40B4-BE49-F238E27FC236}">
                    <a16:creationId xmlns:a16="http://schemas.microsoft.com/office/drawing/2014/main" id="{2228D8C6-A7A3-DC26-F886-7ED190EEEA5D}"/>
                  </a:ext>
                </a:extLst>
              </p:cNvPr>
              <p:cNvSpPr txBox="1"/>
              <p:nvPr/>
            </p:nvSpPr>
            <p:spPr>
              <a:xfrm>
                <a:off x="1750587" y="1759917"/>
                <a:ext cx="2341864" cy="1323439"/>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实现其对自己菜品的增删查改功能，并且可以登入订单平台查看实时更新的订单信息，并修改订单进行发餐。</a:t>
                </a:r>
              </a:p>
            </p:txBody>
          </p:sp>
        </p:grpSp>
      </p:grpSp>
      <p:grpSp>
        <p:nvGrpSpPr>
          <p:cNvPr id="29" name="组合 28">
            <a:extLst>
              <a:ext uri="{FF2B5EF4-FFF2-40B4-BE49-F238E27FC236}">
                <a16:creationId xmlns:a16="http://schemas.microsoft.com/office/drawing/2014/main" id="{7680F606-B0DF-FDDB-A73E-4AB13C6C7A1F}"/>
              </a:ext>
            </a:extLst>
          </p:cNvPr>
          <p:cNvGrpSpPr/>
          <p:nvPr/>
        </p:nvGrpSpPr>
        <p:grpSpPr>
          <a:xfrm>
            <a:off x="7836350" y="1549752"/>
            <a:ext cx="2552700" cy="4176000"/>
            <a:chOff x="8096250" y="1832808"/>
            <a:chExt cx="2552700" cy="4176000"/>
          </a:xfrm>
        </p:grpSpPr>
        <p:sp>
          <p:nvSpPr>
            <p:cNvPr id="4" name="îsļîḓe">
              <a:extLst>
                <a:ext uri="{FF2B5EF4-FFF2-40B4-BE49-F238E27FC236}">
                  <a16:creationId xmlns:a16="http://schemas.microsoft.com/office/drawing/2014/main" id="{D3ED4CFD-929B-AE22-6049-A44B095C265B}"/>
                </a:ext>
              </a:extLst>
            </p:cNvPr>
            <p:cNvSpPr/>
            <p:nvPr/>
          </p:nvSpPr>
          <p:spPr>
            <a:xfrm>
              <a:off x="8096250" y="1832808"/>
              <a:ext cx="2552700" cy="4176000"/>
            </a:xfrm>
            <a:prstGeom prst="roundRect">
              <a:avLst>
                <a:gd name="adj" fmla="val 6337"/>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628000" anchor="t" anchorCtr="1">
              <a:normAutofit/>
            </a:bodyPr>
            <a:lstStyle/>
            <a:p>
              <a:pPr algn="ctr" defTabSz="914378">
                <a:lnSpc>
                  <a:spcPct val="120000"/>
                </a:lnSpc>
                <a:defRPr/>
              </a:pPr>
              <a:endParaRPr lang="zh-CN" altLang="en-US" sz="1100" dirty="0">
                <a:solidFill>
                  <a:schemeClr val="tx1"/>
                </a:solidFill>
              </a:endParaRPr>
            </a:p>
          </p:txBody>
        </p:sp>
        <p:sp>
          <p:nvSpPr>
            <p:cNvPr id="12" name="íSľíḑê">
              <a:extLst>
                <a:ext uri="{FF2B5EF4-FFF2-40B4-BE49-F238E27FC236}">
                  <a16:creationId xmlns:a16="http://schemas.microsoft.com/office/drawing/2014/main" id="{F9F33F9C-FB36-4E47-463D-F6BE8AEE40C4}"/>
                </a:ext>
              </a:extLst>
            </p:cNvPr>
            <p:cNvSpPr/>
            <p:nvPr/>
          </p:nvSpPr>
          <p:spPr>
            <a:xfrm>
              <a:off x="8974607" y="2658118"/>
              <a:ext cx="795986" cy="7959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3</a:t>
              </a:r>
              <a:endParaRPr sz="32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23" name="组合 22">
              <a:extLst>
                <a:ext uri="{FF2B5EF4-FFF2-40B4-BE49-F238E27FC236}">
                  <a16:creationId xmlns:a16="http://schemas.microsoft.com/office/drawing/2014/main" id="{19AF050D-1452-20DC-3961-448CBABDC447}"/>
                </a:ext>
              </a:extLst>
            </p:cNvPr>
            <p:cNvGrpSpPr/>
            <p:nvPr/>
          </p:nvGrpSpPr>
          <p:grpSpPr>
            <a:xfrm>
              <a:off x="8193122" y="3974301"/>
              <a:ext cx="2341864" cy="1277273"/>
              <a:chOff x="1742041" y="1344419"/>
              <a:chExt cx="2341864" cy="1277273"/>
            </a:xfrm>
          </p:grpSpPr>
          <p:sp>
            <p:nvSpPr>
              <p:cNvPr id="24" name="文本框 23">
                <a:extLst>
                  <a:ext uri="{FF2B5EF4-FFF2-40B4-BE49-F238E27FC236}">
                    <a16:creationId xmlns:a16="http://schemas.microsoft.com/office/drawing/2014/main" id="{1C2153DD-1211-1FDA-3AA4-6433D194F393}"/>
                  </a:ext>
                </a:extLst>
              </p:cNvPr>
              <p:cNvSpPr txBox="1"/>
              <p:nvPr/>
            </p:nvSpPr>
            <p:spPr>
              <a:xfrm>
                <a:off x="1846082" y="1344419"/>
                <a:ext cx="2133781" cy="446276"/>
              </a:xfrm>
              <a:prstGeom prst="rect">
                <a:avLst/>
              </a:prstGeom>
              <a:noFill/>
            </p:spPr>
            <p:txBody>
              <a:bodyPr wrap="square" rtlCol="0">
                <a:spAutoFit/>
                <a:scene3d>
                  <a:camera prst="orthographicFront"/>
                  <a:lightRig rig="threePt" dir="t"/>
                </a:scene3d>
                <a:sp3d contourW="12700"/>
              </a:bodyPr>
              <a:lstStyle/>
              <a:p>
                <a:pPr algn="ct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外卖</a:t>
                </a:r>
              </a:p>
            </p:txBody>
          </p:sp>
          <p:sp>
            <p:nvSpPr>
              <p:cNvPr id="25" name="文本框 24">
                <a:extLst>
                  <a:ext uri="{FF2B5EF4-FFF2-40B4-BE49-F238E27FC236}">
                    <a16:creationId xmlns:a16="http://schemas.microsoft.com/office/drawing/2014/main" id="{42036BF4-769E-4CE1-34FD-BACB47D486D2}"/>
                  </a:ext>
                </a:extLst>
              </p:cNvPr>
              <p:cNvSpPr txBox="1"/>
              <p:nvPr/>
            </p:nvSpPr>
            <p:spPr>
              <a:xfrm>
                <a:off x="1742041" y="1790695"/>
                <a:ext cx="2341864" cy="830997"/>
              </a:xfrm>
              <a:prstGeom prst="rect">
                <a:avLst/>
              </a:prstGeom>
              <a:noFill/>
            </p:spPr>
            <p:txBody>
              <a:bodyPr wrap="square" rtlCol="0">
                <a:spAutoFit/>
                <a:scene3d>
                  <a:camera prst="orthographicFront"/>
                  <a:lightRig rig="threePt" dir="t"/>
                </a:scene3d>
                <a:sp3d contourW="12700"/>
              </a:bodyPr>
              <a:lstStyle/>
              <a:p>
                <a:pPr algn="ctr">
                  <a:spcBef>
                    <a:spcPct val="0"/>
                  </a:spcBef>
                </a:pPr>
                <a:r>
                  <a:rPr lang="zh-CN" altLang="en-US" sz="1600" b="0" i="0" dirty="0">
                    <a:solidFill>
                      <a:srgbClr val="060607"/>
                    </a:solidFill>
                    <a:effectLst/>
                    <a:latin typeface="-apple-system"/>
                    <a:ea typeface="思源黑体 CN Light" panose="020B0300000000000000"/>
                  </a:rPr>
                  <a:t>自动化接取和实时更新运输业务，提供高效、透明的物流服务</a:t>
                </a:r>
                <a:endParaRPr lang="zh-CN" altLang="en-US" sz="1600" dirty="0">
                  <a:latin typeface="思源黑体 CN Light" panose="020B0300000000000000" pitchFamily="34" charset="-122"/>
                  <a:ea typeface="思源黑体 CN Light" panose="020B0300000000000000"/>
                  <a:cs typeface="Arial" panose="020B0604020202020204" pitchFamily="34" charset="0"/>
                  <a:sym typeface="+mn-lt"/>
                </a:endParaRPr>
              </a:p>
            </p:txBody>
          </p:sp>
        </p:grpSp>
      </p:grpSp>
      <p:sp>
        <p:nvSpPr>
          <p:cNvPr id="32" name="TextBox 7">
            <a:extLst>
              <a:ext uri="{FF2B5EF4-FFF2-40B4-BE49-F238E27FC236}">
                <a16:creationId xmlns:a16="http://schemas.microsoft.com/office/drawing/2014/main" id="{E3B79E89-20E6-C3F9-994A-5E21D75671E8}"/>
              </a:ext>
            </a:extLst>
          </p:cNvPr>
          <p:cNvSpPr txBox="1"/>
          <p:nvPr/>
        </p:nvSpPr>
        <p:spPr>
          <a:xfrm>
            <a:off x="444056" y="246729"/>
            <a:ext cx="1415772" cy="461665"/>
          </a:xfrm>
          <a:prstGeom prst="rect">
            <a:avLst/>
          </a:prstGeom>
          <a:noFill/>
        </p:spPr>
        <p:txBody>
          <a:bodyPr wrap="none" rtlCol="0">
            <a:spAutoFit/>
          </a:bodyPr>
          <a:lstStyle/>
          <a:p>
            <a:r>
              <a:rPr lang="zh-CN" altLang="en-US" sz="2400" dirty="0">
                <a:latin typeface="思源黑体 CN Light" panose="020B0300000000000000" pitchFamily="34" charset="-122"/>
                <a:ea typeface="思源黑体 CN Light" panose="020B0300000000000000" pitchFamily="34" charset="-122"/>
                <a:cs typeface="Arial" panose="020B0604020202020204" pitchFamily="34" charset="0"/>
              </a:rPr>
              <a:t>操作身份</a:t>
            </a:r>
          </a:p>
        </p:txBody>
      </p:sp>
      <p:sp>
        <p:nvSpPr>
          <p:cNvPr id="34" name="矩形 33">
            <a:extLst>
              <a:ext uri="{FF2B5EF4-FFF2-40B4-BE49-F238E27FC236}">
                <a16:creationId xmlns:a16="http://schemas.microsoft.com/office/drawing/2014/main" id="{7D9710BB-EE4A-0C2E-C729-41E2C10B491E}"/>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1D4DD43E-48C1-26DB-9AC1-AA5911ADBA7B}"/>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75F36FC-6070-4B99-6D17-119371C9A21F}"/>
              </a:ext>
            </a:extLst>
          </p:cNvPr>
          <p:cNvSpPr/>
          <p:nvPr/>
        </p:nvSpPr>
        <p:spPr>
          <a:xfrm>
            <a:off x="11287326" y="5023098"/>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96651E54-863C-615F-55A8-37622C61FC43}"/>
              </a:ext>
            </a:extLst>
          </p:cNvPr>
          <p:cNvSpPr/>
          <p:nvPr/>
        </p:nvSpPr>
        <p:spPr>
          <a:xfrm>
            <a:off x="10372926" y="593749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1A4B972-BFED-F2D6-DC7D-EAB5C99C2F3E}"/>
              </a:ext>
            </a:extLst>
          </p:cNvPr>
          <p:cNvSpPr/>
          <p:nvPr/>
        </p:nvSpPr>
        <p:spPr>
          <a:xfrm>
            <a:off x="-13144" y="593749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14268465"/>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27E26-3CA5-6C5C-48CB-BDE8711AE1D0}"/>
            </a:ext>
          </a:extLst>
        </p:cNvPr>
        <p:cNvGrpSpPr/>
        <p:nvPr/>
      </p:nvGrpSpPr>
      <p:grpSpPr>
        <a:xfrm>
          <a:off x="0" y="0"/>
          <a:ext cx="0" cy="0"/>
          <a:chOff x="0" y="0"/>
          <a:chExt cx="0" cy="0"/>
        </a:xfrm>
      </p:grpSpPr>
      <p:grpSp>
        <p:nvGrpSpPr>
          <p:cNvPr id="26" name="组合 25">
            <a:extLst>
              <a:ext uri="{FF2B5EF4-FFF2-40B4-BE49-F238E27FC236}">
                <a16:creationId xmlns:a16="http://schemas.microsoft.com/office/drawing/2014/main" id="{A4A4AA6F-AEDB-0080-59A3-F9C7B8D87457}"/>
              </a:ext>
            </a:extLst>
          </p:cNvPr>
          <p:cNvGrpSpPr/>
          <p:nvPr/>
        </p:nvGrpSpPr>
        <p:grpSpPr>
          <a:xfrm>
            <a:off x="347079" y="168299"/>
            <a:ext cx="2203082" cy="511577"/>
            <a:chOff x="347079" y="183969"/>
            <a:chExt cx="2203082" cy="511577"/>
          </a:xfrm>
        </p:grpSpPr>
        <p:sp>
          <p:nvSpPr>
            <p:cNvPr id="27" name="TextBox 7">
              <a:extLst>
                <a:ext uri="{FF2B5EF4-FFF2-40B4-BE49-F238E27FC236}">
                  <a16:creationId xmlns:a16="http://schemas.microsoft.com/office/drawing/2014/main" id="{796E6987-2BE5-5671-E447-CDA9496EF22C}"/>
                </a:ext>
              </a:extLst>
            </p:cNvPr>
            <p:cNvSpPr txBox="1"/>
            <p:nvPr/>
          </p:nvSpPr>
          <p:spPr>
            <a:xfrm>
              <a:off x="347079" y="183969"/>
              <a:ext cx="2203082" cy="461665"/>
            </a:xfrm>
            <a:prstGeom prst="rect">
              <a:avLst/>
            </a:prstGeom>
            <a:noFill/>
          </p:spPr>
          <p:txBody>
            <a:bodyPr wrap="square" rtlCol="0">
              <a:spAutoFit/>
            </a:bodyPr>
            <a:lstStyle/>
            <a:p>
              <a:r>
                <a:rPr lang="zh-CN" altLang="en-US" sz="2400" dirty="0">
                  <a:solidFill>
                    <a:srgbClr val="0F74E3"/>
                  </a:solidFill>
                  <a:latin typeface="思源黑体 CN Light" panose="020B0300000000000000" pitchFamily="34" charset="-122"/>
                  <a:ea typeface="思源黑体 CN Light" panose="020B0300000000000000" pitchFamily="34" charset="-122"/>
                  <a:cs typeface="Arial" panose="020B0604020202020204" pitchFamily="34" charset="0"/>
                </a:rPr>
                <a:t>采用技术</a:t>
              </a:r>
            </a:p>
          </p:txBody>
        </p:sp>
        <p:sp>
          <p:nvSpPr>
            <p:cNvPr id="28" name="TextBox 8">
              <a:extLst>
                <a:ext uri="{FF2B5EF4-FFF2-40B4-BE49-F238E27FC236}">
                  <a16:creationId xmlns:a16="http://schemas.microsoft.com/office/drawing/2014/main" id="{E1F3C329-EA84-A09A-6CC6-0836BEA68041}"/>
                </a:ext>
              </a:extLst>
            </p:cNvPr>
            <p:cNvSpPr txBox="1"/>
            <p:nvPr/>
          </p:nvSpPr>
          <p:spPr>
            <a:xfrm>
              <a:off x="444056" y="464714"/>
              <a:ext cx="184731" cy="230832"/>
            </a:xfrm>
            <a:prstGeom prst="rect">
              <a:avLst/>
            </a:prstGeom>
            <a:noFill/>
          </p:spPr>
          <p:txBody>
            <a:bodyPr wrap="none" rtlCol="0">
              <a:spAutoFit/>
            </a:bodyPr>
            <a:lstStyle/>
            <a:p>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29" name="矩形 28">
            <a:extLst>
              <a:ext uri="{FF2B5EF4-FFF2-40B4-BE49-F238E27FC236}">
                <a16:creationId xmlns:a16="http://schemas.microsoft.com/office/drawing/2014/main" id="{23E21EA6-BE4C-369D-06F0-A59701ABB146}"/>
              </a:ext>
            </a:extLst>
          </p:cNvPr>
          <p:cNvSpPr/>
          <p:nvPr/>
        </p:nvSpPr>
        <p:spPr>
          <a:xfrm>
            <a:off x="243840" y="244988"/>
            <a:ext cx="121920" cy="436628"/>
          </a:xfrm>
          <a:prstGeom prst="rect">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9260C2BE-4CF8-10B0-0760-F0DF00841910}"/>
              </a:ext>
            </a:extLst>
          </p:cNvPr>
          <p:cNvSpPr/>
          <p:nvPr/>
        </p:nvSpPr>
        <p:spPr>
          <a:xfrm>
            <a:off x="11277600"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5AA1337C-C421-EF40-3775-4A44F089ED46}"/>
              </a:ext>
            </a:extLst>
          </p:cNvPr>
          <p:cNvSpPr/>
          <p:nvPr/>
        </p:nvSpPr>
        <p:spPr>
          <a:xfrm>
            <a:off x="2720713" y="4976243"/>
            <a:ext cx="8293860" cy="124918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solidFill>
                  <a:srgbClr val="FFFFFF"/>
                </a:solidFill>
                <a:latin typeface="思源黑体 CN Light" panose="020B0300000000000000" pitchFamily="34" charset="-122"/>
                <a:ea typeface="思源黑体 CN Light" panose="020B0300000000000000" pitchFamily="34" charset="-122"/>
                <a:cs typeface="Arial" panose="020B0604020202020204" pitchFamily="34" charset="0"/>
              </a:rPr>
              <a:t>对于订单与物流员的关系，按照理论应当将派发的三个属性以及物流员的</a:t>
            </a:r>
            <a:r>
              <a:rPr lang="en-US" altLang="zh-CN" sz="1600" dirty="0">
                <a:solidFill>
                  <a:srgbClr val="FFFFFF"/>
                </a:solidFill>
                <a:latin typeface="思源黑体 CN Light" panose="020B0300000000000000" pitchFamily="34" charset="-122"/>
                <a:ea typeface="思源黑体 CN Light" panose="020B0300000000000000" pitchFamily="34" charset="-122"/>
                <a:cs typeface="Arial" panose="020B0604020202020204" pitchFamily="34" charset="0"/>
              </a:rPr>
              <a:t>ID</a:t>
            </a:r>
            <a:r>
              <a:rPr lang="zh-CN" altLang="en-US" sz="1600" dirty="0">
                <a:solidFill>
                  <a:srgbClr val="FFFFFF"/>
                </a:solidFill>
                <a:latin typeface="思源黑体 CN Light" panose="020B0300000000000000" pitchFamily="34" charset="-122"/>
                <a:ea typeface="思源黑体 CN Light" panose="020B0300000000000000" pitchFamily="34" charset="-122"/>
                <a:cs typeface="Arial" panose="020B0604020202020204" pitchFamily="34" charset="0"/>
              </a:rPr>
              <a:t>全部赋给订单，但这样就会出现订单表过于庞大的问题。并且考虑到现实生活中，物流公司和购物平台属于合作关系，则物流公司本身应当具有数据库表来独立记录信息，因此这里直接将派发联系转换为独立数据库表。</a:t>
            </a:r>
          </a:p>
        </p:txBody>
      </p:sp>
      <p:grpSp>
        <p:nvGrpSpPr>
          <p:cNvPr id="3" name="组合 2">
            <a:extLst>
              <a:ext uri="{FF2B5EF4-FFF2-40B4-BE49-F238E27FC236}">
                <a16:creationId xmlns:a16="http://schemas.microsoft.com/office/drawing/2014/main" id="{F62474CF-FCA6-0372-C87D-58364BE2507B}"/>
              </a:ext>
            </a:extLst>
          </p:cNvPr>
          <p:cNvGrpSpPr/>
          <p:nvPr/>
        </p:nvGrpSpPr>
        <p:grpSpPr>
          <a:xfrm>
            <a:off x="3881362" y="1529937"/>
            <a:ext cx="4595004" cy="4443658"/>
            <a:chOff x="3683878" y="1311835"/>
            <a:chExt cx="5213492" cy="5041774"/>
          </a:xfrm>
        </p:grpSpPr>
        <p:grpSp>
          <p:nvGrpSpPr>
            <p:cNvPr id="4" name="Group 4">
              <a:extLst>
                <a:ext uri="{FF2B5EF4-FFF2-40B4-BE49-F238E27FC236}">
                  <a16:creationId xmlns:a16="http://schemas.microsoft.com/office/drawing/2014/main" id="{87987F10-6EC3-AB04-5C8A-90DC1A0877D3}"/>
                </a:ext>
              </a:extLst>
            </p:cNvPr>
            <p:cNvGrpSpPr>
              <a:grpSpLocks noChangeAspect="1"/>
            </p:cNvGrpSpPr>
            <p:nvPr/>
          </p:nvGrpSpPr>
          <p:grpSpPr bwMode="auto">
            <a:xfrm>
              <a:off x="3772790" y="1427566"/>
              <a:ext cx="5042353" cy="4926043"/>
              <a:chOff x="1629" y="-2"/>
              <a:chExt cx="4422" cy="4320"/>
            </a:xfrm>
          </p:grpSpPr>
          <p:sp>
            <p:nvSpPr>
              <p:cNvPr id="32" name="Freeform 6">
                <a:extLst>
                  <a:ext uri="{FF2B5EF4-FFF2-40B4-BE49-F238E27FC236}">
                    <a16:creationId xmlns:a16="http://schemas.microsoft.com/office/drawing/2014/main" id="{F08C23FF-64E7-A1DF-E6DC-192A0431CC99}"/>
                  </a:ext>
                </a:extLst>
              </p:cNvPr>
              <p:cNvSpPr>
                <a:spLocks/>
              </p:cNvSpPr>
              <p:nvPr/>
            </p:nvSpPr>
            <p:spPr bwMode="auto">
              <a:xfrm>
                <a:off x="3222" y="620"/>
                <a:ext cx="90" cy="612"/>
              </a:xfrm>
              <a:custGeom>
                <a:avLst/>
                <a:gdLst>
                  <a:gd name="T0" fmla="*/ 62 w 90"/>
                  <a:gd name="T1" fmla="*/ 612 h 612"/>
                  <a:gd name="T2" fmla="*/ 0 w 90"/>
                  <a:gd name="T3" fmla="*/ 4 h 612"/>
                  <a:gd name="T4" fmla="*/ 26 w 90"/>
                  <a:gd name="T5" fmla="*/ 0 h 612"/>
                  <a:gd name="T6" fmla="*/ 90 w 90"/>
                  <a:gd name="T7" fmla="*/ 610 h 612"/>
                  <a:gd name="T8" fmla="*/ 62 w 90"/>
                  <a:gd name="T9" fmla="*/ 612 h 612"/>
                </a:gdLst>
                <a:ahLst/>
                <a:cxnLst>
                  <a:cxn ang="0">
                    <a:pos x="T0" y="T1"/>
                  </a:cxn>
                  <a:cxn ang="0">
                    <a:pos x="T2" y="T3"/>
                  </a:cxn>
                  <a:cxn ang="0">
                    <a:pos x="T4" y="T5"/>
                  </a:cxn>
                  <a:cxn ang="0">
                    <a:pos x="T6" y="T7"/>
                  </a:cxn>
                  <a:cxn ang="0">
                    <a:pos x="T8" y="T9"/>
                  </a:cxn>
                </a:cxnLst>
                <a:rect l="0" t="0" r="r" b="b"/>
                <a:pathLst>
                  <a:path w="90" h="612">
                    <a:moveTo>
                      <a:pt x="62" y="612"/>
                    </a:moveTo>
                    <a:lnTo>
                      <a:pt x="0" y="4"/>
                    </a:lnTo>
                    <a:lnTo>
                      <a:pt x="26" y="0"/>
                    </a:lnTo>
                    <a:lnTo>
                      <a:pt x="90" y="610"/>
                    </a:lnTo>
                    <a:lnTo>
                      <a:pt x="62" y="6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3" name="Freeform 7">
                <a:extLst>
                  <a:ext uri="{FF2B5EF4-FFF2-40B4-BE49-F238E27FC236}">
                    <a16:creationId xmlns:a16="http://schemas.microsoft.com/office/drawing/2014/main" id="{14BA55DA-68B6-4486-FDD1-3FFE07399D5A}"/>
                  </a:ext>
                </a:extLst>
              </p:cNvPr>
              <p:cNvSpPr>
                <a:spLocks/>
              </p:cNvSpPr>
              <p:nvPr/>
            </p:nvSpPr>
            <p:spPr bwMode="auto">
              <a:xfrm>
                <a:off x="2781" y="1218"/>
                <a:ext cx="522" cy="231"/>
              </a:xfrm>
              <a:custGeom>
                <a:avLst/>
                <a:gdLst>
                  <a:gd name="T0" fmla="*/ 522 w 522"/>
                  <a:gd name="T1" fmla="*/ 26 h 231"/>
                  <a:gd name="T2" fmla="*/ 10 w 522"/>
                  <a:gd name="T3" fmla="*/ 231 h 231"/>
                  <a:gd name="T4" fmla="*/ 0 w 522"/>
                  <a:gd name="T5" fmla="*/ 206 h 231"/>
                  <a:gd name="T6" fmla="*/ 512 w 522"/>
                  <a:gd name="T7" fmla="*/ 0 h 231"/>
                  <a:gd name="T8" fmla="*/ 522 w 522"/>
                  <a:gd name="T9" fmla="*/ 26 h 231"/>
                </a:gdLst>
                <a:ahLst/>
                <a:cxnLst>
                  <a:cxn ang="0">
                    <a:pos x="T0" y="T1"/>
                  </a:cxn>
                  <a:cxn ang="0">
                    <a:pos x="T2" y="T3"/>
                  </a:cxn>
                  <a:cxn ang="0">
                    <a:pos x="T4" y="T5"/>
                  </a:cxn>
                  <a:cxn ang="0">
                    <a:pos x="T6" y="T7"/>
                  </a:cxn>
                  <a:cxn ang="0">
                    <a:pos x="T8" y="T9"/>
                  </a:cxn>
                </a:cxnLst>
                <a:rect l="0" t="0" r="r" b="b"/>
                <a:pathLst>
                  <a:path w="522" h="231">
                    <a:moveTo>
                      <a:pt x="522" y="26"/>
                    </a:moveTo>
                    <a:lnTo>
                      <a:pt x="10" y="231"/>
                    </a:lnTo>
                    <a:lnTo>
                      <a:pt x="0" y="206"/>
                    </a:lnTo>
                    <a:lnTo>
                      <a:pt x="512" y="0"/>
                    </a:lnTo>
                    <a:lnTo>
                      <a:pt x="522"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4" name="Freeform 8">
                <a:extLst>
                  <a:ext uri="{FF2B5EF4-FFF2-40B4-BE49-F238E27FC236}">
                    <a16:creationId xmlns:a16="http://schemas.microsoft.com/office/drawing/2014/main" id="{5D3B3FBC-FB2B-EEBF-5C6D-3A56DC1E5F4F}"/>
                  </a:ext>
                </a:extLst>
              </p:cNvPr>
              <p:cNvSpPr>
                <a:spLocks/>
              </p:cNvSpPr>
              <p:nvPr/>
            </p:nvSpPr>
            <p:spPr bwMode="auto">
              <a:xfrm>
                <a:off x="3286" y="1226"/>
                <a:ext cx="316" cy="893"/>
              </a:xfrm>
              <a:custGeom>
                <a:avLst/>
                <a:gdLst>
                  <a:gd name="T0" fmla="*/ 24 w 316"/>
                  <a:gd name="T1" fmla="*/ 0 h 893"/>
                  <a:gd name="T2" fmla="*/ 316 w 316"/>
                  <a:gd name="T3" fmla="*/ 884 h 893"/>
                  <a:gd name="T4" fmla="*/ 290 w 316"/>
                  <a:gd name="T5" fmla="*/ 893 h 893"/>
                  <a:gd name="T6" fmla="*/ 0 w 316"/>
                  <a:gd name="T7" fmla="*/ 9 h 893"/>
                  <a:gd name="T8" fmla="*/ 24 w 316"/>
                  <a:gd name="T9" fmla="*/ 0 h 893"/>
                </a:gdLst>
                <a:ahLst/>
                <a:cxnLst>
                  <a:cxn ang="0">
                    <a:pos x="T0" y="T1"/>
                  </a:cxn>
                  <a:cxn ang="0">
                    <a:pos x="T2" y="T3"/>
                  </a:cxn>
                  <a:cxn ang="0">
                    <a:pos x="T4" y="T5"/>
                  </a:cxn>
                  <a:cxn ang="0">
                    <a:pos x="T6" y="T7"/>
                  </a:cxn>
                  <a:cxn ang="0">
                    <a:pos x="T8" y="T9"/>
                  </a:cxn>
                </a:cxnLst>
                <a:rect l="0" t="0" r="r" b="b"/>
                <a:pathLst>
                  <a:path w="316" h="893">
                    <a:moveTo>
                      <a:pt x="24" y="0"/>
                    </a:moveTo>
                    <a:lnTo>
                      <a:pt x="316" y="884"/>
                    </a:lnTo>
                    <a:lnTo>
                      <a:pt x="290" y="893"/>
                    </a:lnTo>
                    <a:lnTo>
                      <a:pt x="0" y="9"/>
                    </a:lnTo>
                    <a:lnTo>
                      <a:pt x="2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5" name="Freeform 9">
                <a:extLst>
                  <a:ext uri="{FF2B5EF4-FFF2-40B4-BE49-F238E27FC236}">
                    <a16:creationId xmlns:a16="http://schemas.microsoft.com/office/drawing/2014/main" id="{05F8F487-A9E6-152D-6A54-9F9EE309CB44}"/>
                  </a:ext>
                </a:extLst>
              </p:cNvPr>
              <p:cNvSpPr>
                <a:spLocks/>
              </p:cNvSpPr>
              <p:nvPr/>
            </p:nvSpPr>
            <p:spPr bwMode="auto">
              <a:xfrm>
                <a:off x="3527" y="2114"/>
                <a:ext cx="75" cy="730"/>
              </a:xfrm>
              <a:custGeom>
                <a:avLst/>
                <a:gdLst>
                  <a:gd name="T0" fmla="*/ 75 w 75"/>
                  <a:gd name="T1" fmla="*/ 2 h 730"/>
                  <a:gd name="T2" fmla="*/ 28 w 75"/>
                  <a:gd name="T3" fmla="*/ 730 h 730"/>
                  <a:gd name="T4" fmla="*/ 0 w 75"/>
                  <a:gd name="T5" fmla="*/ 728 h 730"/>
                  <a:gd name="T6" fmla="*/ 49 w 75"/>
                  <a:gd name="T7" fmla="*/ 0 h 730"/>
                  <a:gd name="T8" fmla="*/ 75 w 75"/>
                  <a:gd name="T9" fmla="*/ 2 h 730"/>
                </a:gdLst>
                <a:ahLst/>
                <a:cxnLst>
                  <a:cxn ang="0">
                    <a:pos x="T0" y="T1"/>
                  </a:cxn>
                  <a:cxn ang="0">
                    <a:pos x="T2" y="T3"/>
                  </a:cxn>
                  <a:cxn ang="0">
                    <a:pos x="T4" y="T5"/>
                  </a:cxn>
                  <a:cxn ang="0">
                    <a:pos x="T6" y="T7"/>
                  </a:cxn>
                  <a:cxn ang="0">
                    <a:pos x="T8" y="T9"/>
                  </a:cxn>
                </a:cxnLst>
                <a:rect l="0" t="0" r="r" b="b"/>
                <a:pathLst>
                  <a:path w="75" h="730">
                    <a:moveTo>
                      <a:pt x="75" y="2"/>
                    </a:moveTo>
                    <a:lnTo>
                      <a:pt x="28" y="730"/>
                    </a:lnTo>
                    <a:lnTo>
                      <a:pt x="0" y="728"/>
                    </a:lnTo>
                    <a:lnTo>
                      <a:pt x="49" y="0"/>
                    </a:lnTo>
                    <a:lnTo>
                      <a:pt x="75"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6" name="Freeform 10">
                <a:extLst>
                  <a:ext uri="{FF2B5EF4-FFF2-40B4-BE49-F238E27FC236}">
                    <a16:creationId xmlns:a16="http://schemas.microsoft.com/office/drawing/2014/main" id="{6B870ADA-613A-20B4-F32D-E2C0FDAFBFEE}"/>
                  </a:ext>
                </a:extLst>
              </p:cNvPr>
              <p:cNvSpPr>
                <a:spLocks/>
              </p:cNvSpPr>
              <p:nvPr/>
            </p:nvSpPr>
            <p:spPr bwMode="auto">
              <a:xfrm>
                <a:off x="4323" y="1419"/>
                <a:ext cx="488" cy="490"/>
              </a:xfrm>
              <a:custGeom>
                <a:avLst/>
                <a:gdLst>
                  <a:gd name="T0" fmla="*/ 488 w 488"/>
                  <a:gd name="T1" fmla="*/ 19 h 490"/>
                  <a:gd name="T2" fmla="*/ 19 w 488"/>
                  <a:gd name="T3" fmla="*/ 490 h 490"/>
                  <a:gd name="T4" fmla="*/ 0 w 488"/>
                  <a:gd name="T5" fmla="*/ 471 h 490"/>
                  <a:gd name="T6" fmla="*/ 469 w 488"/>
                  <a:gd name="T7" fmla="*/ 0 h 490"/>
                  <a:gd name="T8" fmla="*/ 488 w 488"/>
                  <a:gd name="T9" fmla="*/ 19 h 490"/>
                </a:gdLst>
                <a:ahLst/>
                <a:cxnLst>
                  <a:cxn ang="0">
                    <a:pos x="T0" y="T1"/>
                  </a:cxn>
                  <a:cxn ang="0">
                    <a:pos x="T2" y="T3"/>
                  </a:cxn>
                  <a:cxn ang="0">
                    <a:pos x="T4" y="T5"/>
                  </a:cxn>
                  <a:cxn ang="0">
                    <a:pos x="T6" y="T7"/>
                  </a:cxn>
                  <a:cxn ang="0">
                    <a:pos x="T8" y="T9"/>
                  </a:cxn>
                </a:cxnLst>
                <a:rect l="0" t="0" r="r" b="b"/>
                <a:pathLst>
                  <a:path w="488" h="490">
                    <a:moveTo>
                      <a:pt x="488" y="19"/>
                    </a:moveTo>
                    <a:lnTo>
                      <a:pt x="19" y="490"/>
                    </a:lnTo>
                    <a:lnTo>
                      <a:pt x="0" y="471"/>
                    </a:lnTo>
                    <a:lnTo>
                      <a:pt x="469" y="0"/>
                    </a:lnTo>
                    <a:lnTo>
                      <a:pt x="488" y="1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7" name="Freeform 11">
                <a:extLst>
                  <a:ext uri="{FF2B5EF4-FFF2-40B4-BE49-F238E27FC236}">
                    <a16:creationId xmlns:a16="http://schemas.microsoft.com/office/drawing/2014/main" id="{FBD92A0B-3FAA-ED7B-68B3-906D8D570850}"/>
                  </a:ext>
                </a:extLst>
              </p:cNvPr>
              <p:cNvSpPr>
                <a:spLocks/>
              </p:cNvSpPr>
              <p:nvPr/>
            </p:nvSpPr>
            <p:spPr bwMode="auto">
              <a:xfrm>
                <a:off x="3578" y="1091"/>
                <a:ext cx="526" cy="1030"/>
              </a:xfrm>
              <a:custGeom>
                <a:avLst/>
                <a:gdLst>
                  <a:gd name="T0" fmla="*/ 0 w 526"/>
                  <a:gd name="T1" fmla="*/ 1018 h 1030"/>
                  <a:gd name="T2" fmla="*/ 502 w 526"/>
                  <a:gd name="T3" fmla="*/ 0 h 1030"/>
                  <a:gd name="T4" fmla="*/ 526 w 526"/>
                  <a:gd name="T5" fmla="*/ 10 h 1030"/>
                  <a:gd name="T6" fmla="*/ 24 w 526"/>
                  <a:gd name="T7" fmla="*/ 1030 h 1030"/>
                  <a:gd name="T8" fmla="*/ 0 w 526"/>
                  <a:gd name="T9" fmla="*/ 1018 h 1030"/>
                </a:gdLst>
                <a:ahLst/>
                <a:cxnLst>
                  <a:cxn ang="0">
                    <a:pos x="T0" y="T1"/>
                  </a:cxn>
                  <a:cxn ang="0">
                    <a:pos x="T2" y="T3"/>
                  </a:cxn>
                  <a:cxn ang="0">
                    <a:pos x="T4" y="T5"/>
                  </a:cxn>
                  <a:cxn ang="0">
                    <a:pos x="T6" y="T7"/>
                  </a:cxn>
                  <a:cxn ang="0">
                    <a:pos x="T8" y="T9"/>
                  </a:cxn>
                </a:cxnLst>
                <a:rect l="0" t="0" r="r" b="b"/>
                <a:pathLst>
                  <a:path w="526" h="1030">
                    <a:moveTo>
                      <a:pt x="0" y="1018"/>
                    </a:moveTo>
                    <a:lnTo>
                      <a:pt x="502" y="0"/>
                    </a:lnTo>
                    <a:lnTo>
                      <a:pt x="526" y="10"/>
                    </a:lnTo>
                    <a:lnTo>
                      <a:pt x="24" y="1030"/>
                    </a:lnTo>
                    <a:lnTo>
                      <a:pt x="0" y="101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8" name="Freeform 12">
                <a:extLst>
                  <a:ext uri="{FF2B5EF4-FFF2-40B4-BE49-F238E27FC236}">
                    <a16:creationId xmlns:a16="http://schemas.microsoft.com/office/drawing/2014/main" id="{761C62B2-F01E-1A12-290E-C82254FAC802}"/>
                  </a:ext>
                </a:extLst>
              </p:cNvPr>
              <p:cNvSpPr>
                <a:spLocks/>
              </p:cNvSpPr>
              <p:nvPr/>
            </p:nvSpPr>
            <p:spPr bwMode="auto">
              <a:xfrm>
                <a:off x="3586" y="1886"/>
                <a:ext cx="751" cy="242"/>
              </a:xfrm>
              <a:custGeom>
                <a:avLst/>
                <a:gdLst>
                  <a:gd name="T0" fmla="*/ 0 w 751"/>
                  <a:gd name="T1" fmla="*/ 216 h 242"/>
                  <a:gd name="T2" fmla="*/ 742 w 751"/>
                  <a:gd name="T3" fmla="*/ 0 h 242"/>
                  <a:gd name="T4" fmla="*/ 751 w 751"/>
                  <a:gd name="T5" fmla="*/ 26 h 242"/>
                  <a:gd name="T6" fmla="*/ 7 w 751"/>
                  <a:gd name="T7" fmla="*/ 242 h 242"/>
                  <a:gd name="T8" fmla="*/ 0 w 751"/>
                  <a:gd name="T9" fmla="*/ 216 h 242"/>
                </a:gdLst>
                <a:ahLst/>
                <a:cxnLst>
                  <a:cxn ang="0">
                    <a:pos x="T0" y="T1"/>
                  </a:cxn>
                  <a:cxn ang="0">
                    <a:pos x="T2" y="T3"/>
                  </a:cxn>
                  <a:cxn ang="0">
                    <a:pos x="T4" y="T5"/>
                  </a:cxn>
                  <a:cxn ang="0">
                    <a:pos x="T6" y="T7"/>
                  </a:cxn>
                  <a:cxn ang="0">
                    <a:pos x="T8" y="T9"/>
                  </a:cxn>
                </a:cxnLst>
                <a:rect l="0" t="0" r="r" b="b"/>
                <a:pathLst>
                  <a:path w="751" h="242">
                    <a:moveTo>
                      <a:pt x="0" y="216"/>
                    </a:moveTo>
                    <a:lnTo>
                      <a:pt x="742" y="0"/>
                    </a:lnTo>
                    <a:lnTo>
                      <a:pt x="751" y="26"/>
                    </a:lnTo>
                    <a:lnTo>
                      <a:pt x="7" y="242"/>
                    </a:lnTo>
                    <a:lnTo>
                      <a:pt x="0" y="2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39" name="Freeform 13">
                <a:extLst>
                  <a:ext uri="{FF2B5EF4-FFF2-40B4-BE49-F238E27FC236}">
                    <a16:creationId xmlns:a16="http://schemas.microsoft.com/office/drawing/2014/main" id="{892AB74A-B3BB-4312-E402-1219460002F6}"/>
                  </a:ext>
                </a:extLst>
              </p:cNvPr>
              <p:cNvSpPr>
                <a:spLocks/>
              </p:cNvSpPr>
              <p:nvPr/>
            </p:nvSpPr>
            <p:spPr bwMode="auto">
              <a:xfrm>
                <a:off x="3288" y="379"/>
                <a:ext cx="620" cy="859"/>
              </a:xfrm>
              <a:custGeom>
                <a:avLst/>
                <a:gdLst>
                  <a:gd name="T0" fmla="*/ 620 w 620"/>
                  <a:gd name="T1" fmla="*/ 15 h 859"/>
                  <a:gd name="T2" fmla="*/ 21 w 620"/>
                  <a:gd name="T3" fmla="*/ 859 h 859"/>
                  <a:gd name="T4" fmla="*/ 0 w 620"/>
                  <a:gd name="T5" fmla="*/ 844 h 859"/>
                  <a:gd name="T6" fmla="*/ 597 w 620"/>
                  <a:gd name="T7" fmla="*/ 0 h 859"/>
                  <a:gd name="T8" fmla="*/ 620 w 620"/>
                  <a:gd name="T9" fmla="*/ 15 h 859"/>
                </a:gdLst>
                <a:ahLst/>
                <a:cxnLst>
                  <a:cxn ang="0">
                    <a:pos x="T0" y="T1"/>
                  </a:cxn>
                  <a:cxn ang="0">
                    <a:pos x="T2" y="T3"/>
                  </a:cxn>
                  <a:cxn ang="0">
                    <a:pos x="T4" y="T5"/>
                  </a:cxn>
                  <a:cxn ang="0">
                    <a:pos x="T6" y="T7"/>
                  </a:cxn>
                  <a:cxn ang="0">
                    <a:pos x="T8" y="T9"/>
                  </a:cxn>
                </a:cxnLst>
                <a:rect l="0" t="0" r="r" b="b"/>
                <a:pathLst>
                  <a:path w="620" h="859">
                    <a:moveTo>
                      <a:pt x="620" y="15"/>
                    </a:moveTo>
                    <a:lnTo>
                      <a:pt x="21" y="859"/>
                    </a:lnTo>
                    <a:lnTo>
                      <a:pt x="0" y="844"/>
                    </a:lnTo>
                    <a:lnTo>
                      <a:pt x="597" y="0"/>
                    </a:lnTo>
                    <a:lnTo>
                      <a:pt x="620" y="1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0" name="Freeform 14">
                <a:extLst>
                  <a:ext uri="{FF2B5EF4-FFF2-40B4-BE49-F238E27FC236}">
                    <a16:creationId xmlns:a16="http://schemas.microsoft.com/office/drawing/2014/main" id="{DB298029-4753-F6A6-D05B-DBE408D9E61E}"/>
                  </a:ext>
                </a:extLst>
              </p:cNvPr>
              <p:cNvSpPr>
                <a:spLocks/>
              </p:cNvSpPr>
              <p:nvPr/>
            </p:nvSpPr>
            <p:spPr bwMode="auto">
              <a:xfrm>
                <a:off x="3581" y="2105"/>
                <a:ext cx="530" cy="504"/>
              </a:xfrm>
              <a:custGeom>
                <a:avLst/>
                <a:gdLst>
                  <a:gd name="T0" fmla="*/ 513 w 530"/>
                  <a:gd name="T1" fmla="*/ 504 h 504"/>
                  <a:gd name="T2" fmla="*/ 0 w 530"/>
                  <a:gd name="T3" fmla="*/ 19 h 504"/>
                  <a:gd name="T4" fmla="*/ 18 w 530"/>
                  <a:gd name="T5" fmla="*/ 0 h 504"/>
                  <a:gd name="T6" fmla="*/ 530 w 530"/>
                  <a:gd name="T7" fmla="*/ 485 h 504"/>
                  <a:gd name="T8" fmla="*/ 513 w 530"/>
                  <a:gd name="T9" fmla="*/ 504 h 504"/>
                </a:gdLst>
                <a:ahLst/>
                <a:cxnLst>
                  <a:cxn ang="0">
                    <a:pos x="T0" y="T1"/>
                  </a:cxn>
                  <a:cxn ang="0">
                    <a:pos x="T2" y="T3"/>
                  </a:cxn>
                  <a:cxn ang="0">
                    <a:pos x="T4" y="T5"/>
                  </a:cxn>
                  <a:cxn ang="0">
                    <a:pos x="T6" y="T7"/>
                  </a:cxn>
                  <a:cxn ang="0">
                    <a:pos x="T8" y="T9"/>
                  </a:cxn>
                </a:cxnLst>
                <a:rect l="0" t="0" r="r" b="b"/>
                <a:pathLst>
                  <a:path w="530" h="504">
                    <a:moveTo>
                      <a:pt x="513" y="504"/>
                    </a:moveTo>
                    <a:lnTo>
                      <a:pt x="0" y="19"/>
                    </a:lnTo>
                    <a:lnTo>
                      <a:pt x="18" y="0"/>
                    </a:lnTo>
                    <a:lnTo>
                      <a:pt x="530" y="485"/>
                    </a:lnTo>
                    <a:lnTo>
                      <a:pt x="513" y="50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1" name="Freeform 15">
                <a:extLst>
                  <a:ext uri="{FF2B5EF4-FFF2-40B4-BE49-F238E27FC236}">
                    <a16:creationId xmlns:a16="http://schemas.microsoft.com/office/drawing/2014/main" id="{E6BBC721-5210-2D39-918D-FC15A9FC6556}"/>
                  </a:ext>
                </a:extLst>
              </p:cNvPr>
              <p:cNvSpPr>
                <a:spLocks/>
              </p:cNvSpPr>
              <p:nvPr/>
            </p:nvSpPr>
            <p:spPr bwMode="auto">
              <a:xfrm>
                <a:off x="4613" y="764"/>
                <a:ext cx="201" cy="667"/>
              </a:xfrm>
              <a:custGeom>
                <a:avLst/>
                <a:gdLst>
                  <a:gd name="T0" fmla="*/ 26 w 201"/>
                  <a:gd name="T1" fmla="*/ 0 h 667"/>
                  <a:gd name="T2" fmla="*/ 201 w 201"/>
                  <a:gd name="T3" fmla="*/ 660 h 667"/>
                  <a:gd name="T4" fmla="*/ 175 w 201"/>
                  <a:gd name="T5" fmla="*/ 667 h 667"/>
                  <a:gd name="T6" fmla="*/ 0 w 201"/>
                  <a:gd name="T7" fmla="*/ 7 h 667"/>
                  <a:gd name="T8" fmla="*/ 26 w 201"/>
                  <a:gd name="T9" fmla="*/ 0 h 667"/>
                </a:gdLst>
                <a:ahLst/>
                <a:cxnLst>
                  <a:cxn ang="0">
                    <a:pos x="T0" y="T1"/>
                  </a:cxn>
                  <a:cxn ang="0">
                    <a:pos x="T2" y="T3"/>
                  </a:cxn>
                  <a:cxn ang="0">
                    <a:pos x="T4" y="T5"/>
                  </a:cxn>
                  <a:cxn ang="0">
                    <a:pos x="T6" y="T7"/>
                  </a:cxn>
                  <a:cxn ang="0">
                    <a:pos x="T8" y="T9"/>
                  </a:cxn>
                </a:cxnLst>
                <a:rect l="0" t="0" r="r" b="b"/>
                <a:pathLst>
                  <a:path w="201" h="667">
                    <a:moveTo>
                      <a:pt x="26" y="0"/>
                    </a:moveTo>
                    <a:lnTo>
                      <a:pt x="201" y="660"/>
                    </a:lnTo>
                    <a:lnTo>
                      <a:pt x="175" y="667"/>
                    </a:lnTo>
                    <a:lnTo>
                      <a:pt x="0" y="7"/>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2" name="Freeform 16">
                <a:extLst>
                  <a:ext uri="{FF2B5EF4-FFF2-40B4-BE49-F238E27FC236}">
                    <a16:creationId xmlns:a16="http://schemas.microsoft.com/office/drawing/2014/main" id="{669323A4-6FBE-ABC8-B343-51A3BF086C9E}"/>
                  </a:ext>
                </a:extLst>
              </p:cNvPr>
              <p:cNvSpPr>
                <a:spLocks/>
              </p:cNvSpPr>
              <p:nvPr/>
            </p:nvSpPr>
            <p:spPr bwMode="auto">
              <a:xfrm>
                <a:off x="4092" y="2592"/>
                <a:ext cx="316" cy="389"/>
              </a:xfrm>
              <a:custGeom>
                <a:avLst/>
                <a:gdLst>
                  <a:gd name="T0" fmla="*/ 295 w 316"/>
                  <a:gd name="T1" fmla="*/ 389 h 389"/>
                  <a:gd name="T2" fmla="*/ 0 w 316"/>
                  <a:gd name="T3" fmla="*/ 15 h 389"/>
                  <a:gd name="T4" fmla="*/ 21 w 316"/>
                  <a:gd name="T5" fmla="*/ 0 h 389"/>
                  <a:gd name="T6" fmla="*/ 316 w 316"/>
                  <a:gd name="T7" fmla="*/ 373 h 389"/>
                  <a:gd name="T8" fmla="*/ 295 w 316"/>
                  <a:gd name="T9" fmla="*/ 389 h 389"/>
                </a:gdLst>
                <a:ahLst/>
                <a:cxnLst>
                  <a:cxn ang="0">
                    <a:pos x="T0" y="T1"/>
                  </a:cxn>
                  <a:cxn ang="0">
                    <a:pos x="T2" y="T3"/>
                  </a:cxn>
                  <a:cxn ang="0">
                    <a:pos x="T4" y="T5"/>
                  </a:cxn>
                  <a:cxn ang="0">
                    <a:pos x="T6" y="T7"/>
                  </a:cxn>
                  <a:cxn ang="0">
                    <a:pos x="T8" y="T9"/>
                  </a:cxn>
                </a:cxnLst>
                <a:rect l="0" t="0" r="r" b="b"/>
                <a:pathLst>
                  <a:path w="316" h="389">
                    <a:moveTo>
                      <a:pt x="295" y="389"/>
                    </a:moveTo>
                    <a:lnTo>
                      <a:pt x="0" y="15"/>
                    </a:lnTo>
                    <a:lnTo>
                      <a:pt x="21" y="0"/>
                    </a:lnTo>
                    <a:lnTo>
                      <a:pt x="316" y="373"/>
                    </a:lnTo>
                    <a:lnTo>
                      <a:pt x="295" y="38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3" name="Freeform 17">
                <a:extLst>
                  <a:ext uri="{FF2B5EF4-FFF2-40B4-BE49-F238E27FC236}">
                    <a16:creationId xmlns:a16="http://schemas.microsoft.com/office/drawing/2014/main" id="{1F6858F0-0B0F-D694-8051-E1F954511250}"/>
                  </a:ext>
                </a:extLst>
              </p:cNvPr>
              <p:cNvSpPr>
                <a:spLocks/>
              </p:cNvSpPr>
              <p:nvPr/>
            </p:nvSpPr>
            <p:spPr bwMode="auto">
              <a:xfrm>
                <a:off x="2953" y="2032"/>
                <a:ext cx="639" cy="96"/>
              </a:xfrm>
              <a:custGeom>
                <a:avLst/>
                <a:gdLst>
                  <a:gd name="T0" fmla="*/ 1 w 639"/>
                  <a:gd name="T1" fmla="*/ 0 h 96"/>
                  <a:gd name="T2" fmla="*/ 639 w 639"/>
                  <a:gd name="T3" fmla="*/ 70 h 96"/>
                  <a:gd name="T4" fmla="*/ 635 w 639"/>
                  <a:gd name="T5" fmla="*/ 96 h 96"/>
                  <a:gd name="T6" fmla="*/ 0 w 639"/>
                  <a:gd name="T7" fmla="*/ 26 h 96"/>
                  <a:gd name="T8" fmla="*/ 1 w 639"/>
                  <a:gd name="T9" fmla="*/ 0 h 96"/>
                </a:gdLst>
                <a:ahLst/>
                <a:cxnLst>
                  <a:cxn ang="0">
                    <a:pos x="T0" y="T1"/>
                  </a:cxn>
                  <a:cxn ang="0">
                    <a:pos x="T2" y="T3"/>
                  </a:cxn>
                  <a:cxn ang="0">
                    <a:pos x="T4" y="T5"/>
                  </a:cxn>
                  <a:cxn ang="0">
                    <a:pos x="T6" y="T7"/>
                  </a:cxn>
                  <a:cxn ang="0">
                    <a:pos x="T8" y="T9"/>
                  </a:cxn>
                </a:cxnLst>
                <a:rect l="0" t="0" r="r" b="b"/>
                <a:pathLst>
                  <a:path w="639" h="96">
                    <a:moveTo>
                      <a:pt x="1" y="0"/>
                    </a:moveTo>
                    <a:lnTo>
                      <a:pt x="639" y="70"/>
                    </a:lnTo>
                    <a:lnTo>
                      <a:pt x="635" y="96"/>
                    </a:lnTo>
                    <a:lnTo>
                      <a:pt x="0" y="26"/>
                    </a:lnTo>
                    <a:lnTo>
                      <a:pt x="1"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4" name="Freeform 18">
                <a:extLst>
                  <a:ext uri="{FF2B5EF4-FFF2-40B4-BE49-F238E27FC236}">
                    <a16:creationId xmlns:a16="http://schemas.microsoft.com/office/drawing/2014/main" id="{90719403-D77B-B368-70F5-2806B4A7A779}"/>
                  </a:ext>
                </a:extLst>
              </p:cNvPr>
              <p:cNvSpPr>
                <a:spLocks/>
              </p:cNvSpPr>
              <p:nvPr/>
            </p:nvSpPr>
            <p:spPr bwMode="auto">
              <a:xfrm>
                <a:off x="4080" y="460"/>
                <a:ext cx="311" cy="641"/>
              </a:xfrm>
              <a:custGeom>
                <a:avLst/>
                <a:gdLst>
                  <a:gd name="T0" fmla="*/ 311 w 311"/>
                  <a:gd name="T1" fmla="*/ 12 h 641"/>
                  <a:gd name="T2" fmla="*/ 24 w 311"/>
                  <a:gd name="T3" fmla="*/ 641 h 641"/>
                  <a:gd name="T4" fmla="*/ 0 w 311"/>
                  <a:gd name="T5" fmla="*/ 631 h 641"/>
                  <a:gd name="T6" fmla="*/ 286 w 311"/>
                  <a:gd name="T7" fmla="*/ 0 h 641"/>
                  <a:gd name="T8" fmla="*/ 311 w 311"/>
                  <a:gd name="T9" fmla="*/ 12 h 641"/>
                </a:gdLst>
                <a:ahLst/>
                <a:cxnLst>
                  <a:cxn ang="0">
                    <a:pos x="T0" y="T1"/>
                  </a:cxn>
                  <a:cxn ang="0">
                    <a:pos x="T2" y="T3"/>
                  </a:cxn>
                  <a:cxn ang="0">
                    <a:pos x="T4" y="T5"/>
                  </a:cxn>
                  <a:cxn ang="0">
                    <a:pos x="T6" y="T7"/>
                  </a:cxn>
                  <a:cxn ang="0">
                    <a:pos x="T8" y="T9"/>
                  </a:cxn>
                </a:cxnLst>
                <a:rect l="0" t="0" r="r" b="b"/>
                <a:pathLst>
                  <a:path w="311" h="641">
                    <a:moveTo>
                      <a:pt x="311" y="12"/>
                    </a:moveTo>
                    <a:lnTo>
                      <a:pt x="24" y="641"/>
                    </a:lnTo>
                    <a:lnTo>
                      <a:pt x="0" y="631"/>
                    </a:lnTo>
                    <a:lnTo>
                      <a:pt x="286" y="0"/>
                    </a:lnTo>
                    <a:lnTo>
                      <a:pt x="311"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5" name="Freeform 19">
                <a:extLst>
                  <a:ext uri="{FF2B5EF4-FFF2-40B4-BE49-F238E27FC236}">
                    <a16:creationId xmlns:a16="http://schemas.microsoft.com/office/drawing/2014/main" id="{6A49D506-2A6E-99E3-B2B1-BBFC2C853647}"/>
                  </a:ext>
                </a:extLst>
              </p:cNvPr>
              <p:cNvSpPr>
                <a:spLocks/>
              </p:cNvSpPr>
              <p:nvPr/>
            </p:nvSpPr>
            <p:spPr bwMode="auto">
              <a:xfrm>
                <a:off x="3576" y="1449"/>
                <a:ext cx="96" cy="668"/>
              </a:xfrm>
              <a:custGeom>
                <a:avLst/>
                <a:gdLst>
                  <a:gd name="T0" fmla="*/ 96 w 96"/>
                  <a:gd name="T1" fmla="*/ 1 h 668"/>
                  <a:gd name="T2" fmla="*/ 26 w 96"/>
                  <a:gd name="T3" fmla="*/ 668 h 668"/>
                  <a:gd name="T4" fmla="*/ 0 w 96"/>
                  <a:gd name="T5" fmla="*/ 665 h 668"/>
                  <a:gd name="T6" fmla="*/ 70 w 96"/>
                  <a:gd name="T7" fmla="*/ 0 h 668"/>
                  <a:gd name="T8" fmla="*/ 96 w 96"/>
                  <a:gd name="T9" fmla="*/ 1 h 668"/>
                </a:gdLst>
                <a:ahLst/>
                <a:cxnLst>
                  <a:cxn ang="0">
                    <a:pos x="T0" y="T1"/>
                  </a:cxn>
                  <a:cxn ang="0">
                    <a:pos x="T2" y="T3"/>
                  </a:cxn>
                  <a:cxn ang="0">
                    <a:pos x="T4" y="T5"/>
                  </a:cxn>
                  <a:cxn ang="0">
                    <a:pos x="T6" y="T7"/>
                  </a:cxn>
                  <a:cxn ang="0">
                    <a:pos x="T8" y="T9"/>
                  </a:cxn>
                </a:cxnLst>
                <a:rect l="0" t="0" r="r" b="b"/>
                <a:pathLst>
                  <a:path w="96" h="668">
                    <a:moveTo>
                      <a:pt x="96" y="1"/>
                    </a:moveTo>
                    <a:lnTo>
                      <a:pt x="26" y="668"/>
                    </a:lnTo>
                    <a:lnTo>
                      <a:pt x="0" y="665"/>
                    </a:lnTo>
                    <a:lnTo>
                      <a:pt x="70" y="0"/>
                    </a:lnTo>
                    <a:lnTo>
                      <a:pt x="96" y="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6" name="Freeform 20">
                <a:extLst>
                  <a:ext uri="{FF2B5EF4-FFF2-40B4-BE49-F238E27FC236}">
                    <a16:creationId xmlns:a16="http://schemas.microsoft.com/office/drawing/2014/main" id="{96C456FC-33B7-F26A-C67C-88902EDB1ECE}"/>
                  </a:ext>
                </a:extLst>
              </p:cNvPr>
              <p:cNvSpPr>
                <a:spLocks/>
              </p:cNvSpPr>
              <p:nvPr/>
            </p:nvSpPr>
            <p:spPr bwMode="auto">
              <a:xfrm>
                <a:off x="3583" y="333"/>
                <a:ext cx="314" cy="66"/>
              </a:xfrm>
              <a:custGeom>
                <a:avLst/>
                <a:gdLst>
                  <a:gd name="T0" fmla="*/ 3 w 314"/>
                  <a:gd name="T1" fmla="*/ 0 h 66"/>
                  <a:gd name="T2" fmla="*/ 314 w 314"/>
                  <a:gd name="T3" fmla="*/ 40 h 66"/>
                  <a:gd name="T4" fmla="*/ 311 w 314"/>
                  <a:gd name="T5" fmla="*/ 66 h 66"/>
                  <a:gd name="T6" fmla="*/ 0 w 314"/>
                  <a:gd name="T7" fmla="*/ 27 h 66"/>
                  <a:gd name="T8" fmla="*/ 3 w 314"/>
                  <a:gd name="T9" fmla="*/ 0 h 66"/>
                </a:gdLst>
                <a:ahLst/>
                <a:cxnLst>
                  <a:cxn ang="0">
                    <a:pos x="T0" y="T1"/>
                  </a:cxn>
                  <a:cxn ang="0">
                    <a:pos x="T2" y="T3"/>
                  </a:cxn>
                  <a:cxn ang="0">
                    <a:pos x="T4" y="T5"/>
                  </a:cxn>
                  <a:cxn ang="0">
                    <a:pos x="T6" y="T7"/>
                  </a:cxn>
                  <a:cxn ang="0">
                    <a:pos x="T8" y="T9"/>
                  </a:cxn>
                </a:cxnLst>
                <a:rect l="0" t="0" r="r" b="b"/>
                <a:pathLst>
                  <a:path w="314" h="66">
                    <a:moveTo>
                      <a:pt x="3" y="0"/>
                    </a:moveTo>
                    <a:lnTo>
                      <a:pt x="314" y="40"/>
                    </a:lnTo>
                    <a:lnTo>
                      <a:pt x="311" y="66"/>
                    </a:lnTo>
                    <a:lnTo>
                      <a:pt x="0" y="27"/>
                    </a:lnTo>
                    <a:lnTo>
                      <a:pt x="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7" name="Freeform 21">
                <a:extLst>
                  <a:ext uri="{FF2B5EF4-FFF2-40B4-BE49-F238E27FC236}">
                    <a16:creationId xmlns:a16="http://schemas.microsoft.com/office/drawing/2014/main" id="{DADB39F2-7DBE-31F2-D1DA-48CED890B7BB}"/>
                  </a:ext>
                </a:extLst>
              </p:cNvPr>
              <p:cNvSpPr>
                <a:spLocks/>
              </p:cNvSpPr>
              <p:nvPr/>
            </p:nvSpPr>
            <p:spPr bwMode="auto">
              <a:xfrm>
                <a:off x="4264" y="1899"/>
                <a:ext cx="81" cy="399"/>
              </a:xfrm>
              <a:custGeom>
                <a:avLst/>
                <a:gdLst>
                  <a:gd name="T0" fmla="*/ 0 w 81"/>
                  <a:gd name="T1" fmla="*/ 396 h 399"/>
                  <a:gd name="T2" fmla="*/ 55 w 81"/>
                  <a:gd name="T3" fmla="*/ 0 h 399"/>
                  <a:gd name="T4" fmla="*/ 81 w 81"/>
                  <a:gd name="T5" fmla="*/ 3 h 399"/>
                  <a:gd name="T6" fmla="*/ 26 w 81"/>
                  <a:gd name="T7" fmla="*/ 399 h 399"/>
                  <a:gd name="T8" fmla="*/ 0 w 81"/>
                  <a:gd name="T9" fmla="*/ 396 h 399"/>
                </a:gdLst>
                <a:ahLst/>
                <a:cxnLst>
                  <a:cxn ang="0">
                    <a:pos x="T0" y="T1"/>
                  </a:cxn>
                  <a:cxn ang="0">
                    <a:pos x="T2" y="T3"/>
                  </a:cxn>
                  <a:cxn ang="0">
                    <a:pos x="T4" y="T5"/>
                  </a:cxn>
                  <a:cxn ang="0">
                    <a:pos x="T6" y="T7"/>
                  </a:cxn>
                  <a:cxn ang="0">
                    <a:pos x="T8" y="T9"/>
                  </a:cxn>
                </a:cxnLst>
                <a:rect l="0" t="0" r="r" b="b"/>
                <a:pathLst>
                  <a:path w="81" h="399">
                    <a:moveTo>
                      <a:pt x="0" y="396"/>
                    </a:moveTo>
                    <a:lnTo>
                      <a:pt x="55" y="0"/>
                    </a:lnTo>
                    <a:lnTo>
                      <a:pt x="81" y="3"/>
                    </a:lnTo>
                    <a:lnTo>
                      <a:pt x="26" y="399"/>
                    </a:lnTo>
                    <a:lnTo>
                      <a:pt x="0" y="39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8" name="Freeform 22">
                <a:extLst>
                  <a:ext uri="{FF2B5EF4-FFF2-40B4-BE49-F238E27FC236}">
                    <a16:creationId xmlns:a16="http://schemas.microsoft.com/office/drawing/2014/main" id="{28687524-1EAD-3EF4-E522-AA2DDDDF0B3B}"/>
                  </a:ext>
                </a:extLst>
              </p:cNvPr>
              <p:cNvSpPr>
                <a:spLocks/>
              </p:cNvSpPr>
              <p:nvPr/>
            </p:nvSpPr>
            <p:spPr bwMode="auto">
              <a:xfrm>
                <a:off x="4325" y="1888"/>
                <a:ext cx="427" cy="285"/>
              </a:xfrm>
              <a:custGeom>
                <a:avLst/>
                <a:gdLst>
                  <a:gd name="T0" fmla="*/ 413 w 427"/>
                  <a:gd name="T1" fmla="*/ 285 h 285"/>
                  <a:gd name="T2" fmla="*/ 0 w 427"/>
                  <a:gd name="T3" fmla="*/ 23 h 285"/>
                  <a:gd name="T4" fmla="*/ 15 w 427"/>
                  <a:gd name="T5" fmla="*/ 0 h 285"/>
                  <a:gd name="T6" fmla="*/ 427 w 427"/>
                  <a:gd name="T7" fmla="*/ 262 h 285"/>
                  <a:gd name="T8" fmla="*/ 413 w 427"/>
                  <a:gd name="T9" fmla="*/ 285 h 285"/>
                </a:gdLst>
                <a:ahLst/>
                <a:cxnLst>
                  <a:cxn ang="0">
                    <a:pos x="T0" y="T1"/>
                  </a:cxn>
                  <a:cxn ang="0">
                    <a:pos x="T2" y="T3"/>
                  </a:cxn>
                  <a:cxn ang="0">
                    <a:pos x="T4" y="T5"/>
                  </a:cxn>
                  <a:cxn ang="0">
                    <a:pos x="T6" y="T7"/>
                  </a:cxn>
                  <a:cxn ang="0">
                    <a:pos x="T8" y="T9"/>
                  </a:cxn>
                </a:cxnLst>
                <a:rect l="0" t="0" r="r" b="b"/>
                <a:pathLst>
                  <a:path w="427" h="285">
                    <a:moveTo>
                      <a:pt x="413" y="285"/>
                    </a:moveTo>
                    <a:lnTo>
                      <a:pt x="0" y="23"/>
                    </a:lnTo>
                    <a:lnTo>
                      <a:pt x="15" y="0"/>
                    </a:lnTo>
                    <a:lnTo>
                      <a:pt x="427" y="262"/>
                    </a:lnTo>
                    <a:lnTo>
                      <a:pt x="413" y="28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49" name="Freeform 23">
                <a:extLst>
                  <a:ext uri="{FF2B5EF4-FFF2-40B4-BE49-F238E27FC236}">
                    <a16:creationId xmlns:a16="http://schemas.microsoft.com/office/drawing/2014/main" id="{5CC28033-79FD-D15D-E798-88C85812D58F}"/>
                  </a:ext>
                </a:extLst>
              </p:cNvPr>
              <p:cNvSpPr>
                <a:spLocks/>
              </p:cNvSpPr>
              <p:nvPr/>
            </p:nvSpPr>
            <p:spPr bwMode="auto">
              <a:xfrm>
                <a:off x="2779" y="1426"/>
                <a:ext cx="385" cy="269"/>
              </a:xfrm>
              <a:custGeom>
                <a:avLst/>
                <a:gdLst>
                  <a:gd name="T0" fmla="*/ 14 w 385"/>
                  <a:gd name="T1" fmla="*/ 0 h 269"/>
                  <a:gd name="T2" fmla="*/ 385 w 385"/>
                  <a:gd name="T3" fmla="*/ 247 h 269"/>
                  <a:gd name="T4" fmla="*/ 372 w 385"/>
                  <a:gd name="T5" fmla="*/ 269 h 269"/>
                  <a:gd name="T6" fmla="*/ 0 w 385"/>
                  <a:gd name="T7" fmla="*/ 21 h 269"/>
                  <a:gd name="T8" fmla="*/ 14 w 385"/>
                  <a:gd name="T9" fmla="*/ 0 h 269"/>
                </a:gdLst>
                <a:ahLst/>
                <a:cxnLst>
                  <a:cxn ang="0">
                    <a:pos x="T0" y="T1"/>
                  </a:cxn>
                  <a:cxn ang="0">
                    <a:pos x="T2" y="T3"/>
                  </a:cxn>
                  <a:cxn ang="0">
                    <a:pos x="T4" y="T5"/>
                  </a:cxn>
                  <a:cxn ang="0">
                    <a:pos x="T6" y="T7"/>
                  </a:cxn>
                  <a:cxn ang="0">
                    <a:pos x="T8" y="T9"/>
                  </a:cxn>
                </a:cxnLst>
                <a:rect l="0" t="0" r="r" b="b"/>
                <a:pathLst>
                  <a:path w="385" h="269">
                    <a:moveTo>
                      <a:pt x="14" y="0"/>
                    </a:moveTo>
                    <a:lnTo>
                      <a:pt x="385" y="247"/>
                    </a:lnTo>
                    <a:lnTo>
                      <a:pt x="372" y="269"/>
                    </a:lnTo>
                    <a:lnTo>
                      <a:pt x="0" y="21"/>
                    </a:lnTo>
                    <a:lnTo>
                      <a:pt x="1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0" name="Freeform 24">
                <a:extLst>
                  <a:ext uri="{FF2B5EF4-FFF2-40B4-BE49-F238E27FC236}">
                    <a16:creationId xmlns:a16="http://schemas.microsoft.com/office/drawing/2014/main" id="{6AF85022-0B7C-7A66-03ED-E8976EB6D27C}"/>
                  </a:ext>
                </a:extLst>
              </p:cNvPr>
              <p:cNvSpPr>
                <a:spLocks/>
              </p:cNvSpPr>
              <p:nvPr/>
            </p:nvSpPr>
            <p:spPr bwMode="auto">
              <a:xfrm>
                <a:off x="2807" y="611"/>
                <a:ext cx="436" cy="341"/>
              </a:xfrm>
              <a:custGeom>
                <a:avLst/>
                <a:gdLst>
                  <a:gd name="T0" fmla="*/ 0 w 436"/>
                  <a:gd name="T1" fmla="*/ 320 h 341"/>
                  <a:gd name="T2" fmla="*/ 420 w 436"/>
                  <a:gd name="T3" fmla="*/ 0 h 341"/>
                  <a:gd name="T4" fmla="*/ 436 w 436"/>
                  <a:gd name="T5" fmla="*/ 21 h 341"/>
                  <a:gd name="T6" fmla="*/ 15 w 436"/>
                  <a:gd name="T7" fmla="*/ 341 h 341"/>
                  <a:gd name="T8" fmla="*/ 0 w 436"/>
                  <a:gd name="T9" fmla="*/ 320 h 341"/>
                </a:gdLst>
                <a:ahLst/>
                <a:cxnLst>
                  <a:cxn ang="0">
                    <a:pos x="T0" y="T1"/>
                  </a:cxn>
                  <a:cxn ang="0">
                    <a:pos x="T2" y="T3"/>
                  </a:cxn>
                  <a:cxn ang="0">
                    <a:pos x="T4" y="T5"/>
                  </a:cxn>
                  <a:cxn ang="0">
                    <a:pos x="T6" y="T7"/>
                  </a:cxn>
                  <a:cxn ang="0">
                    <a:pos x="T8" y="T9"/>
                  </a:cxn>
                </a:cxnLst>
                <a:rect l="0" t="0" r="r" b="b"/>
                <a:pathLst>
                  <a:path w="436" h="341">
                    <a:moveTo>
                      <a:pt x="0" y="320"/>
                    </a:moveTo>
                    <a:lnTo>
                      <a:pt x="420" y="0"/>
                    </a:lnTo>
                    <a:lnTo>
                      <a:pt x="436" y="21"/>
                    </a:lnTo>
                    <a:lnTo>
                      <a:pt x="15" y="341"/>
                    </a:lnTo>
                    <a:lnTo>
                      <a:pt x="0" y="32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1" name="Freeform 25">
                <a:extLst>
                  <a:ext uri="{FF2B5EF4-FFF2-40B4-BE49-F238E27FC236}">
                    <a16:creationId xmlns:a16="http://schemas.microsoft.com/office/drawing/2014/main" id="{3EBF8FEE-93A6-9A4E-5BB2-18D803E7E4BF}"/>
                  </a:ext>
                </a:extLst>
              </p:cNvPr>
              <p:cNvSpPr>
                <a:spLocks/>
              </p:cNvSpPr>
              <p:nvPr/>
            </p:nvSpPr>
            <p:spPr bwMode="auto">
              <a:xfrm>
                <a:off x="2736" y="1796"/>
                <a:ext cx="227" cy="257"/>
              </a:xfrm>
              <a:custGeom>
                <a:avLst/>
                <a:gdLst>
                  <a:gd name="T0" fmla="*/ 20 w 227"/>
                  <a:gd name="T1" fmla="*/ 0 h 257"/>
                  <a:gd name="T2" fmla="*/ 227 w 227"/>
                  <a:gd name="T3" fmla="*/ 240 h 257"/>
                  <a:gd name="T4" fmla="*/ 208 w 227"/>
                  <a:gd name="T5" fmla="*/ 257 h 257"/>
                  <a:gd name="T6" fmla="*/ 0 w 227"/>
                  <a:gd name="T7" fmla="*/ 17 h 257"/>
                  <a:gd name="T8" fmla="*/ 20 w 227"/>
                  <a:gd name="T9" fmla="*/ 0 h 257"/>
                </a:gdLst>
                <a:ahLst/>
                <a:cxnLst>
                  <a:cxn ang="0">
                    <a:pos x="T0" y="T1"/>
                  </a:cxn>
                  <a:cxn ang="0">
                    <a:pos x="T2" y="T3"/>
                  </a:cxn>
                  <a:cxn ang="0">
                    <a:pos x="T4" y="T5"/>
                  </a:cxn>
                  <a:cxn ang="0">
                    <a:pos x="T6" y="T7"/>
                  </a:cxn>
                  <a:cxn ang="0">
                    <a:pos x="T8" y="T9"/>
                  </a:cxn>
                </a:cxnLst>
                <a:rect l="0" t="0" r="r" b="b"/>
                <a:pathLst>
                  <a:path w="227" h="257">
                    <a:moveTo>
                      <a:pt x="20" y="0"/>
                    </a:moveTo>
                    <a:lnTo>
                      <a:pt x="227" y="240"/>
                    </a:lnTo>
                    <a:lnTo>
                      <a:pt x="208" y="257"/>
                    </a:lnTo>
                    <a:lnTo>
                      <a:pt x="0" y="17"/>
                    </a:lnTo>
                    <a:lnTo>
                      <a:pt x="2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2" name="Freeform 26">
                <a:extLst>
                  <a:ext uri="{FF2B5EF4-FFF2-40B4-BE49-F238E27FC236}">
                    <a16:creationId xmlns:a16="http://schemas.microsoft.com/office/drawing/2014/main" id="{E69E0F9A-A952-CA12-89F6-D79FC4673D23}"/>
                  </a:ext>
                </a:extLst>
              </p:cNvPr>
              <p:cNvSpPr>
                <a:spLocks/>
              </p:cNvSpPr>
              <p:nvPr/>
            </p:nvSpPr>
            <p:spPr bwMode="auto">
              <a:xfrm>
                <a:off x="4062" y="2599"/>
                <a:ext cx="54" cy="599"/>
              </a:xfrm>
              <a:custGeom>
                <a:avLst/>
                <a:gdLst>
                  <a:gd name="T0" fmla="*/ 0 w 54"/>
                  <a:gd name="T1" fmla="*/ 597 h 599"/>
                  <a:gd name="T2" fmla="*/ 26 w 54"/>
                  <a:gd name="T3" fmla="*/ 0 h 599"/>
                  <a:gd name="T4" fmla="*/ 54 w 54"/>
                  <a:gd name="T5" fmla="*/ 1 h 599"/>
                  <a:gd name="T6" fmla="*/ 26 w 54"/>
                  <a:gd name="T7" fmla="*/ 599 h 599"/>
                  <a:gd name="T8" fmla="*/ 0 w 54"/>
                  <a:gd name="T9" fmla="*/ 597 h 599"/>
                </a:gdLst>
                <a:ahLst/>
                <a:cxnLst>
                  <a:cxn ang="0">
                    <a:pos x="T0" y="T1"/>
                  </a:cxn>
                  <a:cxn ang="0">
                    <a:pos x="T2" y="T3"/>
                  </a:cxn>
                  <a:cxn ang="0">
                    <a:pos x="T4" y="T5"/>
                  </a:cxn>
                  <a:cxn ang="0">
                    <a:pos x="T6" y="T7"/>
                  </a:cxn>
                  <a:cxn ang="0">
                    <a:pos x="T8" y="T9"/>
                  </a:cxn>
                </a:cxnLst>
                <a:rect l="0" t="0" r="r" b="b"/>
                <a:pathLst>
                  <a:path w="54" h="599">
                    <a:moveTo>
                      <a:pt x="0" y="597"/>
                    </a:moveTo>
                    <a:lnTo>
                      <a:pt x="26" y="0"/>
                    </a:lnTo>
                    <a:lnTo>
                      <a:pt x="54" y="1"/>
                    </a:lnTo>
                    <a:lnTo>
                      <a:pt x="26" y="599"/>
                    </a:lnTo>
                    <a:lnTo>
                      <a:pt x="0" y="59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3" name="Freeform 27">
                <a:extLst>
                  <a:ext uri="{FF2B5EF4-FFF2-40B4-BE49-F238E27FC236}">
                    <a16:creationId xmlns:a16="http://schemas.microsoft.com/office/drawing/2014/main" id="{0C42F47C-44C1-ACE5-68B8-E2CFBA3F522D}"/>
                  </a:ext>
                </a:extLst>
              </p:cNvPr>
              <p:cNvSpPr>
                <a:spLocks/>
              </p:cNvSpPr>
              <p:nvPr/>
            </p:nvSpPr>
            <p:spPr bwMode="auto">
              <a:xfrm>
                <a:off x="3086" y="2105"/>
                <a:ext cx="513" cy="459"/>
              </a:xfrm>
              <a:custGeom>
                <a:avLst/>
                <a:gdLst>
                  <a:gd name="T0" fmla="*/ 513 w 513"/>
                  <a:gd name="T1" fmla="*/ 19 h 459"/>
                  <a:gd name="T2" fmla="*/ 18 w 513"/>
                  <a:gd name="T3" fmla="*/ 459 h 459"/>
                  <a:gd name="T4" fmla="*/ 0 w 513"/>
                  <a:gd name="T5" fmla="*/ 438 h 459"/>
                  <a:gd name="T6" fmla="*/ 495 w 513"/>
                  <a:gd name="T7" fmla="*/ 0 h 459"/>
                  <a:gd name="T8" fmla="*/ 513 w 513"/>
                  <a:gd name="T9" fmla="*/ 19 h 459"/>
                </a:gdLst>
                <a:ahLst/>
                <a:cxnLst>
                  <a:cxn ang="0">
                    <a:pos x="T0" y="T1"/>
                  </a:cxn>
                  <a:cxn ang="0">
                    <a:pos x="T2" y="T3"/>
                  </a:cxn>
                  <a:cxn ang="0">
                    <a:pos x="T4" y="T5"/>
                  </a:cxn>
                  <a:cxn ang="0">
                    <a:pos x="T6" y="T7"/>
                  </a:cxn>
                  <a:cxn ang="0">
                    <a:pos x="T8" y="T9"/>
                  </a:cxn>
                </a:cxnLst>
                <a:rect l="0" t="0" r="r" b="b"/>
                <a:pathLst>
                  <a:path w="513" h="459">
                    <a:moveTo>
                      <a:pt x="513" y="19"/>
                    </a:moveTo>
                    <a:lnTo>
                      <a:pt x="18" y="459"/>
                    </a:lnTo>
                    <a:lnTo>
                      <a:pt x="0" y="438"/>
                    </a:lnTo>
                    <a:lnTo>
                      <a:pt x="495" y="0"/>
                    </a:lnTo>
                    <a:lnTo>
                      <a:pt x="513" y="1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4" name="Freeform 28">
                <a:extLst>
                  <a:ext uri="{FF2B5EF4-FFF2-40B4-BE49-F238E27FC236}">
                    <a16:creationId xmlns:a16="http://schemas.microsoft.com/office/drawing/2014/main" id="{816AD207-99DA-EADC-7DB1-A6C0A01A0544}"/>
                  </a:ext>
                </a:extLst>
              </p:cNvPr>
              <p:cNvSpPr>
                <a:spLocks/>
              </p:cNvSpPr>
              <p:nvPr/>
            </p:nvSpPr>
            <p:spPr bwMode="auto">
              <a:xfrm>
                <a:off x="3338" y="2837"/>
                <a:ext cx="215" cy="375"/>
              </a:xfrm>
              <a:custGeom>
                <a:avLst/>
                <a:gdLst>
                  <a:gd name="T0" fmla="*/ 215 w 215"/>
                  <a:gd name="T1" fmla="*/ 12 h 375"/>
                  <a:gd name="T2" fmla="*/ 24 w 215"/>
                  <a:gd name="T3" fmla="*/ 375 h 375"/>
                  <a:gd name="T4" fmla="*/ 0 w 215"/>
                  <a:gd name="T5" fmla="*/ 363 h 375"/>
                  <a:gd name="T6" fmla="*/ 191 w 215"/>
                  <a:gd name="T7" fmla="*/ 0 h 375"/>
                  <a:gd name="T8" fmla="*/ 215 w 215"/>
                  <a:gd name="T9" fmla="*/ 12 h 375"/>
                </a:gdLst>
                <a:ahLst/>
                <a:cxnLst>
                  <a:cxn ang="0">
                    <a:pos x="T0" y="T1"/>
                  </a:cxn>
                  <a:cxn ang="0">
                    <a:pos x="T2" y="T3"/>
                  </a:cxn>
                  <a:cxn ang="0">
                    <a:pos x="T4" y="T5"/>
                  </a:cxn>
                  <a:cxn ang="0">
                    <a:pos x="T6" y="T7"/>
                  </a:cxn>
                  <a:cxn ang="0">
                    <a:pos x="T8" y="T9"/>
                  </a:cxn>
                </a:cxnLst>
                <a:rect l="0" t="0" r="r" b="b"/>
                <a:pathLst>
                  <a:path w="215" h="375">
                    <a:moveTo>
                      <a:pt x="215" y="12"/>
                    </a:moveTo>
                    <a:lnTo>
                      <a:pt x="24" y="375"/>
                    </a:lnTo>
                    <a:lnTo>
                      <a:pt x="0" y="363"/>
                    </a:lnTo>
                    <a:lnTo>
                      <a:pt x="191" y="0"/>
                    </a:lnTo>
                    <a:lnTo>
                      <a:pt x="215"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5" name="Freeform 29">
                <a:extLst>
                  <a:ext uri="{FF2B5EF4-FFF2-40B4-BE49-F238E27FC236}">
                    <a16:creationId xmlns:a16="http://schemas.microsoft.com/office/drawing/2014/main" id="{2E0555F9-6270-71FF-A427-7E426AB23930}"/>
                  </a:ext>
                </a:extLst>
              </p:cNvPr>
              <p:cNvSpPr>
                <a:spLocks/>
              </p:cNvSpPr>
              <p:nvPr/>
            </p:nvSpPr>
            <p:spPr bwMode="auto">
              <a:xfrm>
                <a:off x="4191" y="365"/>
                <a:ext cx="198" cy="128"/>
              </a:xfrm>
              <a:custGeom>
                <a:avLst/>
                <a:gdLst>
                  <a:gd name="T0" fmla="*/ 186 w 198"/>
                  <a:gd name="T1" fmla="*/ 128 h 128"/>
                  <a:gd name="T2" fmla="*/ 0 w 198"/>
                  <a:gd name="T3" fmla="*/ 24 h 128"/>
                  <a:gd name="T4" fmla="*/ 14 w 198"/>
                  <a:gd name="T5" fmla="*/ 0 h 128"/>
                  <a:gd name="T6" fmla="*/ 198 w 198"/>
                  <a:gd name="T7" fmla="*/ 106 h 128"/>
                  <a:gd name="T8" fmla="*/ 186 w 198"/>
                  <a:gd name="T9" fmla="*/ 128 h 128"/>
                </a:gdLst>
                <a:ahLst/>
                <a:cxnLst>
                  <a:cxn ang="0">
                    <a:pos x="T0" y="T1"/>
                  </a:cxn>
                  <a:cxn ang="0">
                    <a:pos x="T2" y="T3"/>
                  </a:cxn>
                  <a:cxn ang="0">
                    <a:pos x="T4" y="T5"/>
                  </a:cxn>
                  <a:cxn ang="0">
                    <a:pos x="T6" y="T7"/>
                  </a:cxn>
                  <a:cxn ang="0">
                    <a:pos x="T8" y="T9"/>
                  </a:cxn>
                </a:cxnLst>
                <a:rect l="0" t="0" r="r" b="b"/>
                <a:pathLst>
                  <a:path w="198" h="128">
                    <a:moveTo>
                      <a:pt x="186" y="128"/>
                    </a:moveTo>
                    <a:lnTo>
                      <a:pt x="0" y="24"/>
                    </a:lnTo>
                    <a:lnTo>
                      <a:pt x="14" y="0"/>
                    </a:lnTo>
                    <a:lnTo>
                      <a:pt x="198" y="106"/>
                    </a:lnTo>
                    <a:lnTo>
                      <a:pt x="186" y="1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6" name="Freeform 30">
                <a:extLst>
                  <a:ext uri="{FF2B5EF4-FFF2-40B4-BE49-F238E27FC236}">
                    <a16:creationId xmlns:a16="http://schemas.microsoft.com/office/drawing/2014/main" id="{2C544504-91F3-61DB-4091-AD87ADB27710}"/>
                  </a:ext>
                </a:extLst>
              </p:cNvPr>
              <p:cNvSpPr>
                <a:spLocks/>
              </p:cNvSpPr>
              <p:nvPr/>
            </p:nvSpPr>
            <p:spPr bwMode="auto">
              <a:xfrm>
                <a:off x="4788" y="1034"/>
                <a:ext cx="91" cy="397"/>
              </a:xfrm>
              <a:custGeom>
                <a:avLst/>
                <a:gdLst>
                  <a:gd name="T0" fmla="*/ 91 w 91"/>
                  <a:gd name="T1" fmla="*/ 5 h 397"/>
                  <a:gd name="T2" fmla="*/ 26 w 91"/>
                  <a:gd name="T3" fmla="*/ 397 h 397"/>
                  <a:gd name="T4" fmla="*/ 0 w 91"/>
                  <a:gd name="T5" fmla="*/ 392 h 397"/>
                  <a:gd name="T6" fmla="*/ 64 w 91"/>
                  <a:gd name="T7" fmla="*/ 0 h 397"/>
                  <a:gd name="T8" fmla="*/ 91 w 91"/>
                  <a:gd name="T9" fmla="*/ 5 h 397"/>
                </a:gdLst>
                <a:ahLst/>
                <a:cxnLst>
                  <a:cxn ang="0">
                    <a:pos x="T0" y="T1"/>
                  </a:cxn>
                  <a:cxn ang="0">
                    <a:pos x="T2" y="T3"/>
                  </a:cxn>
                  <a:cxn ang="0">
                    <a:pos x="T4" y="T5"/>
                  </a:cxn>
                  <a:cxn ang="0">
                    <a:pos x="T6" y="T7"/>
                  </a:cxn>
                  <a:cxn ang="0">
                    <a:pos x="T8" y="T9"/>
                  </a:cxn>
                </a:cxnLst>
                <a:rect l="0" t="0" r="r" b="b"/>
                <a:pathLst>
                  <a:path w="91" h="397">
                    <a:moveTo>
                      <a:pt x="91" y="5"/>
                    </a:moveTo>
                    <a:lnTo>
                      <a:pt x="26" y="397"/>
                    </a:lnTo>
                    <a:lnTo>
                      <a:pt x="0" y="392"/>
                    </a:lnTo>
                    <a:lnTo>
                      <a:pt x="64" y="0"/>
                    </a:lnTo>
                    <a:lnTo>
                      <a:pt x="91" y="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7" name="Freeform 31">
                <a:extLst>
                  <a:ext uri="{FF2B5EF4-FFF2-40B4-BE49-F238E27FC236}">
                    <a16:creationId xmlns:a16="http://schemas.microsoft.com/office/drawing/2014/main" id="{AC27A843-151F-D14A-AA4A-178A214C42BC}"/>
                  </a:ext>
                </a:extLst>
              </p:cNvPr>
              <p:cNvSpPr>
                <a:spLocks/>
              </p:cNvSpPr>
              <p:nvPr/>
            </p:nvSpPr>
            <p:spPr bwMode="auto">
              <a:xfrm>
                <a:off x="4314" y="1492"/>
                <a:ext cx="122" cy="412"/>
              </a:xfrm>
              <a:custGeom>
                <a:avLst/>
                <a:gdLst>
                  <a:gd name="T0" fmla="*/ 122 w 122"/>
                  <a:gd name="T1" fmla="*/ 5 h 412"/>
                  <a:gd name="T2" fmla="*/ 26 w 122"/>
                  <a:gd name="T3" fmla="*/ 412 h 412"/>
                  <a:gd name="T4" fmla="*/ 0 w 122"/>
                  <a:gd name="T5" fmla="*/ 407 h 412"/>
                  <a:gd name="T6" fmla="*/ 96 w 122"/>
                  <a:gd name="T7" fmla="*/ 0 h 412"/>
                  <a:gd name="T8" fmla="*/ 122 w 122"/>
                  <a:gd name="T9" fmla="*/ 5 h 412"/>
                </a:gdLst>
                <a:ahLst/>
                <a:cxnLst>
                  <a:cxn ang="0">
                    <a:pos x="T0" y="T1"/>
                  </a:cxn>
                  <a:cxn ang="0">
                    <a:pos x="T2" y="T3"/>
                  </a:cxn>
                  <a:cxn ang="0">
                    <a:pos x="T4" y="T5"/>
                  </a:cxn>
                  <a:cxn ang="0">
                    <a:pos x="T6" y="T7"/>
                  </a:cxn>
                  <a:cxn ang="0">
                    <a:pos x="T8" y="T9"/>
                  </a:cxn>
                </a:cxnLst>
                <a:rect l="0" t="0" r="r" b="b"/>
                <a:pathLst>
                  <a:path w="122" h="412">
                    <a:moveTo>
                      <a:pt x="122" y="5"/>
                    </a:moveTo>
                    <a:lnTo>
                      <a:pt x="26" y="412"/>
                    </a:lnTo>
                    <a:lnTo>
                      <a:pt x="0" y="407"/>
                    </a:lnTo>
                    <a:lnTo>
                      <a:pt x="96" y="0"/>
                    </a:lnTo>
                    <a:lnTo>
                      <a:pt x="122" y="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8" name="Freeform 32">
                <a:extLst>
                  <a:ext uri="{FF2B5EF4-FFF2-40B4-BE49-F238E27FC236}">
                    <a16:creationId xmlns:a16="http://schemas.microsoft.com/office/drawing/2014/main" id="{2906E598-FA3D-5724-06D4-28799DF4B624}"/>
                  </a:ext>
                </a:extLst>
              </p:cNvPr>
              <p:cNvSpPr>
                <a:spLocks/>
              </p:cNvSpPr>
              <p:nvPr/>
            </p:nvSpPr>
            <p:spPr bwMode="auto">
              <a:xfrm>
                <a:off x="4331" y="1725"/>
                <a:ext cx="575" cy="189"/>
              </a:xfrm>
              <a:custGeom>
                <a:avLst/>
                <a:gdLst>
                  <a:gd name="T0" fmla="*/ 575 w 575"/>
                  <a:gd name="T1" fmla="*/ 24 h 189"/>
                  <a:gd name="T2" fmla="*/ 9 w 575"/>
                  <a:gd name="T3" fmla="*/ 189 h 189"/>
                  <a:gd name="T4" fmla="*/ 0 w 575"/>
                  <a:gd name="T5" fmla="*/ 163 h 189"/>
                  <a:gd name="T6" fmla="*/ 567 w 575"/>
                  <a:gd name="T7" fmla="*/ 0 h 189"/>
                  <a:gd name="T8" fmla="*/ 575 w 575"/>
                  <a:gd name="T9" fmla="*/ 24 h 189"/>
                </a:gdLst>
                <a:ahLst/>
                <a:cxnLst>
                  <a:cxn ang="0">
                    <a:pos x="T0" y="T1"/>
                  </a:cxn>
                  <a:cxn ang="0">
                    <a:pos x="T2" y="T3"/>
                  </a:cxn>
                  <a:cxn ang="0">
                    <a:pos x="T4" y="T5"/>
                  </a:cxn>
                  <a:cxn ang="0">
                    <a:pos x="T6" y="T7"/>
                  </a:cxn>
                  <a:cxn ang="0">
                    <a:pos x="T8" y="T9"/>
                  </a:cxn>
                </a:cxnLst>
                <a:rect l="0" t="0" r="r" b="b"/>
                <a:pathLst>
                  <a:path w="575" h="189">
                    <a:moveTo>
                      <a:pt x="575" y="24"/>
                    </a:moveTo>
                    <a:lnTo>
                      <a:pt x="9" y="189"/>
                    </a:lnTo>
                    <a:lnTo>
                      <a:pt x="0" y="163"/>
                    </a:lnTo>
                    <a:lnTo>
                      <a:pt x="567" y="0"/>
                    </a:lnTo>
                    <a:lnTo>
                      <a:pt x="575" y="2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59" name="Freeform 33">
                <a:extLst>
                  <a:ext uri="{FF2B5EF4-FFF2-40B4-BE49-F238E27FC236}">
                    <a16:creationId xmlns:a16="http://schemas.microsoft.com/office/drawing/2014/main" id="{BF3B8FA5-2A78-8FE1-F293-E8B76A34B1D5}"/>
                  </a:ext>
                </a:extLst>
              </p:cNvPr>
              <p:cNvSpPr>
                <a:spLocks/>
              </p:cNvSpPr>
              <p:nvPr/>
            </p:nvSpPr>
            <p:spPr bwMode="auto">
              <a:xfrm>
                <a:off x="4035" y="1093"/>
                <a:ext cx="72" cy="486"/>
              </a:xfrm>
              <a:custGeom>
                <a:avLst/>
                <a:gdLst>
                  <a:gd name="T0" fmla="*/ 0 w 72"/>
                  <a:gd name="T1" fmla="*/ 484 h 486"/>
                  <a:gd name="T2" fmla="*/ 45 w 72"/>
                  <a:gd name="T3" fmla="*/ 0 h 486"/>
                  <a:gd name="T4" fmla="*/ 72 w 72"/>
                  <a:gd name="T5" fmla="*/ 1 h 486"/>
                  <a:gd name="T6" fmla="*/ 26 w 72"/>
                  <a:gd name="T7" fmla="*/ 486 h 486"/>
                  <a:gd name="T8" fmla="*/ 0 w 72"/>
                  <a:gd name="T9" fmla="*/ 484 h 486"/>
                </a:gdLst>
                <a:ahLst/>
                <a:cxnLst>
                  <a:cxn ang="0">
                    <a:pos x="T0" y="T1"/>
                  </a:cxn>
                  <a:cxn ang="0">
                    <a:pos x="T2" y="T3"/>
                  </a:cxn>
                  <a:cxn ang="0">
                    <a:pos x="T4" y="T5"/>
                  </a:cxn>
                  <a:cxn ang="0">
                    <a:pos x="T6" y="T7"/>
                  </a:cxn>
                  <a:cxn ang="0">
                    <a:pos x="T8" y="T9"/>
                  </a:cxn>
                </a:cxnLst>
                <a:rect l="0" t="0" r="r" b="b"/>
                <a:pathLst>
                  <a:path w="72" h="486">
                    <a:moveTo>
                      <a:pt x="0" y="484"/>
                    </a:moveTo>
                    <a:lnTo>
                      <a:pt x="45" y="0"/>
                    </a:lnTo>
                    <a:lnTo>
                      <a:pt x="72" y="1"/>
                    </a:lnTo>
                    <a:lnTo>
                      <a:pt x="26" y="486"/>
                    </a:lnTo>
                    <a:lnTo>
                      <a:pt x="0" y="4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0" name="Freeform 34">
                <a:extLst>
                  <a:ext uri="{FF2B5EF4-FFF2-40B4-BE49-F238E27FC236}">
                    <a16:creationId xmlns:a16="http://schemas.microsoft.com/office/drawing/2014/main" id="{789BAE90-8A79-76FF-32A5-283363007DB2}"/>
                  </a:ext>
                </a:extLst>
              </p:cNvPr>
              <p:cNvSpPr>
                <a:spLocks/>
              </p:cNvSpPr>
              <p:nvPr/>
            </p:nvSpPr>
            <p:spPr bwMode="auto">
              <a:xfrm>
                <a:off x="3239" y="587"/>
                <a:ext cx="280" cy="50"/>
              </a:xfrm>
              <a:custGeom>
                <a:avLst/>
                <a:gdLst>
                  <a:gd name="T0" fmla="*/ 280 w 280"/>
                  <a:gd name="T1" fmla="*/ 28 h 50"/>
                  <a:gd name="T2" fmla="*/ 4 w 280"/>
                  <a:gd name="T3" fmla="*/ 50 h 50"/>
                  <a:gd name="T4" fmla="*/ 0 w 280"/>
                  <a:gd name="T5" fmla="*/ 24 h 50"/>
                  <a:gd name="T6" fmla="*/ 278 w 280"/>
                  <a:gd name="T7" fmla="*/ 0 h 50"/>
                  <a:gd name="T8" fmla="*/ 280 w 280"/>
                  <a:gd name="T9" fmla="*/ 28 h 50"/>
                </a:gdLst>
                <a:ahLst/>
                <a:cxnLst>
                  <a:cxn ang="0">
                    <a:pos x="T0" y="T1"/>
                  </a:cxn>
                  <a:cxn ang="0">
                    <a:pos x="T2" y="T3"/>
                  </a:cxn>
                  <a:cxn ang="0">
                    <a:pos x="T4" y="T5"/>
                  </a:cxn>
                  <a:cxn ang="0">
                    <a:pos x="T6" y="T7"/>
                  </a:cxn>
                  <a:cxn ang="0">
                    <a:pos x="T8" y="T9"/>
                  </a:cxn>
                </a:cxnLst>
                <a:rect l="0" t="0" r="r" b="b"/>
                <a:pathLst>
                  <a:path w="280" h="50">
                    <a:moveTo>
                      <a:pt x="280" y="28"/>
                    </a:moveTo>
                    <a:lnTo>
                      <a:pt x="4" y="50"/>
                    </a:lnTo>
                    <a:lnTo>
                      <a:pt x="0" y="24"/>
                    </a:lnTo>
                    <a:lnTo>
                      <a:pt x="278" y="0"/>
                    </a:lnTo>
                    <a:lnTo>
                      <a:pt x="280"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1" name="Freeform 35">
                <a:extLst>
                  <a:ext uri="{FF2B5EF4-FFF2-40B4-BE49-F238E27FC236}">
                    <a16:creationId xmlns:a16="http://schemas.microsoft.com/office/drawing/2014/main" id="{DC29795C-B8EF-5E4D-D66E-CBB3BC8FC7C9}"/>
                  </a:ext>
                </a:extLst>
              </p:cNvPr>
              <p:cNvSpPr>
                <a:spLocks/>
              </p:cNvSpPr>
              <p:nvPr/>
            </p:nvSpPr>
            <p:spPr bwMode="auto">
              <a:xfrm>
                <a:off x="2704" y="1211"/>
                <a:ext cx="75" cy="239"/>
              </a:xfrm>
              <a:custGeom>
                <a:avLst/>
                <a:gdLst>
                  <a:gd name="T0" fmla="*/ 49 w 75"/>
                  <a:gd name="T1" fmla="*/ 239 h 239"/>
                  <a:gd name="T2" fmla="*/ 0 w 75"/>
                  <a:gd name="T3" fmla="*/ 5 h 239"/>
                  <a:gd name="T4" fmla="*/ 26 w 75"/>
                  <a:gd name="T5" fmla="*/ 0 h 239"/>
                  <a:gd name="T6" fmla="*/ 75 w 75"/>
                  <a:gd name="T7" fmla="*/ 234 h 239"/>
                  <a:gd name="T8" fmla="*/ 49 w 75"/>
                  <a:gd name="T9" fmla="*/ 239 h 239"/>
                </a:gdLst>
                <a:ahLst/>
                <a:cxnLst>
                  <a:cxn ang="0">
                    <a:pos x="T0" y="T1"/>
                  </a:cxn>
                  <a:cxn ang="0">
                    <a:pos x="T2" y="T3"/>
                  </a:cxn>
                  <a:cxn ang="0">
                    <a:pos x="T4" y="T5"/>
                  </a:cxn>
                  <a:cxn ang="0">
                    <a:pos x="T6" y="T7"/>
                  </a:cxn>
                  <a:cxn ang="0">
                    <a:pos x="T8" y="T9"/>
                  </a:cxn>
                </a:cxnLst>
                <a:rect l="0" t="0" r="r" b="b"/>
                <a:pathLst>
                  <a:path w="75" h="239">
                    <a:moveTo>
                      <a:pt x="49" y="239"/>
                    </a:moveTo>
                    <a:lnTo>
                      <a:pt x="0" y="5"/>
                    </a:lnTo>
                    <a:lnTo>
                      <a:pt x="26" y="0"/>
                    </a:lnTo>
                    <a:lnTo>
                      <a:pt x="75" y="234"/>
                    </a:lnTo>
                    <a:lnTo>
                      <a:pt x="49" y="23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2" name="Freeform 36">
                <a:extLst>
                  <a:ext uri="{FF2B5EF4-FFF2-40B4-BE49-F238E27FC236}">
                    <a16:creationId xmlns:a16="http://schemas.microsoft.com/office/drawing/2014/main" id="{2105A2C3-ECFA-BEB0-FF57-8C8083DB26DE}"/>
                  </a:ext>
                </a:extLst>
              </p:cNvPr>
              <p:cNvSpPr>
                <a:spLocks/>
              </p:cNvSpPr>
              <p:nvPr/>
            </p:nvSpPr>
            <p:spPr bwMode="auto">
              <a:xfrm>
                <a:off x="4048" y="2255"/>
                <a:ext cx="68" cy="312"/>
              </a:xfrm>
              <a:custGeom>
                <a:avLst/>
                <a:gdLst>
                  <a:gd name="T0" fmla="*/ 26 w 68"/>
                  <a:gd name="T1" fmla="*/ 0 h 312"/>
                  <a:gd name="T2" fmla="*/ 68 w 68"/>
                  <a:gd name="T3" fmla="*/ 309 h 312"/>
                  <a:gd name="T4" fmla="*/ 40 w 68"/>
                  <a:gd name="T5" fmla="*/ 312 h 312"/>
                  <a:gd name="T6" fmla="*/ 0 w 68"/>
                  <a:gd name="T7" fmla="*/ 3 h 312"/>
                  <a:gd name="T8" fmla="*/ 26 w 68"/>
                  <a:gd name="T9" fmla="*/ 0 h 312"/>
                </a:gdLst>
                <a:ahLst/>
                <a:cxnLst>
                  <a:cxn ang="0">
                    <a:pos x="T0" y="T1"/>
                  </a:cxn>
                  <a:cxn ang="0">
                    <a:pos x="T2" y="T3"/>
                  </a:cxn>
                  <a:cxn ang="0">
                    <a:pos x="T4" y="T5"/>
                  </a:cxn>
                  <a:cxn ang="0">
                    <a:pos x="T6" y="T7"/>
                  </a:cxn>
                  <a:cxn ang="0">
                    <a:pos x="T8" y="T9"/>
                  </a:cxn>
                </a:cxnLst>
                <a:rect l="0" t="0" r="r" b="b"/>
                <a:pathLst>
                  <a:path w="68" h="312">
                    <a:moveTo>
                      <a:pt x="26" y="0"/>
                    </a:moveTo>
                    <a:lnTo>
                      <a:pt x="68" y="309"/>
                    </a:lnTo>
                    <a:lnTo>
                      <a:pt x="40" y="312"/>
                    </a:lnTo>
                    <a:lnTo>
                      <a:pt x="0" y="3"/>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3" name="Freeform 37">
                <a:extLst>
                  <a:ext uri="{FF2B5EF4-FFF2-40B4-BE49-F238E27FC236}">
                    <a16:creationId xmlns:a16="http://schemas.microsoft.com/office/drawing/2014/main" id="{45B3C35F-AF0C-3C15-816A-F1F20BA0FB00}"/>
                  </a:ext>
                </a:extLst>
              </p:cNvPr>
              <p:cNvSpPr>
                <a:spLocks/>
              </p:cNvSpPr>
              <p:nvPr/>
            </p:nvSpPr>
            <p:spPr bwMode="auto">
              <a:xfrm>
                <a:off x="3533" y="2830"/>
                <a:ext cx="222" cy="298"/>
              </a:xfrm>
              <a:custGeom>
                <a:avLst/>
                <a:gdLst>
                  <a:gd name="T0" fmla="*/ 22 w 222"/>
                  <a:gd name="T1" fmla="*/ 0 h 298"/>
                  <a:gd name="T2" fmla="*/ 222 w 222"/>
                  <a:gd name="T3" fmla="*/ 283 h 298"/>
                  <a:gd name="T4" fmla="*/ 201 w 222"/>
                  <a:gd name="T5" fmla="*/ 298 h 298"/>
                  <a:gd name="T6" fmla="*/ 0 w 222"/>
                  <a:gd name="T7" fmla="*/ 14 h 298"/>
                  <a:gd name="T8" fmla="*/ 22 w 222"/>
                  <a:gd name="T9" fmla="*/ 0 h 298"/>
                </a:gdLst>
                <a:ahLst/>
                <a:cxnLst>
                  <a:cxn ang="0">
                    <a:pos x="T0" y="T1"/>
                  </a:cxn>
                  <a:cxn ang="0">
                    <a:pos x="T2" y="T3"/>
                  </a:cxn>
                  <a:cxn ang="0">
                    <a:pos x="T4" y="T5"/>
                  </a:cxn>
                  <a:cxn ang="0">
                    <a:pos x="T6" y="T7"/>
                  </a:cxn>
                  <a:cxn ang="0">
                    <a:pos x="T8" y="T9"/>
                  </a:cxn>
                </a:cxnLst>
                <a:rect l="0" t="0" r="r" b="b"/>
                <a:pathLst>
                  <a:path w="222" h="298">
                    <a:moveTo>
                      <a:pt x="22" y="0"/>
                    </a:moveTo>
                    <a:lnTo>
                      <a:pt x="222" y="283"/>
                    </a:lnTo>
                    <a:lnTo>
                      <a:pt x="201" y="298"/>
                    </a:lnTo>
                    <a:lnTo>
                      <a:pt x="0" y="14"/>
                    </a:lnTo>
                    <a:lnTo>
                      <a:pt x="22"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4" name="Freeform 38">
                <a:extLst>
                  <a:ext uri="{FF2B5EF4-FFF2-40B4-BE49-F238E27FC236}">
                    <a16:creationId xmlns:a16="http://schemas.microsoft.com/office/drawing/2014/main" id="{A5B7DD0E-7EC6-7D70-9A77-C8331F8CA69A}"/>
                  </a:ext>
                </a:extLst>
              </p:cNvPr>
              <p:cNvSpPr>
                <a:spLocks/>
              </p:cNvSpPr>
              <p:nvPr/>
            </p:nvSpPr>
            <p:spPr bwMode="auto">
              <a:xfrm>
                <a:off x="3229" y="2821"/>
                <a:ext cx="307" cy="36"/>
              </a:xfrm>
              <a:custGeom>
                <a:avLst/>
                <a:gdLst>
                  <a:gd name="T0" fmla="*/ 305 w 307"/>
                  <a:gd name="T1" fmla="*/ 36 h 36"/>
                  <a:gd name="T2" fmla="*/ 0 w 307"/>
                  <a:gd name="T3" fmla="*/ 28 h 36"/>
                  <a:gd name="T4" fmla="*/ 0 w 307"/>
                  <a:gd name="T5" fmla="*/ 0 h 36"/>
                  <a:gd name="T6" fmla="*/ 307 w 307"/>
                  <a:gd name="T7" fmla="*/ 10 h 36"/>
                  <a:gd name="T8" fmla="*/ 305 w 307"/>
                  <a:gd name="T9" fmla="*/ 36 h 36"/>
                </a:gdLst>
                <a:ahLst/>
                <a:cxnLst>
                  <a:cxn ang="0">
                    <a:pos x="T0" y="T1"/>
                  </a:cxn>
                  <a:cxn ang="0">
                    <a:pos x="T2" y="T3"/>
                  </a:cxn>
                  <a:cxn ang="0">
                    <a:pos x="T4" y="T5"/>
                  </a:cxn>
                  <a:cxn ang="0">
                    <a:pos x="T6" y="T7"/>
                  </a:cxn>
                  <a:cxn ang="0">
                    <a:pos x="T8" y="T9"/>
                  </a:cxn>
                </a:cxnLst>
                <a:rect l="0" t="0" r="r" b="b"/>
                <a:pathLst>
                  <a:path w="307" h="36">
                    <a:moveTo>
                      <a:pt x="305" y="36"/>
                    </a:moveTo>
                    <a:lnTo>
                      <a:pt x="0" y="28"/>
                    </a:lnTo>
                    <a:lnTo>
                      <a:pt x="0" y="0"/>
                    </a:lnTo>
                    <a:lnTo>
                      <a:pt x="307" y="10"/>
                    </a:lnTo>
                    <a:lnTo>
                      <a:pt x="305"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5" name="Freeform 39">
                <a:extLst>
                  <a:ext uri="{FF2B5EF4-FFF2-40B4-BE49-F238E27FC236}">
                    <a16:creationId xmlns:a16="http://schemas.microsoft.com/office/drawing/2014/main" id="{2075027A-851F-372F-BDB8-9C790BB4300A}"/>
                  </a:ext>
                </a:extLst>
              </p:cNvPr>
              <p:cNvSpPr>
                <a:spLocks/>
              </p:cNvSpPr>
              <p:nvPr/>
            </p:nvSpPr>
            <p:spPr bwMode="auto">
              <a:xfrm>
                <a:off x="2942" y="1904"/>
                <a:ext cx="216" cy="158"/>
              </a:xfrm>
              <a:custGeom>
                <a:avLst/>
                <a:gdLst>
                  <a:gd name="T0" fmla="*/ 0 w 216"/>
                  <a:gd name="T1" fmla="*/ 135 h 158"/>
                  <a:gd name="T2" fmla="*/ 200 w 216"/>
                  <a:gd name="T3" fmla="*/ 0 h 158"/>
                  <a:gd name="T4" fmla="*/ 216 w 216"/>
                  <a:gd name="T5" fmla="*/ 21 h 158"/>
                  <a:gd name="T6" fmla="*/ 16 w 216"/>
                  <a:gd name="T7" fmla="*/ 158 h 158"/>
                  <a:gd name="T8" fmla="*/ 0 w 216"/>
                  <a:gd name="T9" fmla="*/ 135 h 158"/>
                </a:gdLst>
                <a:ahLst/>
                <a:cxnLst>
                  <a:cxn ang="0">
                    <a:pos x="T0" y="T1"/>
                  </a:cxn>
                  <a:cxn ang="0">
                    <a:pos x="T2" y="T3"/>
                  </a:cxn>
                  <a:cxn ang="0">
                    <a:pos x="T4" y="T5"/>
                  </a:cxn>
                  <a:cxn ang="0">
                    <a:pos x="T6" y="T7"/>
                  </a:cxn>
                  <a:cxn ang="0">
                    <a:pos x="T8" y="T9"/>
                  </a:cxn>
                </a:cxnLst>
                <a:rect l="0" t="0" r="r" b="b"/>
                <a:pathLst>
                  <a:path w="216" h="158">
                    <a:moveTo>
                      <a:pt x="0" y="135"/>
                    </a:moveTo>
                    <a:lnTo>
                      <a:pt x="200" y="0"/>
                    </a:lnTo>
                    <a:lnTo>
                      <a:pt x="216" y="21"/>
                    </a:lnTo>
                    <a:lnTo>
                      <a:pt x="16" y="158"/>
                    </a:lnTo>
                    <a:lnTo>
                      <a:pt x="0" y="1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6" name="Freeform 40">
                <a:extLst>
                  <a:ext uri="{FF2B5EF4-FFF2-40B4-BE49-F238E27FC236}">
                    <a16:creationId xmlns:a16="http://schemas.microsoft.com/office/drawing/2014/main" id="{DA0F6481-9DDD-4969-78D9-F5D45F1FEEBC}"/>
                  </a:ext>
                </a:extLst>
              </p:cNvPr>
              <p:cNvSpPr>
                <a:spLocks/>
              </p:cNvSpPr>
              <p:nvPr/>
            </p:nvSpPr>
            <p:spPr bwMode="auto">
              <a:xfrm>
                <a:off x="4120" y="2553"/>
                <a:ext cx="413" cy="44"/>
              </a:xfrm>
              <a:custGeom>
                <a:avLst/>
                <a:gdLst>
                  <a:gd name="T0" fmla="*/ 413 w 413"/>
                  <a:gd name="T1" fmla="*/ 26 h 44"/>
                  <a:gd name="T2" fmla="*/ 1 w 413"/>
                  <a:gd name="T3" fmla="*/ 44 h 44"/>
                  <a:gd name="T4" fmla="*/ 0 w 413"/>
                  <a:gd name="T5" fmla="*/ 16 h 44"/>
                  <a:gd name="T6" fmla="*/ 411 w 413"/>
                  <a:gd name="T7" fmla="*/ 0 h 44"/>
                  <a:gd name="T8" fmla="*/ 413 w 413"/>
                  <a:gd name="T9" fmla="*/ 26 h 44"/>
                </a:gdLst>
                <a:ahLst/>
                <a:cxnLst>
                  <a:cxn ang="0">
                    <a:pos x="T0" y="T1"/>
                  </a:cxn>
                  <a:cxn ang="0">
                    <a:pos x="T2" y="T3"/>
                  </a:cxn>
                  <a:cxn ang="0">
                    <a:pos x="T4" y="T5"/>
                  </a:cxn>
                  <a:cxn ang="0">
                    <a:pos x="T6" y="T7"/>
                  </a:cxn>
                  <a:cxn ang="0">
                    <a:pos x="T8" y="T9"/>
                  </a:cxn>
                </a:cxnLst>
                <a:rect l="0" t="0" r="r" b="b"/>
                <a:pathLst>
                  <a:path w="413" h="44">
                    <a:moveTo>
                      <a:pt x="413" y="26"/>
                    </a:moveTo>
                    <a:lnTo>
                      <a:pt x="1" y="44"/>
                    </a:lnTo>
                    <a:lnTo>
                      <a:pt x="0" y="16"/>
                    </a:lnTo>
                    <a:lnTo>
                      <a:pt x="411" y="0"/>
                    </a:lnTo>
                    <a:lnTo>
                      <a:pt x="413"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7" name="Freeform 41">
                <a:extLst>
                  <a:ext uri="{FF2B5EF4-FFF2-40B4-BE49-F238E27FC236}">
                    <a16:creationId xmlns:a16="http://schemas.microsoft.com/office/drawing/2014/main" id="{B9461C48-B27E-4355-4ADE-5E91A95E66B9}"/>
                  </a:ext>
                </a:extLst>
              </p:cNvPr>
              <p:cNvSpPr>
                <a:spLocks/>
              </p:cNvSpPr>
              <p:nvPr/>
            </p:nvSpPr>
            <p:spPr bwMode="auto">
              <a:xfrm>
                <a:off x="3316" y="3292"/>
                <a:ext cx="1045" cy="929"/>
              </a:xfrm>
              <a:custGeom>
                <a:avLst/>
                <a:gdLst>
                  <a:gd name="T0" fmla="*/ 293 w 602"/>
                  <a:gd name="T1" fmla="*/ 535 h 535"/>
                  <a:gd name="T2" fmla="*/ 143 w 602"/>
                  <a:gd name="T3" fmla="*/ 515 h 535"/>
                  <a:gd name="T4" fmla="*/ 87 w 602"/>
                  <a:gd name="T5" fmla="*/ 469 h 535"/>
                  <a:gd name="T6" fmla="*/ 38 w 602"/>
                  <a:gd name="T7" fmla="*/ 403 h 535"/>
                  <a:gd name="T8" fmla="*/ 31 w 602"/>
                  <a:gd name="T9" fmla="*/ 368 h 535"/>
                  <a:gd name="T10" fmla="*/ 32 w 602"/>
                  <a:gd name="T11" fmla="*/ 347 h 535"/>
                  <a:gd name="T12" fmla="*/ 38 w 602"/>
                  <a:gd name="T13" fmla="*/ 314 h 535"/>
                  <a:gd name="T14" fmla="*/ 32 w 602"/>
                  <a:gd name="T15" fmla="*/ 293 h 535"/>
                  <a:gd name="T16" fmla="*/ 29 w 602"/>
                  <a:gd name="T17" fmla="*/ 270 h 535"/>
                  <a:gd name="T18" fmla="*/ 37 w 602"/>
                  <a:gd name="T19" fmla="*/ 241 h 535"/>
                  <a:gd name="T20" fmla="*/ 31 w 602"/>
                  <a:gd name="T21" fmla="*/ 214 h 535"/>
                  <a:gd name="T22" fmla="*/ 35 w 602"/>
                  <a:gd name="T23" fmla="*/ 191 h 535"/>
                  <a:gd name="T24" fmla="*/ 41 w 602"/>
                  <a:gd name="T25" fmla="*/ 169 h 535"/>
                  <a:gd name="T26" fmla="*/ 44 w 602"/>
                  <a:gd name="T27" fmla="*/ 145 h 535"/>
                  <a:gd name="T28" fmla="*/ 17 w 602"/>
                  <a:gd name="T29" fmla="*/ 126 h 535"/>
                  <a:gd name="T30" fmla="*/ 0 w 602"/>
                  <a:gd name="T31" fmla="*/ 0 h 535"/>
                  <a:gd name="T32" fmla="*/ 602 w 602"/>
                  <a:gd name="T33" fmla="*/ 0 h 535"/>
                  <a:gd name="T34" fmla="*/ 590 w 602"/>
                  <a:gd name="T35" fmla="*/ 94 h 535"/>
                  <a:gd name="T36" fmla="*/ 563 w 602"/>
                  <a:gd name="T37" fmla="*/ 114 h 535"/>
                  <a:gd name="T38" fmla="*/ 566 w 602"/>
                  <a:gd name="T39" fmla="*/ 138 h 535"/>
                  <a:gd name="T40" fmla="*/ 572 w 602"/>
                  <a:gd name="T41" fmla="*/ 160 h 535"/>
                  <a:gd name="T42" fmla="*/ 577 w 602"/>
                  <a:gd name="T43" fmla="*/ 182 h 535"/>
                  <a:gd name="T44" fmla="*/ 571 w 602"/>
                  <a:gd name="T45" fmla="*/ 209 h 535"/>
                  <a:gd name="T46" fmla="*/ 578 w 602"/>
                  <a:gd name="T47" fmla="*/ 239 h 535"/>
                  <a:gd name="T48" fmla="*/ 575 w 602"/>
                  <a:gd name="T49" fmla="*/ 261 h 535"/>
                  <a:gd name="T50" fmla="*/ 569 w 602"/>
                  <a:gd name="T51" fmla="*/ 282 h 535"/>
                  <a:gd name="T52" fmla="*/ 575 w 602"/>
                  <a:gd name="T53" fmla="*/ 315 h 535"/>
                  <a:gd name="T54" fmla="*/ 577 w 602"/>
                  <a:gd name="T55" fmla="*/ 336 h 535"/>
                  <a:gd name="T56" fmla="*/ 569 w 602"/>
                  <a:gd name="T57" fmla="*/ 372 h 535"/>
                  <a:gd name="T58" fmla="*/ 580 w 602"/>
                  <a:gd name="T59" fmla="*/ 392 h 535"/>
                  <a:gd name="T60" fmla="*/ 524 w 602"/>
                  <a:gd name="T61" fmla="*/ 469 h 535"/>
                  <a:gd name="T62" fmla="*/ 469 w 602"/>
                  <a:gd name="T63" fmla="*/ 515 h 535"/>
                  <a:gd name="T64" fmla="*/ 293 w 602"/>
                  <a:gd name="T6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 h="535">
                    <a:moveTo>
                      <a:pt x="293" y="535"/>
                    </a:moveTo>
                    <a:cubicBezTo>
                      <a:pt x="246" y="535"/>
                      <a:pt x="146" y="530"/>
                      <a:pt x="143" y="515"/>
                    </a:cubicBezTo>
                    <a:cubicBezTo>
                      <a:pt x="140" y="500"/>
                      <a:pt x="125" y="491"/>
                      <a:pt x="87" y="469"/>
                    </a:cubicBezTo>
                    <a:cubicBezTo>
                      <a:pt x="50" y="447"/>
                      <a:pt x="38" y="420"/>
                      <a:pt x="38" y="403"/>
                    </a:cubicBezTo>
                    <a:cubicBezTo>
                      <a:pt x="38" y="387"/>
                      <a:pt x="50" y="375"/>
                      <a:pt x="31" y="368"/>
                    </a:cubicBezTo>
                    <a:cubicBezTo>
                      <a:pt x="11" y="360"/>
                      <a:pt x="16" y="353"/>
                      <a:pt x="32" y="347"/>
                    </a:cubicBezTo>
                    <a:cubicBezTo>
                      <a:pt x="48" y="341"/>
                      <a:pt x="38" y="330"/>
                      <a:pt x="38" y="314"/>
                    </a:cubicBezTo>
                    <a:cubicBezTo>
                      <a:pt x="38" y="297"/>
                      <a:pt x="56" y="294"/>
                      <a:pt x="32" y="293"/>
                    </a:cubicBezTo>
                    <a:cubicBezTo>
                      <a:pt x="8" y="291"/>
                      <a:pt x="11" y="276"/>
                      <a:pt x="29" y="270"/>
                    </a:cubicBezTo>
                    <a:cubicBezTo>
                      <a:pt x="47" y="264"/>
                      <a:pt x="37" y="254"/>
                      <a:pt x="37" y="241"/>
                    </a:cubicBezTo>
                    <a:cubicBezTo>
                      <a:pt x="37" y="227"/>
                      <a:pt x="47" y="218"/>
                      <a:pt x="31" y="214"/>
                    </a:cubicBezTo>
                    <a:cubicBezTo>
                      <a:pt x="14" y="209"/>
                      <a:pt x="16" y="196"/>
                      <a:pt x="35" y="191"/>
                    </a:cubicBezTo>
                    <a:cubicBezTo>
                      <a:pt x="54" y="187"/>
                      <a:pt x="43" y="179"/>
                      <a:pt x="41" y="169"/>
                    </a:cubicBezTo>
                    <a:cubicBezTo>
                      <a:pt x="40" y="158"/>
                      <a:pt x="54" y="145"/>
                      <a:pt x="44" y="145"/>
                    </a:cubicBezTo>
                    <a:cubicBezTo>
                      <a:pt x="34" y="145"/>
                      <a:pt x="19" y="137"/>
                      <a:pt x="17" y="126"/>
                    </a:cubicBezTo>
                    <a:cubicBezTo>
                      <a:pt x="0" y="0"/>
                      <a:pt x="0" y="0"/>
                      <a:pt x="0" y="0"/>
                    </a:cubicBezTo>
                    <a:cubicBezTo>
                      <a:pt x="602" y="0"/>
                      <a:pt x="602" y="0"/>
                      <a:pt x="602" y="0"/>
                    </a:cubicBezTo>
                    <a:cubicBezTo>
                      <a:pt x="590" y="94"/>
                      <a:pt x="590" y="94"/>
                      <a:pt x="590" y="94"/>
                    </a:cubicBezTo>
                    <a:cubicBezTo>
                      <a:pt x="589" y="106"/>
                      <a:pt x="574" y="114"/>
                      <a:pt x="563" y="114"/>
                    </a:cubicBezTo>
                    <a:cubicBezTo>
                      <a:pt x="553" y="114"/>
                      <a:pt x="568" y="127"/>
                      <a:pt x="566" y="138"/>
                    </a:cubicBezTo>
                    <a:cubicBezTo>
                      <a:pt x="565" y="148"/>
                      <a:pt x="553" y="155"/>
                      <a:pt x="572" y="160"/>
                    </a:cubicBezTo>
                    <a:cubicBezTo>
                      <a:pt x="592" y="164"/>
                      <a:pt x="593" y="178"/>
                      <a:pt x="577" y="182"/>
                    </a:cubicBezTo>
                    <a:cubicBezTo>
                      <a:pt x="560" y="187"/>
                      <a:pt x="571" y="196"/>
                      <a:pt x="571" y="209"/>
                    </a:cubicBezTo>
                    <a:cubicBezTo>
                      <a:pt x="571" y="223"/>
                      <a:pt x="560" y="233"/>
                      <a:pt x="578" y="239"/>
                    </a:cubicBezTo>
                    <a:cubicBezTo>
                      <a:pt x="596" y="245"/>
                      <a:pt x="599" y="260"/>
                      <a:pt x="575" y="261"/>
                    </a:cubicBezTo>
                    <a:cubicBezTo>
                      <a:pt x="551" y="263"/>
                      <a:pt x="569" y="266"/>
                      <a:pt x="569" y="282"/>
                    </a:cubicBezTo>
                    <a:cubicBezTo>
                      <a:pt x="569" y="299"/>
                      <a:pt x="559" y="309"/>
                      <a:pt x="575" y="315"/>
                    </a:cubicBezTo>
                    <a:cubicBezTo>
                      <a:pt x="592" y="321"/>
                      <a:pt x="596" y="329"/>
                      <a:pt x="577" y="336"/>
                    </a:cubicBezTo>
                    <a:cubicBezTo>
                      <a:pt x="557" y="344"/>
                      <a:pt x="569" y="356"/>
                      <a:pt x="569" y="372"/>
                    </a:cubicBezTo>
                    <a:cubicBezTo>
                      <a:pt x="569" y="377"/>
                      <a:pt x="582" y="382"/>
                      <a:pt x="580" y="392"/>
                    </a:cubicBezTo>
                    <a:cubicBezTo>
                      <a:pt x="576" y="416"/>
                      <a:pt x="553" y="445"/>
                      <a:pt x="524" y="469"/>
                    </a:cubicBezTo>
                    <a:cubicBezTo>
                      <a:pt x="496" y="493"/>
                      <a:pt x="472" y="500"/>
                      <a:pt x="469" y="515"/>
                    </a:cubicBezTo>
                    <a:cubicBezTo>
                      <a:pt x="466" y="530"/>
                      <a:pt x="341" y="535"/>
                      <a:pt x="293" y="5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8" name="Freeform 42">
                <a:extLst>
                  <a:ext uri="{FF2B5EF4-FFF2-40B4-BE49-F238E27FC236}">
                    <a16:creationId xmlns:a16="http://schemas.microsoft.com/office/drawing/2014/main" id="{746820A1-7636-80C0-0744-E3ED2810EA8E}"/>
                  </a:ext>
                </a:extLst>
              </p:cNvPr>
              <p:cNvSpPr>
                <a:spLocks/>
              </p:cNvSpPr>
              <p:nvPr/>
            </p:nvSpPr>
            <p:spPr bwMode="auto">
              <a:xfrm>
                <a:off x="3540" y="3292"/>
                <a:ext cx="295" cy="929"/>
              </a:xfrm>
              <a:custGeom>
                <a:avLst/>
                <a:gdLst>
                  <a:gd name="T0" fmla="*/ 82 w 170"/>
                  <a:gd name="T1" fmla="*/ 535 h 535"/>
                  <a:gd name="T2" fmla="*/ 38 w 170"/>
                  <a:gd name="T3" fmla="*/ 515 h 535"/>
                  <a:gd name="T4" fmla="*/ 22 w 170"/>
                  <a:gd name="T5" fmla="*/ 469 h 535"/>
                  <a:gd name="T6" fmla="*/ 8 w 170"/>
                  <a:gd name="T7" fmla="*/ 403 h 535"/>
                  <a:gd name="T8" fmla="*/ 6 w 170"/>
                  <a:gd name="T9" fmla="*/ 368 h 535"/>
                  <a:gd name="T10" fmla="*/ 7 w 170"/>
                  <a:gd name="T11" fmla="*/ 347 h 535"/>
                  <a:gd name="T12" fmla="*/ 8 w 170"/>
                  <a:gd name="T13" fmla="*/ 314 h 535"/>
                  <a:gd name="T14" fmla="*/ 7 w 170"/>
                  <a:gd name="T15" fmla="*/ 293 h 535"/>
                  <a:gd name="T16" fmla="*/ 6 w 170"/>
                  <a:gd name="T17" fmla="*/ 270 h 535"/>
                  <a:gd name="T18" fmla="*/ 8 w 170"/>
                  <a:gd name="T19" fmla="*/ 241 h 535"/>
                  <a:gd name="T20" fmla="*/ 6 w 170"/>
                  <a:gd name="T21" fmla="*/ 214 h 535"/>
                  <a:gd name="T22" fmla="*/ 7 w 170"/>
                  <a:gd name="T23" fmla="*/ 191 h 535"/>
                  <a:gd name="T24" fmla="*/ 9 w 170"/>
                  <a:gd name="T25" fmla="*/ 169 h 535"/>
                  <a:gd name="T26" fmla="*/ 10 w 170"/>
                  <a:gd name="T27" fmla="*/ 145 h 535"/>
                  <a:gd name="T28" fmla="*/ 2 w 170"/>
                  <a:gd name="T29" fmla="*/ 126 h 535"/>
                  <a:gd name="T30" fmla="*/ 5 w 170"/>
                  <a:gd name="T31" fmla="*/ 90 h 535"/>
                  <a:gd name="T32" fmla="*/ 4 w 170"/>
                  <a:gd name="T33" fmla="*/ 43 h 535"/>
                  <a:gd name="T34" fmla="*/ 0 w 170"/>
                  <a:gd name="T35" fmla="*/ 0 h 535"/>
                  <a:gd name="T36" fmla="*/ 170 w 170"/>
                  <a:gd name="T37" fmla="*/ 0 h 535"/>
                  <a:gd name="T38" fmla="*/ 168 w 170"/>
                  <a:gd name="T39" fmla="*/ 23 h 535"/>
                  <a:gd name="T40" fmla="*/ 164 w 170"/>
                  <a:gd name="T41" fmla="*/ 58 h 535"/>
                  <a:gd name="T42" fmla="*/ 167 w 170"/>
                  <a:gd name="T43" fmla="*/ 94 h 535"/>
                  <a:gd name="T44" fmla="*/ 159 w 170"/>
                  <a:gd name="T45" fmla="*/ 114 h 535"/>
                  <a:gd name="T46" fmla="*/ 160 w 170"/>
                  <a:gd name="T47" fmla="*/ 138 h 535"/>
                  <a:gd name="T48" fmla="*/ 162 w 170"/>
                  <a:gd name="T49" fmla="*/ 160 h 535"/>
                  <a:gd name="T50" fmla="*/ 163 w 170"/>
                  <a:gd name="T51" fmla="*/ 182 h 535"/>
                  <a:gd name="T52" fmla="*/ 161 w 170"/>
                  <a:gd name="T53" fmla="*/ 209 h 535"/>
                  <a:gd name="T54" fmla="*/ 163 w 170"/>
                  <a:gd name="T55" fmla="*/ 239 h 535"/>
                  <a:gd name="T56" fmla="*/ 163 w 170"/>
                  <a:gd name="T57" fmla="*/ 261 h 535"/>
                  <a:gd name="T58" fmla="*/ 161 w 170"/>
                  <a:gd name="T59" fmla="*/ 282 h 535"/>
                  <a:gd name="T60" fmla="*/ 163 w 170"/>
                  <a:gd name="T61" fmla="*/ 315 h 535"/>
                  <a:gd name="T62" fmla="*/ 163 w 170"/>
                  <a:gd name="T63" fmla="*/ 336 h 535"/>
                  <a:gd name="T64" fmla="*/ 161 w 170"/>
                  <a:gd name="T65" fmla="*/ 372 h 535"/>
                  <a:gd name="T66" fmla="*/ 164 w 170"/>
                  <a:gd name="T67" fmla="*/ 392 h 535"/>
                  <a:gd name="T68" fmla="*/ 148 w 170"/>
                  <a:gd name="T69" fmla="*/ 469 h 535"/>
                  <a:gd name="T70" fmla="*/ 132 w 170"/>
                  <a:gd name="T71" fmla="*/ 515 h 535"/>
                  <a:gd name="T72" fmla="*/ 82 w 170"/>
                  <a:gd name="T73"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 h="535">
                    <a:moveTo>
                      <a:pt x="82" y="535"/>
                    </a:moveTo>
                    <a:cubicBezTo>
                      <a:pt x="68" y="535"/>
                      <a:pt x="39" y="530"/>
                      <a:pt x="38" y="515"/>
                    </a:cubicBezTo>
                    <a:cubicBezTo>
                      <a:pt x="37" y="500"/>
                      <a:pt x="33" y="491"/>
                      <a:pt x="22" y="469"/>
                    </a:cubicBezTo>
                    <a:cubicBezTo>
                      <a:pt x="12" y="447"/>
                      <a:pt x="8" y="420"/>
                      <a:pt x="8" y="403"/>
                    </a:cubicBezTo>
                    <a:cubicBezTo>
                      <a:pt x="8" y="387"/>
                      <a:pt x="12" y="375"/>
                      <a:pt x="6" y="368"/>
                    </a:cubicBezTo>
                    <a:cubicBezTo>
                      <a:pt x="1" y="360"/>
                      <a:pt x="2" y="353"/>
                      <a:pt x="7" y="347"/>
                    </a:cubicBezTo>
                    <a:cubicBezTo>
                      <a:pt x="11" y="341"/>
                      <a:pt x="8" y="330"/>
                      <a:pt x="8" y="314"/>
                    </a:cubicBezTo>
                    <a:cubicBezTo>
                      <a:pt x="8" y="297"/>
                      <a:pt x="13" y="294"/>
                      <a:pt x="7" y="293"/>
                    </a:cubicBezTo>
                    <a:cubicBezTo>
                      <a:pt x="0" y="291"/>
                      <a:pt x="1" y="276"/>
                      <a:pt x="6" y="270"/>
                    </a:cubicBezTo>
                    <a:cubicBezTo>
                      <a:pt x="11" y="264"/>
                      <a:pt x="8" y="254"/>
                      <a:pt x="8" y="241"/>
                    </a:cubicBezTo>
                    <a:cubicBezTo>
                      <a:pt x="8" y="227"/>
                      <a:pt x="11" y="218"/>
                      <a:pt x="6" y="214"/>
                    </a:cubicBezTo>
                    <a:cubicBezTo>
                      <a:pt x="1" y="209"/>
                      <a:pt x="2" y="196"/>
                      <a:pt x="7" y="191"/>
                    </a:cubicBezTo>
                    <a:cubicBezTo>
                      <a:pt x="13" y="187"/>
                      <a:pt x="10" y="179"/>
                      <a:pt x="9" y="169"/>
                    </a:cubicBezTo>
                    <a:cubicBezTo>
                      <a:pt x="9" y="158"/>
                      <a:pt x="13" y="145"/>
                      <a:pt x="10" y="145"/>
                    </a:cubicBezTo>
                    <a:cubicBezTo>
                      <a:pt x="7" y="145"/>
                      <a:pt x="2" y="138"/>
                      <a:pt x="2" y="126"/>
                    </a:cubicBezTo>
                    <a:cubicBezTo>
                      <a:pt x="2" y="114"/>
                      <a:pt x="5" y="106"/>
                      <a:pt x="5" y="90"/>
                    </a:cubicBezTo>
                    <a:cubicBezTo>
                      <a:pt x="5" y="73"/>
                      <a:pt x="6" y="55"/>
                      <a:pt x="4" y="43"/>
                    </a:cubicBezTo>
                    <a:cubicBezTo>
                      <a:pt x="3" y="33"/>
                      <a:pt x="1" y="13"/>
                      <a:pt x="0" y="0"/>
                    </a:cubicBezTo>
                    <a:cubicBezTo>
                      <a:pt x="170" y="0"/>
                      <a:pt x="170" y="0"/>
                      <a:pt x="170" y="0"/>
                    </a:cubicBezTo>
                    <a:cubicBezTo>
                      <a:pt x="170" y="9"/>
                      <a:pt x="170" y="18"/>
                      <a:pt x="168" y="23"/>
                    </a:cubicBezTo>
                    <a:cubicBezTo>
                      <a:pt x="164" y="35"/>
                      <a:pt x="164" y="42"/>
                      <a:pt x="164" y="58"/>
                    </a:cubicBezTo>
                    <a:cubicBezTo>
                      <a:pt x="164" y="75"/>
                      <a:pt x="167" y="82"/>
                      <a:pt x="167" y="94"/>
                    </a:cubicBezTo>
                    <a:cubicBezTo>
                      <a:pt x="167" y="106"/>
                      <a:pt x="162" y="114"/>
                      <a:pt x="159" y="114"/>
                    </a:cubicBezTo>
                    <a:cubicBezTo>
                      <a:pt x="156" y="114"/>
                      <a:pt x="160" y="127"/>
                      <a:pt x="160" y="138"/>
                    </a:cubicBezTo>
                    <a:cubicBezTo>
                      <a:pt x="160" y="148"/>
                      <a:pt x="156" y="155"/>
                      <a:pt x="162" y="160"/>
                    </a:cubicBezTo>
                    <a:cubicBezTo>
                      <a:pt x="167" y="164"/>
                      <a:pt x="168" y="178"/>
                      <a:pt x="163" y="182"/>
                    </a:cubicBezTo>
                    <a:cubicBezTo>
                      <a:pt x="158" y="187"/>
                      <a:pt x="161" y="196"/>
                      <a:pt x="161" y="209"/>
                    </a:cubicBezTo>
                    <a:cubicBezTo>
                      <a:pt x="161" y="223"/>
                      <a:pt x="158" y="233"/>
                      <a:pt x="163" y="239"/>
                    </a:cubicBezTo>
                    <a:cubicBezTo>
                      <a:pt x="169" y="245"/>
                      <a:pt x="169" y="260"/>
                      <a:pt x="163" y="261"/>
                    </a:cubicBezTo>
                    <a:cubicBezTo>
                      <a:pt x="156" y="263"/>
                      <a:pt x="161" y="266"/>
                      <a:pt x="161" y="282"/>
                    </a:cubicBezTo>
                    <a:cubicBezTo>
                      <a:pt x="161" y="299"/>
                      <a:pt x="158" y="309"/>
                      <a:pt x="163" y="315"/>
                    </a:cubicBezTo>
                    <a:cubicBezTo>
                      <a:pt x="167" y="321"/>
                      <a:pt x="169" y="329"/>
                      <a:pt x="163" y="336"/>
                    </a:cubicBezTo>
                    <a:cubicBezTo>
                      <a:pt x="157" y="344"/>
                      <a:pt x="161" y="356"/>
                      <a:pt x="161" y="372"/>
                    </a:cubicBezTo>
                    <a:cubicBezTo>
                      <a:pt x="161" y="377"/>
                      <a:pt x="165" y="382"/>
                      <a:pt x="164" y="392"/>
                    </a:cubicBezTo>
                    <a:cubicBezTo>
                      <a:pt x="163" y="416"/>
                      <a:pt x="156" y="445"/>
                      <a:pt x="148" y="469"/>
                    </a:cubicBezTo>
                    <a:cubicBezTo>
                      <a:pt x="140" y="493"/>
                      <a:pt x="133" y="500"/>
                      <a:pt x="132" y="515"/>
                    </a:cubicBezTo>
                    <a:cubicBezTo>
                      <a:pt x="131" y="530"/>
                      <a:pt x="95" y="535"/>
                      <a:pt x="82" y="535"/>
                    </a:cubicBezTo>
                    <a:close/>
                  </a:path>
                </a:pathLst>
              </a:custGeom>
              <a:solidFill>
                <a:srgbClr val="B2B1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69" name="Oval 43">
                <a:extLst>
                  <a:ext uri="{FF2B5EF4-FFF2-40B4-BE49-F238E27FC236}">
                    <a16:creationId xmlns:a16="http://schemas.microsoft.com/office/drawing/2014/main" id="{DD6AC94B-6162-442A-3672-B355DCABB817}"/>
                  </a:ext>
                </a:extLst>
              </p:cNvPr>
              <p:cNvSpPr>
                <a:spLocks noChangeArrowheads="1"/>
              </p:cNvSpPr>
              <p:nvPr/>
            </p:nvSpPr>
            <p:spPr bwMode="auto">
              <a:xfrm>
                <a:off x="3727" y="4212"/>
                <a:ext cx="238" cy="106"/>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70" name="Oval 44">
                <a:extLst>
                  <a:ext uri="{FF2B5EF4-FFF2-40B4-BE49-F238E27FC236}">
                    <a16:creationId xmlns:a16="http://schemas.microsoft.com/office/drawing/2014/main" id="{FAFC9C1B-A888-1B08-A7BF-77B66F3AF76E}"/>
                  </a:ext>
                </a:extLst>
              </p:cNvPr>
              <p:cNvSpPr>
                <a:spLocks noChangeArrowheads="1"/>
              </p:cNvSpPr>
              <p:nvPr/>
            </p:nvSpPr>
            <p:spPr bwMode="auto">
              <a:xfrm>
                <a:off x="3639" y="4165"/>
                <a:ext cx="415" cy="11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71" name="Freeform 45">
                <a:extLst>
                  <a:ext uri="{FF2B5EF4-FFF2-40B4-BE49-F238E27FC236}">
                    <a16:creationId xmlns:a16="http://schemas.microsoft.com/office/drawing/2014/main" id="{58F9C7BC-47C9-3C0E-C29E-AEE1B6940613}"/>
                  </a:ext>
                </a:extLst>
              </p:cNvPr>
              <p:cNvSpPr>
                <a:spLocks/>
              </p:cNvSpPr>
              <p:nvPr/>
            </p:nvSpPr>
            <p:spPr bwMode="auto">
              <a:xfrm>
                <a:off x="3583" y="4198"/>
                <a:ext cx="526" cy="44"/>
              </a:xfrm>
              <a:custGeom>
                <a:avLst/>
                <a:gdLst>
                  <a:gd name="T0" fmla="*/ 140 w 303"/>
                  <a:gd name="T1" fmla="*/ 25 h 25"/>
                  <a:gd name="T2" fmla="*/ 2 w 303"/>
                  <a:gd name="T3" fmla="*/ 7 h 25"/>
                  <a:gd name="T4" fmla="*/ 0 w 303"/>
                  <a:gd name="T5" fmla="*/ 1 h 25"/>
                  <a:gd name="T6" fmla="*/ 139 w 303"/>
                  <a:gd name="T7" fmla="*/ 13 h 25"/>
                  <a:gd name="T8" fmla="*/ 303 w 303"/>
                  <a:gd name="T9" fmla="*/ 0 h 25"/>
                  <a:gd name="T10" fmla="*/ 301 w 303"/>
                  <a:gd name="T11" fmla="*/ 7 h 25"/>
                  <a:gd name="T12" fmla="*/ 140 w 303"/>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03" h="25">
                    <a:moveTo>
                      <a:pt x="140" y="25"/>
                    </a:moveTo>
                    <a:cubicBezTo>
                      <a:pt x="96" y="25"/>
                      <a:pt x="4" y="21"/>
                      <a:pt x="2" y="7"/>
                    </a:cubicBezTo>
                    <a:cubicBezTo>
                      <a:pt x="1" y="6"/>
                      <a:pt x="1" y="3"/>
                      <a:pt x="0" y="1"/>
                    </a:cubicBezTo>
                    <a:cubicBezTo>
                      <a:pt x="28" y="10"/>
                      <a:pt x="101" y="13"/>
                      <a:pt x="139" y="13"/>
                    </a:cubicBezTo>
                    <a:cubicBezTo>
                      <a:pt x="179" y="13"/>
                      <a:pt x="271" y="10"/>
                      <a:pt x="303" y="0"/>
                    </a:cubicBezTo>
                    <a:cubicBezTo>
                      <a:pt x="302" y="3"/>
                      <a:pt x="302" y="5"/>
                      <a:pt x="301" y="7"/>
                    </a:cubicBezTo>
                    <a:cubicBezTo>
                      <a:pt x="299" y="21"/>
                      <a:pt x="184" y="25"/>
                      <a:pt x="140" y="25"/>
                    </a:cubicBez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2" name="Freeform 46">
                <a:extLst>
                  <a:ext uri="{FF2B5EF4-FFF2-40B4-BE49-F238E27FC236}">
                    <a16:creationId xmlns:a16="http://schemas.microsoft.com/office/drawing/2014/main" id="{1B8D97AE-E6AF-345C-1D85-96081783A1EA}"/>
                  </a:ext>
                </a:extLst>
              </p:cNvPr>
              <p:cNvSpPr>
                <a:spLocks/>
              </p:cNvSpPr>
              <p:nvPr/>
            </p:nvSpPr>
            <p:spPr bwMode="auto">
              <a:xfrm>
                <a:off x="3368" y="3556"/>
                <a:ext cx="965" cy="71"/>
              </a:xfrm>
              <a:custGeom>
                <a:avLst/>
                <a:gdLst>
                  <a:gd name="T0" fmla="*/ 13 w 556"/>
                  <a:gd name="T1" fmla="*/ 24 h 41"/>
                  <a:gd name="T2" fmla="*/ 531 w 556"/>
                  <a:gd name="T3" fmla="*/ 0 h 41"/>
                  <a:gd name="T4" fmla="*/ 542 w 556"/>
                  <a:gd name="T5" fmla="*/ 8 h 41"/>
                  <a:gd name="T6" fmla="*/ 556 w 556"/>
                  <a:gd name="T7" fmla="*/ 15 h 41"/>
                  <a:gd name="T8" fmla="*/ 0 w 556"/>
                  <a:gd name="T9" fmla="*/ 41 h 41"/>
                  <a:gd name="T10" fmla="*/ 5 w 556"/>
                  <a:gd name="T11" fmla="*/ 39 h 41"/>
                  <a:gd name="T12" fmla="*/ 13 w 556"/>
                  <a:gd name="T13" fmla="*/ 24 h 41"/>
                </a:gdLst>
                <a:ahLst/>
                <a:cxnLst>
                  <a:cxn ang="0">
                    <a:pos x="T0" y="T1"/>
                  </a:cxn>
                  <a:cxn ang="0">
                    <a:pos x="T2" y="T3"/>
                  </a:cxn>
                  <a:cxn ang="0">
                    <a:pos x="T4" y="T5"/>
                  </a:cxn>
                  <a:cxn ang="0">
                    <a:pos x="T6" y="T7"/>
                  </a:cxn>
                  <a:cxn ang="0">
                    <a:pos x="T8" y="T9"/>
                  </a:cxn>
                  <a:cxn ang="0">
                    <a:pos x="T10" y="T11"/>
                  </a:cxn>
                  <a:cxn ang="0">
                    <a:pos x="T12" y="T13"/>
                  </a:cxn>
                </a:cxnLst>
                <a:rect l="0" t="0" r="r" b="b"/>
                <a:pathLst>
                  <a:path w="556" h="41">
                    <a:moveTo>
                      <a:pt x="13" y="24"/>
                    </a:moveTo>
                    <a:cubicBezTo>
                      <a:pt x="531" y="0"/>
                      <a:pt x="531" y="0"/>
                      <a:pt x="531" y="0"/>
                    </a:cubicBezTo>
                    <a:cubicBezTo>
                      <a:pt x="531" y="3"/>
                      <a:pt x="533" y="6"/>
                      <a:pt x="542" y="8"/>
                    </a:cubicBezTo>
                    <a:cubicBezTo>
                      <a:pt x="549" y="9"/>
                      <a:pt x="553" y="12"/>
                      <a:pt x="556" y="15"/>
                    </a:cubicBezTo>
                    <a:cubicBezTo>
                      <a:pt x="0" y="41"/>
                      <a:pt x="0" y="41"/>
                      <a:pt x="0" y="41"/>
                    </a:cubicBezTo>
                    <a:cubicBezTo>
                      <a:pt x="1" y="40"/>
                      <a:pt x="3" y="40"/>
                      <a:pt x="5" y="39"/>
                    </a:cubicBezTo>
                    <a:cubicBezTo>
                      <a:pt x="20" y="36"/>
                      <a:pt x="16" y="31"/>
                      <a:pt x="13" y="24"/>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3" name="Freeform 47">
                <a:extLst>
                  <a:ext uri="{FF2B5EF4-FFF2-40B4-BE49-F238E27FC236}">
                    <a16:creationId xmlns:a16="http://schemas.microsoft.com/office/drawing/2014/main" id="{D9B9678E-E2D9-C13B-6B35-1981D92BD633}"/>
                  </a:ext>
                </a:extLst>
              </p:cNvPr>
              <p:cNvSpPr>
                <a:spLocks/>
              </p:cNvSpPr>
              <p:nvPr/>
            </p:nvSpPr>
            <p:spPr bwMode="auto">
              <a:xfrm>
                <a:off x="3349" y="3476"/>
                <a:ext cx="981" cy="73"/>
              </a:xfrm>
              <a:custGeom>
                <a:avLst/>
                <a:gdLst>
                  <a:gd name="T0" fmla="*/ 0 w 565"/>
                  <a:gd name="T1" fmla="*/ 27 h 42"/>
                  <a:gd name="T2" fmla="*/ 565 w 565"/>
                  <a:gd name="T3" fmla="*/ 0 h 42"/>
                  <a:gd name="T4" fmla="*/ 544 w 565"/>
                  <a:gd name="T5" fmla="*/ 8 h 42"/>
                  <a:gd name="T6" fmla="*/ 543 w 565"/>
                  <a:gd name="T7" fmla="*/ 17 h 42"/>
                  <a:gd name="T8" fmla="*/ 29 w 565"/>
                  <a:gd name="T9" fmla="*/ 42 h 42"/>
                  <a:gd name="T10" fmla="*/ 25 w 565"/>
                  <a:gd name="T11" fmla="*/ 39 h 42"/>
                  <a:gd name="T12" fmla="*/ 0 w 565"/>
                  <a:gd name="T13" fmla="*/ 27 h 42"/>
                </a:gdLst>
                <a:ahLst/>
                <a:cxnLst>
                  <a:cxn ang="0">
                    <a:pos x="T0" y="T1"/>
                  </a:cxn>
                  <a:cxn ang="0">
                    <a:pos x="T2" y="T3"/>
                  </a:cxn>
                  <a:cxn ang="0">
                    <a:pos x="T4" y="T5"/>
                  </a:cxn>
                  <a:cxn ang="0">
                    <a:pos x="T6" y="T7"/>
                  </a:cxn>
                  <a:cxn ang="0">
                    <a:pos x="T8" y="T9"/>
                  </a:cxn>
                  <a:cxn ang="0">
                    <a:pos x="T10" y="T11"/>
                  </a:cxn>
                  <a:cxn ang="0">
                    <a:pos x="T12" y="T13"/>
                  </a:cxn>
                </a:cxnLst>
                <a:rect l="0" t="0" r="r" b="b"/>
                <a:pathLst>
                  <a:path w="565" h="42">
                    <a:moveTo>
                      <a:pt x="0" y="27"/>
                    </a:moveTo>
                    <a:cubicBezTo>
                      <a:pt x="565" y="0"/>
                      <a:pt x="565" y="0"/>
                      <a:pt x="565" y="0"/>
                    </a:cubicBezTo>
                    <a:cubicBezTo>
                      <a:pt x="559" y="5"/>
                      <a:pt x="551" y="8"/>
                      <a:pt x="544" y="8"/>
                    </a:cubicBezTo>
                    <a:cubicBezTo>
                      <a:pt x="538" y="8"/>
                      <a:pt x="540" y="12"/>
                      <a:pt x="543" y="17"/>
                    </a:cubicBezTo>
                    <a:cubicBezTo>
                      <a:pt x="29" y="42"/>
                      <a:pt x="29" y="42"/>
                      <a:pt x="29" y="42"/>
                    </a:cubicBezTo>
                    <a:cubicBezTo>
                      <a:pt x="29" y="40"/>
                      <a:pt x="28" y="39"/>
                      <a:pt x="25" y="39"/>
                    </a:cubicBezTo>
                    <a:cubicBezTo>
                      <a:pt x="17" y="39"/>
                      <a:pt x="5" y="34"/>
                      <a:pt x="0" y="27"/>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4" name="Freeform 48">
                <a:extLst>
                  <a:ext uri="{FF2B5EF4-FFF2-40B4-BE49-F238E27FC236}">
                    <a16:creationId xmlns:a16="http://schemas.microsoft.com/office/drawing/2014/main" id="{B611BD8C-B4A2-0FAF-E8B0-8FDE7D2B3F55}"/>
                  </a:ext>
                </a:extLst>
              </p:cNvPr>
              <p:cNvSpPr>
                <a:spLocks/>
              </p:cNvSpPr>
              <p:nvPr/>
            </p:nvSpPr>
            <p:spPr bwMode="auto">
              <a:xfrm>
                <a:off x="3371" y="3620"/>
                <a:ext cx="934" cy="71"/>
              </a:xfrm>
              <a:custGeom>
                <a:avLst/>
                <a:gdLst>
                  <a:gd name="T0" fmla="*/ 0 w 538"/>
                  <a:gd name="T1" fmla="*/ 25 h 41"/>
                  <a:gd name="T2" fmla="*/ 536 w 538"/>
                  <a:gd name="T3" fmla="*/ 0 h 41"/>
                  <a:gd name="T4" fmla="*/ 538 w 538"/>
                  <a:gd name="T5" fmla="*/ 16 h 41"/>
                  <a:gd name="T6" fmla="*/ 6 w 538"/>
                  <a:gd name="T7" fmla="*/ 41 h 41"/>
                  <a:gd name="T8" fmla="*/ 0 w 538"/>
                  <a:gd name="T9" fmla="*/ 25 h 41"/>
                </a:gdLst>
                <a:ahLst/>
                <a:cxnLst>
                  <a:cxn ang="0">
                    <a:pos x="T0" y="T1"/>
                  </a:cxn>
                  <a:cxn ang="0">
                    <a:pos x="T2" y="T3"/>
                  </a:cxn>
                  <a:cxn ang="0">
                    <a:pos x="T4" y="T5"/>
                  </a:cxn>
                  <a:cxn ang="0">
                    <a:pos x="T6" y="T7"/>
                  </a:cxn>
                  <a:cxn ang="0">
                    <a:pos x="T8" y="T9"/>
                  </a:cxn>
                </a:cxnLst>
                <a:rect l="0" t="0" r="r" b="b"/>
                <a:pathLst>
                  <a:path w="538" h="41">
                    <a:moveTo>
                      <a:pt x="0" y="25"/>
                    </a:moveTo>
                    <a:cubicBezTo>
                      <a:pt x="536" y="0"/>
                      <a:pt x="536" y="0"/>
                      <a:pt x="536" y="0"/>
                    </a:cubicBezTo>
                    <a:cubicBezTo>
                      <a:pt x="535" y="4"/>
                      <a:pt x="537" y="9"/>
                      <a:pt x="538" y="16"/>
                    </a:cubicBezTo>
                    <a:cubicBezTo>
                      <a:pt x="6" y="41"/>
                      <a:pt x="6" y="41"/>
                      <a:pt x="6" y="41"/>
                    </a:cubicBezTo>
                    <a:cubicBezTo>
                      <a:pt x="8" y="34"/>
                      <a:pt x="10" y="28"/>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5" name="Freeform 49">
                <a:extLst>
                  <a:ext uri="{FF2B5EF4-FFF2-40B4-BE49-F238E27FC236}">
                    <a16:creationId xmlns:a16="http://schemas.microsoft.com/office/drawing/2014/main" id="{5D7BDEE9-7C70-4F95-7B69-D3425693FAF4}"/>
                  </a:ext>
                </a:extLst>
              </p:cNvPr>
              <p:cNvSpPr>
                <a:spLocks/>
              </p:cNvSpPr>
              <p:nvPr/>
            </p:nvSpPr>
            <p:spPr bwMode="auto">
              <a:xfrm>
                <a:off x="3378" y="3683"/>
                <a:ext cx="950" cy="72"/>
              </a:xfrm>
              <a:custGeom>
                <a:avLst/>
                <a:gdLst>
                  <a:gd name="T0" fmla="*/ 2 w 547"/>
                  <a:gd name="T1" fmla="*/ 25 h 42"/>
                  <a:gd name="T2" fmla="*/ 532 w 547"/>
                  <a:gd name="T3" fmla="*/ 0 h 42"/>
                  <a:gd name="T4" fmla="*/ 542 w 547"/>
                  <a:gd name="T5" fmla="*/ 14 h 42"/>
                  <a:gd name="T6" fmla="*/ 547 w 547"/>
                  <a:gd name="T7" fmla="*/ 16 h 42"/>
                  <a:gd name="T8" fmla="*/ 0 w 547"/>
                  <a:gd name="T9" fmla="*/ 42 h 42"/>
                  <a:gd name="T10" fmla="*/ 2 w 547"/>
                  <a:gd name="T11" fmla="*/ 25 h 42"/>
                </a:gdLst>
                <a:ahLst/>
                <a:cxnLst>
                  <a:cxn ang="0">
                    <a:pos x="T0" y="T1"/>
                  </a:cxn>
                  <a:cxn ang="0">
                    <a:pos x="T2" y="T3"/>
                  </a:cxn>
                  <a:cxn ang="0">
                    <a:pos x="T4" y="T5"/>
                  </a:cxn>
                  <a:cxn ang="0">
                    <a:pos x="T6" y="T7"/>
                  </a:cxn>
                  <a:cxn ang="0">
                    <a:pos x="T8" y="T9"/>
                  </a:cxn>
                  <a:cxn ang="0">
                    <a:pos x="T10" y="T11"/>
                  </a:cxn>
                </a:cxnLst>
                <a:rect l="0" t="0" r="r" b="b"/>
                <a:pathLst>
                  <a:path w="547" h="42">
                    <a:moveTo>
                      <a:pt x="2" y="25"/>
                    </a:moveTo>
                    <a:cubicBezTo>
                      <a:pt x="532" y="0"/>
                      <a:pt x="532" y="0"/>
                      <a:pt x="532" y="0"/>
                    </a:cubicBezTo>
                    <a:cubicBezTo>
                      <a:pt x="531" y="6"/>
                      <a:pt x="532" y="11"/>
                      <a:pt x="542" y="14"/>
                    </a:cubicBezTo>
                    <a:cubicBezTo>
                      <a:pt x="544" y="15"/>
                      <a:pt x="545" y="15"/>
                      <a:pt x="547" y="16"/>
                    </a:cubicBezTo>
                    <a:cubicBezTo>
                      <a:pt x="0" y="42"/>
                      <a:pt x="0" y="42"/>
                      <a:pt x="0" y="42"/>
                    </a:cubicBezTo>
                    <a:cubicBezTo>
                      <a:pt x="5" y="38"/>
                      <a:pt x="4" y="32"/>
                      <a:pt x="2"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6" name="Freeform 50">
                <a:extLst>
                  <a:ext uri="{FF2B5EF4-FFF2-40B4-BE49-F238E27FC236}">
                    <a16:creationId xmlns:a16="http://schemas.microsoft.com/office/drawing/2014/main" id="{3CFAE640-D5BA-993E-BAFF-B60B36F7C84B}"/>
                  </a:ext>
                </a:extLst>
              </p:cNvPr>
              <p:cNvSpPr>
                <a:spLocks/>
              </p:cNvSpPr>
              <p:nvPr/>
            </p:nvSpPr>
            <p:spPr bwMode="auto">
              <a:xfrm>
                <a:off x="3371" y="3757"/>
                <a:ext cx="933" cy="71"/>
              </a:xfrm>
              <a:custGeom>
                <a:avLst/>
                <a:gdLst>
                  <a:gd name="T0" fmla="*/ 0 w 537"/>
                  <a:gd name="T1" fmla="*/ 25 h 41"/>
                  <a:gd name="T2" fmla="*/ 532 w 537"/>
                  <a:gd name="T3" fmla="*/ 0 h 41"/>
                  <a:gd name="T4" fmla="*/ 537 w 537"/>
                  <a:gd name="T5" fmla="*/ 14 h 41"/>
                  <a:gd name="T6" fmla="*/ 537 w 537"/>
                  <a:gd name="T7" fmla="*/ 16 h 41"/>
                  <a:gd name="T8" fmla="*/ 7 w 537"/>
                  <a:gd name="T9" fmla="*/ 41 h 41"/>
                  <a:gd name="T10" fmla="*/ 0 w 537"/>
                  <a:gd name="T11" fmla="*/ 25 h 41"/>
                </a:gdLst>
                <a:ahLst/>
                <a:cxnLst>
                  <a:cxn ang="0">
                    <a:pos x="T0" y="T1"/>
                  </a:cxn>
                  <a:cxn ang="0">
                    <a:pos x="T2" y="T3"/>
                  </a:cxn>
                  <a:cxn ang="0">
                    <a:pos x="T4" y="T5"/>
                  </a:cxn>
                  <a:cxn ang="0">
                    <a:pos x="T6" y="T7"/>
                  </a:cxn>
                  <a:cxn ang="0">
                    <a:pos x="T8" y="T9"/>
                  </a:cxn>
                  <a:cxn ang="0">
                    <a:pos x="T10" y="T11"/>
                  </a:cxn>
                </a:cxnLst>
                <a:rect l="0" t="0" r="r" b="b"/>
                <a:pathLst>
                  <a:path w="537" h="41">
                    <a:moveTo>
                      <a:pt x="0" y="25"/>
                    </a:moveTo>
                    <a:cubicBezTo>
                      <a:pt x="532" y="0"/>
                      <a:pt x="532" y="0"/>
                      <a:pt x="532" y="0"/>
                    </a:cubicBezTo>
                    <a:cubicBezTo>
                      <a:pt x="534" y="3"/>
                      <a:pt x="537" y="7"/>
                      <a:pt x="537" y="14"/>
                    </a:cubicBezTo>
                    <a:cubicBezTo>
                      <a:pt x="537" y="15"/>
                      <a:pt x="537" y="15"/>
                      <a:pt x="537" y="16"/>
                    </a:cubicBezTo>
                    <a:cubicBezTo>
                      <a:pt x="7" y="41"/>
                      <a:pt x="7" y="41"/>
                      <a:pt x="7" y="41"/>
                    </a:cubicBezTo>
                    <a:cubicBezTo>
                      <a:pt x="9" y="29"/>
                      <a:pt x="21" y="26"/>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7" name="Freeform 51">
                <a:extLst>
                  <a:ext uri="{FF2B5EF4-FFF2-40B4-BE49-F238E27FC236}">
                    <a16:creationId xmlns:a16="http://schemas.microsoft.com/office/drawing/2014/main" id="{E1BB0D87-DC22-7B9E-9D57-4A75C7D3822C}"/>
                  </a:ext>
                </a:extLst>
              </p:cNvPr>
              <p:cNvSpPr>
                <a:spLocks/>
              </p:cNvSpPr>
              <p:nvPr/>
            </p:nvSpPr>
            <p:spPr bwMode="auto">
              <a:xfrm>
                <a:off x="3368" y="3823"/>
                <a:ext cx="967" cy="71"/>
              </a:xfrm>
              <a:custGeom>
                <a:avLst/>
                <a:gdLst>
                  <a:gd name="T0" fmla="*/ 11 w 557"/>
                  <a:gd name="T1" fmla="*/ 25 h 41"/>
                  <a:gd name="T2" fmla="*/ 536 w 557"/>
                  <a:gd name="T3" fmla="*/ 0 h 41"/>
                  <a:gd name="T4" fmla="*/ 545 w 557"/>
                  <a:gd name="T5" fmla="*/ 9 h 41"/>
                  <a:gd name="T6" fmla="*/ 557 w 557"/>
                  <a:gd name="T7" fmla="*/ 15 h 41"/>
                  <a:gd name="T8" fmla="*/ 0 w 557"/>
                  <a:gd name="T9" fmla="*/ 41 h 41"/>
                  <a:gd name="T10" fmla="*/ 2 w 557"/>
                  <a:gd name="T11" fmla="*/ 41 h 41"/>
                  <a:gd name="T12" fmla="*/ 11 w 557"/>
                  <a:gd name="T13" fmla="*/ 25 h 41"/>
                </a:gdLst>
                <a:ahLst/>
                <a:cxnLst>
                  <a:cxn ang="0">
                    <a:pos x="T0" y="T1"/>
                  </a:cxn>
                  <a:cxn ang="0">
                    <a:pos x="T2" y="T3"/>
                  </a:cxn>
                  <a:cxn ang="0">
                    <a:pos x="T4" y="T5"/>
                  </a:cxn>
                  <a:cxn ang="0">
                    <a:pos x="T6" y="T7"/>
                  </a:cxn>
                  <a:cxn ang="0">
                    <a:pos x="T8" y="T9"/>
                  </a:cxn>
                  <a:cxn ang="0">
                    <a:pos x="T10" y="T11"/>
                  </a:cxn>
                  <a:cxn ang="0">
                    <a:pos x="T12" y="T13"/>
                  </a:cxn>
                </a:cxnLst>
                <a:rect l="0" t="0" r="r" b="b"/>
                <a:pathLst>
                  <a:path w="557" h="41">
                    <a:moveTo>
                      <a:pt x="11" y="25"/>
                    </a:moveTo>
                    <a:cubicBezTo>
                      <a:pt x="536" y="0"/>
                      <a:pt x="536" y="0"/>
                      <a:pt x="536" y="0"/>
                    </a:cubicBezTo>
                    <a:cubicBezTo>
                      <a:pt x="536" y="4"/>
                      <a:pt x="539" y="7"/>
                      <a:pt x="545" y="9"/>
                    </a:cubicBezTo>
                    <a:cubicBezTo>
                      <a:pt x="550" y="11"/>
                      <a:pt x="554" y="13"/>
                      <a:pt x="557" y="15"/>
                    </a:cubicBezTo>
                    <a:cubicBezTo>
                      <a:pt x="0" y="41"/>
                      <a:pt x="0" y="41"/>
                      <a:pt x="0" y="41"/>
                    </a:cubicBezTo>
                    <a:cubicBezTo>
                      <a:pt x="1" y="41"/>
                      <a:pt x="1" y="41"/>
                      <a:pt x="2" y="41"/>
                    </a:cubicBezTo>
                    <a:cubicBezTo>
                      <a:pt x="12" y="37"/>
                      <a:pt x="12" y="32"/>
                      <a:pt x="11"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8" name="Freeform 52">
                <a:extLst>
                  <a:ext uri="{FF2B5EF4-FFF2-40B4-BE49-F238E27FC236}">
                    <a16:creationId xmlns:a16="http://schemas.microsoft.com/office/drawing/2014/main" id="{A5D4C542-F8C8-EE2E-AD23-9FDD0C67E796}"/>
                  </a:ext>
                </a:extLst>
              </p:cNvPr>
              <p:cNvSpPr>
                <a:spLocks/>
              </p:cNvSpPr>
              <p:nvPr/>
            </p:nvSpPr>
            <p:spPr bwMode="auto">
              <a:xfrm>
                <a:off x="3378" y="3891"/>
                <a:ext cx="924" cy="71"/>
              </a:xfrm>
              <a:custGeom>
                <a:avLst/>
                <a:gdLst>
                  <a:gd name="T0" fmla="*/ 0 w 532"/>
                  <a:gd name="T1" fmla="*/ 25 h 41"/>
                  <a:gd name="T2" fmla="*/ 530 w 532"/>
                  <a:gd name="T3" fmla="*/ 0 h 41"/>
                  <a:gd name="T4" fmla="*/ 532 w 532"/>
                  <a:gd name="T5" fmla="*/ 17 h 41"/>
                  <a:gd name="T6" fmla="*/ 5 w 532"/>
                  <a:gd name="T7" fmla="*/ 41 h 41"/>
                  <a:gd name="T8" fmla="*/ 0 w 532"/>
                  <a:gd name="T9" fmla="*/ 25 h 41"/>
                </a:gdLst>
                <a:ahLst/>
                <a:cxnLst>
                  <a:cxn ang="0">
                    <a:pos x="T0" y="T1"/>
                  </a:cxn>
                  <a:cxn ang="0">
                    <a:pos x="T2" y="T3"/>
                  </a:cxn>
                  <a:cxn ang="0">
                    <a:pos x="T4" y="T5"/>
                  </a:cxn>
                  <a:cxn ang="0">
                    <a:pos x="T6" y="T7"/>
                  </a:cxn>
                  <a:cxn ang="0">
                    <a:pos x="T8" y="T9"/>
                  </a:cxn>
                </a:cxnLst>
                <a:rect l="0" t="0" r="r" b="b"/>
                <a:pathLst>
                  <a:path w="532" h="41">
                    <a:moveTo>
                      <a:pt x="0" y="25"/>
                    </a:moveTo>
                    <a:cubicBezTo>
                      <a:pt x="530" y="0"/>
                      <a:pt x="530" y="0"/>
                      <a:pt x="530" y="0"/>
                    </a:cubicBezTo>
                    <a:cubicBezTo>
                      <a:pt x="529" y="5"/>
                      <a:pt x="530" y="10"/>
                      <a:pt x="532" y="17"/>
                    </a:cubicBezTo>
                    <a:cubicBezTo>
                      <a:pt x="5" y="41"/>
                      <a:pt x="5" y="41"/>
                      <a:pt x="5" y="41"/>
                    </a:cubicBezTo>
                    <a:cubicBezTo>
                      <a:pt x="6" y="35"/>
                      <a:pt x="6" y="30"/>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79" name="Freeform 53">
                <a:extLst>
                  <a:ext uri="{FF2B5EF4-FFF2-40B4-BE49-F238E27FC236}">
                    <a16:creationId xmlns:a16="http://schemas.microsoft.com/office/drawing/2014/main" id="{4BA059DF-42D2-5469-8C7E-9D3BC9326CE5}"/>
                  </a:ext>
                </a:extLst>
              </p:cNvPr>
              <p:cNvSpPr>
                <a:spLocks/>
              </p:cNvSpPr>
              <p:nvPr/>
            </p:nvSpPr>
            <p:spPr bwMode="auto">
              <a:xfrm>
                <a:off x="3394" y="3990"/>
                <a:ext cx="924" cy="231"/>
              </a:xfrm>
              <a:custGeom>
                <a:avLst/>
                <a:gdLst>
                  <a:gd name="T0" fmla="*/ 248 w 532"/>
                  <a:gd name="T1" fmla="*/ 133 h 133"/>
                  <a:gd name="T2" fmla="*/ 98 w 532"/>
                  <a:gd name="T3" fmla="*/ 113 h 133"/>
                  <a:gd name="T4" fmla="*/ 42 w 532"/>
                  <a:gd name="T5" fmla="*/ 67 h 133"/>
                  <a:gd name="T6" fmla="*/ 0 w 532"/>
                  <a:gd name="T7" fmla="*/ 25 h 133"/>
                  <a:gd name="T8" fmla="*/ 532 w 532"/>
                  <a:gd name="T9" fmla="*/ 0 h 133"/>
                  <a:gd name="T10" fmla="*/ 479 w 532"/>
                  <a:gd name="T11" fmla="*/ 67 h 133"/>
                  <a:gd name="T12" fmla="*/ 424 w 532"/>
                  <a:gd name="T13" fmla="*/ 113 h 133"/>
                  <a:gd name="T14" fmla="*/ 248 w 532"/>
                  <a:gd name="T15" fmla="*/ 133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2" h="133">
                    <a:moveTo>
                      <a:pt x="248" y="133"/>
                    </a:moveTo>
                    <a:cubicBezTo>
                      <a:pt x="201" y="133"/>
                      <a:pt x="101" y="128"/>
                      <a:pt x="98" y="113"/>
                    </a:cubicBezTo>
                    <a:cubicBezTo>
                      <a:pt x="95" y="98"/>
                      <a:pt x="80" y="89"/>
                      <a:pt x="42" y="67"/>
                    </a:cubicBezTo>
                    <a:cubicBezTo>
                      <a:pt x="20" y="54"/>
                      <a:pt x="7" y="38"/>
                      <a:pt x="0" y="25"/>
                    </a:cubicBezTo>
                    <a:cubicBezTo>
                      <a:pt x="532" y="0"/>
                      <a:pt x="532" y="0"/>
                      <a:pt x="532" y="0"/>
                    </a:cubicBezTo>
                    <a:cubicBezTo>
                      <a:pt x="525" y="22"/>
                      <a:pt x="504" y="46"/>
                      <a:pt x="479" y="67"/>
                    </a:cubicBezTo>
                    <a:cubicBezTo>
                      <a:pt x="451" y="91"/>
                      <a:pt x="427" y="98"/>
                      <a:pt x="424" y="113"/>
                    </a:cubicBezTo>
                    <a:cubicBezTo>
                      <a:pt x="421" y="128"/>
                      <a:pt x="296" y="133"/>
                      <a:pt x="248" y="13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0" name="Freeform 54">
                <a:extLst>
                  <a:ext uri="{FF2B5EF4-FFF2-40B4-BE49-F238E27FC236}">
                    <a16:creationId xmlns:a16="http://schemas.microsoft.com/office/drawing/2014/main" id="{24BF85B8-A013-30D0-7D2A-F675D01219EB}"/>
                  </a:ext>
                </a:extLst>
              </p:cNvPr>
              <p:cNvSpPr>
                <a:spLocks/>
              </p:cNvSpPr>
              <p:nvPr/>
            </p:nvSpPr>
            <p:spPr bwMode="auto">
              <a:xfrm>
                <a:off x="3557" y="4013"/>
                <a:ext cx="267" cy="208"/>
              </a:xfrm>
              <a:custGeom>
                <a:avLst/>
                <a:gdLst>
                  <a:gd name="T0" fmla="*/ 55 w 154"/>
                  <a:gd name="T1" fmla="*/ 115 h 120"/>
                  <a:gd name="T2" fmla="*/ 24 w 154"/>
                  <a:gd name="T3" fmla="*/ 55 h 120"/>
                  <a:gd name="T4" fmla="*/ 0 w 154"/>
                  <a:gd name="T5" fmla="*/ 8 h 120"/>
                  <a:gd name="T6" fmla="*/ 152 w 154"/>
                  <a:gd name="T7" fmla="*/ 0 h 120"/>
                  <a:gd name="T8" fmla="*/ 154 w 154"/>
                  <a:gd name="T9" fmla="*/ 55 h 120"/>
                  <a:gd name="T10" fmla="*/ 153 w 154"/>
                  <a:gd name="T11" fmla="*/ 117 h 120"/>
                  <a:gd name="T12" fmla="*/ 153 w 154"/>
                  <a:gd name="T13" fmla="*/ 120 h 120"/>
                  <a:gd name="T14" fmla="*/ 55 w 154"/>
                  <a:gd name="T15" fmla="*/ 115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120">
                    <a:moveTo>
                      <a:pt x="55" y="115"/>
                    </a:moveTo>
                    <a:cubicBezTo>
                      <a:pt x="49" y="96"/>
                      <a:pt x="41" y="84"/>
                      <a:pt x="24" y="55"/>
                    </a:cubicBezTo>
                    <a:cubicBezTo>
                      <a:pt x="14" y="40"/>
                      <a:pt x="6" y="23"/>
                      <a:pt x="0" y="8"/>
                    </a:cubicBezTo>
                    <a:cubicBezTo>
                      <a:pt x="152" y="0"/>
                      <a:pt x="152" y="0"/>
                      <a:pt x="152" y="0"/>
                    </a:cubicBezTo>
                    <a:cubicBezTo>
                      <a:pt x="154" y="19"/>
                      <a:pt x="154" y="38"/>
                      <a:pt x="154" y="55"/>
                    </a:cubicBezTo>
                    <a:cubicBezTo>
                      <a:pt x="153" y="87"/>
                      <a:pt x="149" y="97"/>
                      <a:pt x="153" y="117"/>
                    </a:cubicBezTo>
                    <a:cubicBezTo>
                      <a:pt x="153" y="118"/>
                      <a:pt x="153" y="119"/>
                      <a:pt x="153" y="120"/>
                    </a:cubicBezTo>
                    <a:cubicBezTo>
                      <a:pt x="127" y="120"/>
                      <a:pt x="87" y="118"/>
                      <a:pt x="55" y="115"/>
                    </a:cubicBez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1" name="Oval 55">
                <a:extLst>
                  <a:ext uri="{FF2B5EF4-FFF2-40B4-BE49-F238E27FC236}">
                    <a16:creationId xmlns:a16="http://schemas.microsoft.com/office/drawing/2014/main" id="{DBCFB388-F312-2F60-D457-A1C23695A535}"/>
                  </a:ext>
                </a:extLst>
              </p:cNvPr>
              <p:cNvSpPr>
                <a:spLocks noChangeArrowheads="1"/>
              </p:cNvSpPr>
              <p:nvPr/>
            </p:nvSpPr>
            <p:spPr bwMode="auto">
              <a:xfrm>
                <a:off x="3314" y="2614"/>
                <a:ext cx="457"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2" name="Oval 56">
                <a:extLst>
                  <a:ext uri="{FF2B5EF4-FFF2-40B4-BE49-F238E27FC236}">
                    <a16:creationId xmlns:a16="http://schemas.microsoft.com/office/drawing/2014/main" id="{207AE359-A56F-9F47-E3FA-C6F6AE5AA1CF}"/>
                  </a:ext>
                </a:extLst>
              </p:cNvPr>
              <p:cNvSpPr>
                <a:spLocks noChangeArrowheads="1"/>
              </p:cNvSpPr>
              <p:nvPr/>
            </p:nvSpPr>
            <p:spPr bwMode="auto">
              <a:xfrm>
                <a:off x="3927" y="2425"/>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3" name="Oval 57">
                <a:extLst>
                  <a:ext uri="{FF2B5EF4-FFF2-40B4-BE49-F238E27FC236}">
                    <a16:creationId xmlns:a16="http://schemas.microsoft.com/office/drawing/2014/main" id="{A5EBE55F-1029-812F-197E-A15215336D05}"/>
                  </a:ext>
                </a:extLst>
              </p:cNvPr>
              <p:cNvSpPr>
                <a:spLocks noChangeArrowheads="1"/>
              </p:cNvSpPr>
              <p:nvPr/>
            </p:nvSpPr>
            <p:spPr bwMode="auto">
              <a:xfrm>
                <a:off x="3272" y="1798"/>
                <a:ext cx="634" cy="634"/>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4" name="Oval 58">
                <a:extLst>
                  <a:ext uri="{FF2B5EF4-FFF2-40B4-BE49-F238E27FC236}">
                    <a16:creationId xmlns:a16="http://schemas.microsoft.com/office/drawing/2014/main" id="{734FFFC6-8813-9790-D48E-ECE5BD7C6E25}"/>
                  </a:ext>
                </a:extLst>
              </p:cNvPr>
              <p:cNvSpPr>
                <a:spLocks noChangeArrowheads="1"/>
              </p:cNvSpPr>
              <p:nvPr/>
            </p:nvSpPr>
            <p:spPr bwMode="auto">
              <a:xfrm>
                <a:off x="4104" y="1671"/>
                <a:ext cx="457"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5" name="Oval 59">
                <a:extLst>
                  <a:ext uri="{FF2B5EF4-FFF2-40B4-BE49-F238E27FC236}">
                    <a16:creationId xmlns:a16="http://schemas.microsoft.com/office/drawing/2014/main" id="{F13E883A-3A3A-5A57-04DE-00354DD66FF7}"/>
                  </a:ext>
                </a:extLst>
              </p:cNvPr>
              <p:cNvSpPr>
                <a:spLocks noChangeArrowheads="1"/>
              </p:cNvSpPr>
              <p:nvPr/>
            </p:nvSpPr>
            <p:spPr bwMode="auto">
              <a:xfrm>
                <a:off x="4627" y="1254"/>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6" name="Oval 60">
                <a:extLst>
                  <a:ext uri="{FF2B5EF4-FFF2-40B4-BE49-F238E27FC236}">
                    <a16:creationId xmlns:a16="http://schemas.microsoft.com/office/drawing/2014/main" id="{72EC40C2-AA60-E13F-EA06-A989F661976F}"/>
                  </a:ext>
                </a:extLst>
              </p:cNvPr>
              <p:cNvSpPr>
                <a:spLocks noChangeArrowheads="1"/>
              </p:cNvSpPr>
              <p:nvPr/>
            </p:nvSpPr>
            <p:spPr bwMode="auto">
              <a:xfrm>
                <a:off x="4505" y="646"/>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7" name="Oval 61">
                <a:extLst>
                  <a:ext uri="{FF2B5EF4-FFF2-40B4-BE49-F238E27FC236}">
                    <a16:creationId xmlns:a16="http://schemas.microsoft.com/office/drawing/2014/main" id="{7FA84F98-9C19-6844-DCBE-300343B28FBA}"/>
                  </a:ext>
                </a:extLst>
              </p:cNvPr>
              <p:cNvSpPr>
                <a:spLocks noChangeArrowheads="1"/>
              </p:cNvSpPr>
              <p:nvPr/>
            </p:nvSpPr>
            <p:spPr bwMode="auto">
              <a:xfrm>
                <a:off x="3774" y="778"/>
                <a:ext cx="634" cy="636"/>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8" name="Oval 62">
                <a:extLst>
                  <a:ext uri="{FF2B5EF4-FFF2-40B4-BE49-F238E27FC236}">
                    <a16:creationId xmlns:a16="http://schemas.microsoft.com/office/drawing/2014/main" id="{39812BF4-1166-A43D-6060-354D99D04E3F}"/>
                  </a:ext>
                </a:extLst>
              </p:cNvPr>
              <p:cNvSpPr>
                <a:spLocks noChangeArrowheads="1"/>
              </p:cNvSpPr>
              <p:nvPr/>
            </p:nvSpPr>
            <p:spPr bwMode="auto">
              <a:xfrm>
                <a:off x="3071" y="1002"/>
                <a:ext cx="455"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89" name="Oval 63">
                <a:extLst>
                  <a:ext uri="{FF2B5EF4-FFF2-40B4-BE49-F238E27FC236}">
                    <a16:creationId xmlns:a16="http://schemas.microsoft.com/office/drawing/2014/main" id="{51CAC43A-1419-07A7-F227-26BDAA481A66}"/>
                  </a:ext>
                </a:extLst>
              </p:cNvPr>
              <p:cNvSpPr>
                <a:spLocks noChangeArrowheads="1"/>
              </p:cNvSpPr>
              <p:nvPr/>
            </p:nvSpPr>
            <p:spPr bwMode="auto">
              <a:xfrm>
                <a:off x="3060" y="448"/>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90" name="Oval 65">
                <a:extLst>
                  <a:ext uri="{FF2B5EF4-FFF2-40B4-BE49-F238E27FC236}">
                    <a16:creationId xmlns:a16="http://schemas.microsoft.com/office/drawing/2014/main" id="{72D56513-F600-4390-1728-279316F14749}"/>
                  </a:ext>
                </a:extLst>
              </p:cNvPr>
              <p:cNvSpPr>
                <a:spLocks noChangeArrowheads="1"/>
              </p:cNvSpPr>
              <p:nvPr/>
            </p:nvSpPr>
            <p:spPr bwMode="auto">
              <a:xfrm>
                <a:off x="3774" y="266"/>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1" name="Oval 66">
                <a:extLst>
                  <a:ext uri="{FF2B5EF4-FFF2-40B4-BE49-F238E27FC236}">
                    <a16:creationId xmlns:a16="http://schemas.microsoft.com/office/drawing/2014/main" id="{75FB6FF6-A5D7-D649-EAB6-2597C3ABAE66}"/>
                  </a:ext>
                </a:extLst>
              </p:cNvPr>
              <p:cNvSpPr>
                <a:spLocks noChangeArrowheads="1"/>
              </p:cNvSpPr>
              <p:nvPr/>
            </p:nvSpPr>
            <p:spPr bwMode="auto">
              <a:xfrm>
                <a:off x="2664" y="1315"/>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2" name="Oval 67">
                <a:extLst>
                  <a:ext uri="{FF2B5EF4-FFF2-40B4-BE49-F238E27FC236}">
                    <a16:creationId xmlns:a16="http://schemas.microsoft.com/office/drawing/2014/main" id="{C163D957-3C64-CB70-D509-36BF645730AA}"/>
                  </a:ext>
                </a:extLst>
              </p:cNvPr>
              <p:cNvSpPr>
                <a:spLocks noChangeArrowheads="1"/>
              </p:cNvSpPr>
              <p:nvPr/>
            </p:nvSpPr>
            <p:spPr bwMode="auto">
              <a:xfrm>
                <a:off x="4276" y="2850"/>
                <a:ext cx="243" cy="244"/>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3" name="Oval 68">
                <a:extLst>
                  <a:ext uri="{FF2B5EF4-FFF2-40B4-BE49-F238E27FC236}">
                    <a16:creationId xmlns:a16="http://schemas.microsoft.com/office/drawing/2014/main" id="{A88631D0-7EEB-BD15-0E46-7E1119703D94}"/>
                  </a:ext>
                </a:extLst>
              </p:cNvPr>
              <p:cNvSpPr>
                <a:spLocks noChangeArrowheads="1"/>
              </p:cNvSpPr>
              <p:nvPr/>
            </p:nvSpPr>
            <p:spPr bwMode="auto">
              <a:xfrm>
                <a:off x="4684" y="2102"/>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4" name="Oval 69">
                <a:extLst>
                  <a:ext uri="{FF2B5EF4-FFF2-40B4-BE49-F238E27FC236}">
                    <a16:creationId xmlns:a16="http://schemas.microsoft.com/office/drawing/2014/main" id="{A55CBB4D-0FB1-5CF1-92CD-BC16E30B9FA2}"/>
                  </a:ext>
                </a:extLst>
              </p:cNvPr>
              <p:cNvSpPr>
                <a:spLocks noChangeArrowheads="1"/>
              </p:cNvSpPr>
              <p:nvPr/>
            </p:nvSpPr>
            <p:spPr bwMode="auto">
              <a:xfrm>
                <a:off x="3524" y="287"/>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5" name="Oval 70">
                <a:extLst>
                  <a:ext uri="{FF2B5EF4-FFF2-40B4-BE49-F238E27FC236}">
                    <a16:creationId xmlns:a16="http://schemas.microsoft.com/office/drawing/2014/main" id="{29E18B0E-3AE4-636B-7597-B73F916A7503}"/>
                  </a:ext>
                </a:extLst>
              </p:cNvPr>
              <p:cNvSpPr>
                <a:spLocks noChangeArrowheads="1"/>
              </p:cNvSpPr>
              <p:nvPr/>
            </p:nvSpPr>
            <p:spPr bwMode="auto">
              <a:xfrm>
                <a:off x="2685" y="1744"/>
                <a:ext cx="122"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6" name="Oval 71">
                <a:extLst>
                  <a:ext uri="{FF2B5EF4-FFF2-40B4-BE49-F238E27FC236}">
                    <a16:creationId xmlns:a16="http://schemas.microsoft.com/office/drawing/2014/main" id="{0B226333-6908-6367-7080-BE89FB094770}"/>
                  </a:ext>
                </a:extLst>
              </p:cNvPr>
              <p:cNvSpPr>
                <a:spLocks noChangeArrowheads="1"/>
              </p:cNvSpPr>
              <p:nvPr/>
            </p:nvSpPr>
            <p:spPr bwMode="auto">
              <a:xfrm>
                <a:off x="2753" y="881"/>
                <a:ext cx="121"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7" name="Oval 72">
                <a:extLst>
                  <a:ext uri="{FF2B5EF4-FFF2-40B4-BE49-F238E27FC236}">
                    <a16:creationId xmlns:a16="http://schemas.microsoft.com/office/drawing/2014/main" id="{351D235F-20E9-6992-5A21-C9000FC818C0}"/>
                  </a:ext>
                </a:extLst>
              </p:cNvPr>
              <p:cNvSpPr>
                <a:spLocks noChangeArrowheads="1"/>
              </p:cNvSpPr>
              <p:nvPr/>
            </p:nvSpPr>
            <p:spPr bwMode="auto">
              <a:xfrm>
                <a:off x="4318" y="405"/>
                <a:ext cx="121" cy="12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8" name="Oval 73">
                <a:extLst>
                  <a:ext uri="{FF2B5EF4-FFF2-40B4-BE49-F238E27FC236}">
                    <a16:creationId xmlns:a16="http://schemas.microsoft.com/office/drawing/2014/main" id="{9CE3CE49-DE40-EF22-3199-F2B457514BAB}"/>
                  </a:ext>
                </a:extLst>
              </p:cNvPr>
              <p:cNvSpPr>
                <a:spLocks noChangeArrowheads="1"/>
              </p:cNvSpPr>
              <p:nvPr/>
            </p:nvSpPr>
            <p:spPr bwMode="auto">
              <a:xfrm>
                <a:off x="3290" y="3146"/>
                <a:ext cx="121"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99" name="Oval 74">
                <a:extLst>
                  <a:ext uri="{FF2B5EF4-FFF2-40B4-BE49-F238E27FC236}">
                    <a16:creationId xmlns:a16="http://schemas.microsoft.com/office/drawing/2014/main" id="{857A42CE-FB94-E244-4CB6-54662E697960}"/>
                  </a:ext>
                </a:extLst>
              </p:cNvPr>
              <p:cNvSpPr>
                <a:spLocks noChangeArrowheads="1"/>
              </p:cNvSpPr>
              <p:nvPr/>
            </p:nvSpPr>
            <p:spPr bwMode="auto">
              <a:xfrm>
                <a:off x="4014" y="3135"/>
                <a:ext cx="121"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0" name="Oval 75">
                <a:extLst>
                  <a:ext uri="{FF2B5EF4-FFF2-40B4-BE49-F238E27FC236}">
                    <a16:creationId xmlns:a16="http://schemas.microsoft.com/office/drawing/2014/main" id="{A44818C5-6A55-C94E-BBC4-E93B0C9BA2D9}"/>
                  </a:ext>
                </a:extLst>
              </p:cNvPr>
              <p:cNvSpPr>
                <a:spLocks noChangeArrowheads="1"/>
              </p:cNvSpPr>
              <p:nvPr/>
            </p:nvSpPr>
            <p:spPr bwMode="auto">
              <a:xfrm>
                <a:off x="3034" y="2493"/>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1" name="Oval 76">
                <a:extLst>
                  <a:ext uri="{FF2B5EF4-FFF2-40B4-BE49-F238E27FC236}">
                    <a16:creationId xmlns:a16="http://schemas.microsoft.com/office/drawing/2014/main" id="{83075EB3-13AE-EDC6-3223-2B4FC20E0196}"/>
                  </a:ext>
                </a:extLst>
              </p:cNvPr>
              <p:cNvSpPr>
                <a:spLocks noChangeArrowheads="1"/>
              </p:cNvSpPr>
              <p:nvPr/>
            </p:nvSpPr>
            <p:spPr bwMode="auto">
              <a:xfrm>
                <a:off x="3597" y="1388"/>
                <a:ext cx="123" cy="12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2" name="Oval 77">
                <a:extLst>
                  <a:ext uri="{FF2B5EF4-FFF2-40B4-BE49-F238E27FC236}">
                    <a16:creationId xmlns:a16="http://schemas.microsoft.com/office/drawing/2014/main" id="{C868C6D5-5F72-2B98-CD44-74C3CF54C70C}"/>
                  </a:ext>
                </a:extLst>
              </p:cNvPr>
              <p:cNvSpPr>
                <a:spLocks noChangeArrowheads="1"/>
              </p:cNvSpPr>
              <p:nvPr/>
            </p:nvSpPr>
            <p:spPr bwMode="auto">
              <a:xfrm>
                <a:off x="4215" y="2236"/>
                <a:ext cx="123"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3" name="Oval 78">
                <a:extLst>
                  <a:ext uri="{FF2B5EF4-FFF2-40B4-BE49-F238E27FC236}">
                    <a16:creationId xmlns:a16="http://schemas.microsoft.com/office/drawing/2014/main" id="{AA669504-918B-34CC-2ED1-7BC237BB94B4}"/>
                  </a:ext>
                </a:extLst>
              </p:cNvPr>
              <p:cNvSpPr>
                <a:spLocks noChangeArrowheads="1"/>
              </p:cNvSpPr>
              <p:nvPr/>
            </p:nvSpPr>
            <p:spPr bwMode="auto">
              <a:xfrm>
                <a:off x="3097" y="1622"/>
                <a:ext cx="121"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4" name="Freeform 79">
                <a:extLst>
                  <a:ext uri="{FF2B5EF4-FFF2-40B4-BE49-F238E27FC236}">
                    <a16:creationId xmlns:a16="http://schemas.microsoft.com/office/drawing/2014/main" id="{BD49A2F6-E99F-DB1B-F03A-8A5ADA1CB030}"/>
                  </a:ext>
                </a:extLst>
              </p:cNvPr>
              <p:cNvSpPr>
                <a:spLocks noEditPoints="1"/>
              </p:cNvSpPr>
              <p:nvPr/>
            </p:nvSpPr>
            <p:spPr bwMode="auto">
              <a:xfrm>
                <a:off x="4118" y="318"/>
                <a:ext cx="88" cy="90"/>
              </a:xfrm>
              <a:custGeom>
                <a:avLst/>
                <a:gdLst>
                  <a:gd name="T0" fmla="*/ 26 w 51"/>
                  <a:gd name="T1" fmla="*/ 0 h 52"/>
                  <a:gd name="T2" fmla="*/ 51 w 51"/>
                  <a:gd name="T3" fmla="*/ 26 h 52"/>
                  <a:gd name="T4" fmla="*/ 26 w 51"/>
                  <a:gd name="T5" fmla="*/ 52 h 52"/>
                  <a:gd name="T6" fmla="*/ 26 w 51"/>
                  <a:gd name="T7" fmla="*/ 52 h 52"/>
                  <a:gd name="T8" fmla="*/ 26 w 51"/>
                  <a:gd name="T9" fmla="*/ 46 h 52"/>
                  <a:gd name="T10" fmla="*/ 26 w 51"/>
                  <a:gd name="T11" fmla="*/ 46 h 52"/>
                  <a:gd name="T12" fmla="*/ 45 w 51"/>
                  <a:gd name="T13" fmla="*/ 26 h 52"/>
                  <a:gd name="T14" fmla="*/ 26 w 51"/>
                  <a:gd name="T15" fmla="*/ 6 h 52"/>
                  <a:gd name="T16" fmla="*/ 26 w 51"/>
                  <a:gd name="T17" fmla="*/ 6 h 52"/>
                  <a:gd name="T18" fmla="*/ 26 w 51"/>
                  <a:gd name="T19" fmla="*/ 0 h 52"/>
                  <a:gd name="T20" fmla="*/ 26 w 51"/>
                  <a:gd name="T21" fmla="*/ 52 h 52"/>
                  <a:gd name="T22" fmla="*/ 0 w 51"/>
                  <a:gd name="T23" fmla="*/ 26 h 52"/>
                  <a:gd name="T24" fmla="*/ 26 w 51"/>
                  <a:gd name="T25" fmla="*/ 0 h 52"/>
                  <a:gd name="T26" fmla="*/ 26 w 51"/>
                  <a:gd name="T27" fmla="*/ 6 h 52"/>
                  <a:gd name="T28" fmla="*/ 6 w 51"/>
                  <a:gd name="T29" fmla="*/ 26 h 52"/>
                  <a:gd name="T30" fmla="*/ 26 w 51"/>
                  <a:gd name="T31" fmla="*/ 46 h 52"/>
                  <a:gd name="T32" fmla="*/ 26 w 51"/>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2">
                    <a:moveTo>
                      <a:pt x="26" y="0"/>
                    </a:moveTo>
                    <a:cubicBezTo>
                      <a:pt x="40" y="0"/>
                      <a:pt x="51" y="12"/>
                      <a:pt x="51" y="26"/>
                    </a:cubicBezTo>
                    <a:cubicBezTo>
                      <a:pt x="51" y="40"/>
                      <a:pt x="40" y="52"/>
                      <a:pt x="26" y="52"/>
                    </a:cubicBezTo>
                    <a:cubicBezTo>
                      <a:pt x="26" y="52"/>
                      <a:pt x="26" y="52"/>
                      <a:pt x="26" y="52"/>
                    </a:cubicBezTo>
                    <a:cubicBezTo>
                      <a:pt x="26" y="46"/>
                      <a:pt x="26" y="46"/>
                      <a:pt x="26" y="46"/>
                    </a:cubicBezTo>
                    <a:cubicBezTo>
                      <a:pt x="26" y="46"/>
                      <a:pt x="26" y="46"/>
                      <a:pt x="26" y="46"/>
                    </a:cubicBezTo>
                    <a:cubicBezTo>
                      <a:pt x="37" y="46"/>
                      <a:pt x="45" y="37"/>
                      <a:pt x="45" y="26"/>
                    </a:cubicBezTo>
                    <a:cubicBezTo>
                      <a:pt x="45" y="15"/>
                      <a:pt x="37" y="6"/>
                      <a:pt x="26" y="6"/>
                    </a:cubicBezTo>
                    <a:cubicBezTo>
                      <a:pt x="26" y="6"/>
                      <a:pt x="26" y="6"/>
                      <a:pt x="26" y="6"/>
                    </a:cubicBezTo>
                    <a:cubicBezTo>
                      <a:pt x="26" y="0"/>
                      <a:pt x="26" y="0"/>
                      <a:pt x="26" y="0"/>
                    </a:cubicBezTo>
                    <a:close/>
                    <a:moveTo>
                      <a:pt x="26" y="52"/>
                    </a:moveTo>
                    <a:cubicBezTo>
                      <a:pt x="12" y="52"/>
                      <a:pt x="0" y="40"/>
                      <a:pt x="0" y="26"/>
                    </a:cubicBezTo>
                    <a:cubicBezTo>
                      <a:pt x="0" y="12"/>
                      <a:pt x="12"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5" name="Freeform 80">
                <a:extLst>
                  <a:ext uri="{FF2B5EF4-FFF2-40B4-BE49-F238E27FC236}">
                    <a16:creationId xmlns:a16="http://schemas.microsoft.com/office/drawing/2014/main" id="{2D5B67F4-A692-BE33-F94D-759771AE9A5A}"/>
                  </a:ext>
                </a:extLst>
              </p:cNvPr>
              <p:cNvSpPr>
                <a:spLocks noEditPoints="1"/>
              </p:cNvSpPr>
              <p:nvPr/>
            </p:nvSpPr>
            <p:spPr bwMode="auto">
              <a:xfrm>
                <a:off x="2666" y="1129"/>
                <a:ext cx="89" cy="89"/>
              </a:xfrm>
              <a:custGeom>
                <a:avLst/>
                <a:gdLst>
                  <a:gd name="T0" fmla="*/ 26 w 51"/>
                  <a:gd name="T1" fmla="*/ 0 h 51"/>
                  <a:gd name="T2" fmla="*/ 51 w 51"/>
                  <a:gd name="T3" fmla="*/ 26 h 51"/>
                  <a:gd name="T4" fmla="*/ 26 w 51"/>
                  <a:gd name="T5" fmla="*/ 51 h 51"/>
                  <a:gd name="T6" fmla="*/ 26 w 51"/>
                  <a:gd name="T7" fmla="*/ 45 h 51"/>
                  <a:gd name="T8" fmla="*/ 45 w 51"/>
                  <a:gd name="T9" fmla="*/ 26 h 51"/>
                  <a:gd name="T10" fmla="*/ 26 w 51"/>
                  <a:gd name="T11" fmla="*/ 6 h 51"/>
                  <a:gd name="T12" fmla="*/ 26 w 51"/>
                  <a:gd name="T13" fmla="*/ 0 h 51"/>
                  <a:gd name="T14" fmla="*/ 26 w 51"/>
                  <a:gd name="T15" fmla="*/ 51 h 51"/>
                  <a:gd name="T16" fmla="*/ 0 w 51"/>
                  <a:gd name="T17" fmla="*/ 26 h 51"/>
                  <a:gd name="T18" fmla="*/ 26 w 51"/>
                  <a:gd name="T19" fmla="*/ 0 h 51"/>
                  <a:gd name="T20" fmla="*/ 26 w 51"/>
                  <a:gd name="T21" fmla="*/ 6 h 51"/>
                  <a:gd name="T22" fmla="*/ 6 w 51"/>
                  <a:gd name="T23" fmla="*/ 26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1"/>
                      <a:pt x="51" y="26"/>
                    </a:cubicBezTo>
                    <a:cubicBezTo>
                      <a:pt x="51" y="40"/>
                      <a:pt x="40" y="51"/>
                      <a:pt x="26" y="51"/>
                    </a:cubicBezTo>
                    <a:cubicBezTo>
                      <a:pt x="26" y="45"/>
                      <a:pt x="26" y="45"/>
                      <a:pt x="26" y="45"/>
                    </a:cubicBezTo>
                    <a:cubicBezTo>
                      <a:pt x="37" y="45"/>
                      <a:pt x="45" y="36"/>
                      <a:pt x="45" y="26"/>
                    </a:cubicBezTo>
                    <a:cubicBezTo>
                      <a:pt x="45" y="15"/>
                      <a:pt x="37" y="6"/>
                      <a:pt x="26" y="6"/>
                    </a:cubicBezTo>
                    <a:lnTo>
                      <a:pt x="26" y="0"/>
                    </a:lnTo>
                    <a:close/>
                    <a:moveTo>
                      <a:pt x="26" y="51"/>
                    </a:moveTo>
                    <a:cubicBezTo>
                      <a:pt x="12" y="51"/>
                      <a:pt x="0" y="40"/>
                      <a:pt x="0" y="26"/>
                    </a:cubicBezTo>
                    <a:cubicBezTo>
                      <a:pt x="0" y="11"/>
                      <a:pt x="12" y="0"/>
                      <a:pt x="26" y="0"/>
                    </a:cubicBezTo>
                    <a:cubicBezTo>
                      <a:pt x="26" y="6"/>
                      <a:pt x="26" y="6"/>
                      <a:pt x="26" y="6"/>
                    </a:cubicBezTo>
                    <a:cubicBezTo>
                      <a:pt x="15" y="6"/>
                      <a:pt x="6" y="15"/>
                      <a:pt x="6" y="26"/>
                    </a:cubicBezTo>
                    <a:cubicBezTo>
                      <a:pt x="6" y="36"/>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6" name="Freeform 81">
                <a:extLst>
                  <a:ext uri="{FF2B5EF4-FFF2-40B4-BE49-F238E27FC236}">
                    <a16:creationId xmlns:a16="http://schemas.microsoft.com/office/drawing/2014/main" id="{297E0270-1C28-7841-77D4-351948E060CB}"/>
                  </a:ext>
                </a:extLst>
              </p:cNvPr>
              <p:cNvSpPr>
                <a:spLocks noEditPoints="1"/>
              </p:cNvSpPr>
              <p:nvPr/>
            </p:nvSpPr>
            <p:spPr bwMode="auto">
              <a:xfrm>
                <a:off x="3147" y="2791"/>
                <a:ext cx="89" cy="89"/>
              </a:xfrm>
              <a:custGeom>
                <a:avLst/>
                <a:gdLst>
                  <a:gd name="T0" fmla="*/ 25 w 51"/>
                  <a:gd name="T1" fmla="*/ 0 h 51"/>
                  <a:gd name="T2" fmla="*/ 51 w 51"/>
                  <a:gd name="T3" fmla="*/ 26 h 51"/>
                  <a:gd name="T4" fmla="*/ 25 w 51"/>
                  <a:gd name="T5" fmla="*/ 51 h 51"/>
                  <a:gd name="T6" fmla="*/ 25 w 51"/>
                  <a:gd name="T7" fmla="*/ 45 h 51"/>
                  <a:gd name="T8" fmla="*/ 45 w 51"/>
                  <a:gd name="T9" fmla="*/ 26 h 51"/>
                  <a:gd name="T10" fmla="*/ 25 w 51"/>
                  <a:gd name="T11" fmla="*/ 6 h 51"/>
                  <a:gd name="T12" fmla="*/ 25 w 51"/>
                  <a:gd name="T13" fmla="*/ 0 h 51"/>
                  <a:gd name="T14" fmla="*/ 25 w 51"/>
                  <a:gd name="T15" fmla="*/ 51 h 51"/>
                  <a:gd name="T16" fmla="*/ 0 w 51"/>
                  <a:gd name="T17" fmla="*/ 26 h 51"/>
                  <a:gd name="T18" fmla="*/ 25 w 51"/>
                  <a:gd name="T19" fmla="*/ 0 h 51"/>
                  <a:gd name="T20" fmla="*/ 25 w 51"/>
                  <a:gd name="T21" fmla="*/ 6 h 51"/>
                  <a:gd name="T22" fmla="*/ 6 w 51"/>
                  <a:gd name="T23" fmla="*/ 26 h 51"/>
                  <a:gd name="T24" fmla="*/ 25 w 51"/>
                  <a:gd name="T25" fmla="*/ 45 h 51"/>
                  <a:gd name="T26" fmla="*/ 25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5" y="0"/>
                    </a:moveTo>
                    <a:cubicBezTo>
                      <a:pt x="40" y="0"/>
                      <a:pt x="51" y="11"/>
                      <a:pt x="51" y="26"/>
                    </a:cubicBezTo>
                    <a:cubicBezTo>
                      <a:pt x="51" y="40"/>
                      <a:pt x="40" y="51"/>
                      <a:pt x="25" y="51"/>
                    </a:cubicBezTo>
                    <a:cubicBezTo>
                      <a:pt x="25" y="45"/>
                      <a:pt x="25" y="45"/>
                      <a:pt x="25" y="45"/>
                    </a:cubicBezTo>
                    <a:cubicBezTo>
                      <a:pt x="36" y="45"/>
                      <a:pt x="45" y="36"/>
                      <a:pt x="45" y="26"/>
                    </a:cubicBezTo>
                    <a:cubicBezTo>
                      <a:pt x="45" y="15"/>
                      <a:pt x="36" y="6"/>
                      <a:pt x="25" y="6"/>
                    </a:cubicBezTo>
                    <a:lnTo>
                      <a:pt x="25" y="0"/>
                    </a:lnTo>
                    <a:close/>
                    <a:moveTo>
                      <a:pt x="25" y="51"/>
                    </a:moveTo>
                    <a:cubicBezTo>
                      <a:pt x="11" y="51"/>
                      <a:pt x="0" y="40"/>
                      <a:pt x="0" y="26"/>
                    </a:cubicBezTo>
                    <a:cubicBezTo>
                      <a:pt x="0" y="11"/>
                      <a:pt x="11" y="0"/>
                      <a:pt x="25" y="0"/>
                    </a:cubicBezTo>
                    <a:cubicBezTo>
                      <a:pt x="25" y="6"/>
                      <a:pt x="25" y="6"/>
                      <a:pt x="25" y="6"/>
                    </a:cubicBezTo>
                    <a:cubicBezTo>
                      <a:pt x="15" y="6"/>
                      <a:pt x="6" y="15"/>
                      <a:pt x="6" y="26"/>
                    </a:cubicBezTo>
                    <a:cubicBezTo>
                      <a:pt x="6" y="36"/>
                      <a:pt x="15"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7" name="Freeform 82">
                <a:extLst>
                  <a:ext uri="{FF2B5EF4-FFF2-40B4-BE49-F238E27FC236}">
                    <a16:creationId xmlns:a16="http://schemas.microsoft.com/office/drawing/2014/main" id="{807303B8-F92E-AC19-307C-208B93BF777D}"/>
                  </a:ext>
                </a:extLst>
              </p:cNvPr>
              <p:cNvSpPr>
                <a:spLocks noEditPoints="1"/>
              </p:cNvSpPr>
              <p:nvPr/>
            </p:nvSpPr>
            <p:spPr bwMode="auto">
              <a:xfrm>
                <a:off x="3718" y="3104"/>
                <a:ext cx="89" cy="89"/>
              </a:xfrm>
              <a:custGeom>
                <a:avLst/>
                <a:gdLst>
                  <a:gd name="T0" fmla="*/ 26 w 51"/>
                  <a:gd name="T1" fmla="*/ 0 h 51"/>
                  <a:gd name="T2" fmla="*/ 51 w 51"/>
                  <a:gd name="T3" fmla="*/ 25 h 51"/>
                  <a:gd name="T4" fmla="*/ 26 w 51"/>
                  <a:gd name="T5" fmla="*/ 51 h 51"/>
                  <a:gd name="T6" fmla="*/ 26 w 51"/>
                  <a:gd name="T7" fmla="*/ 45 h 51"/>
                  <a:gd name="T8" fmla="*/ 45 w 51"/>
                  <a:gd name="T9" fmla="*/ 25 h 51"/>
                  <a:gd name="T10" fmla="*/ 26 w 51"/>
                  <a:gd name="T11" fmla="*/ 6 h 51"/>
                  <a:gd name="T12" fmla="*/ 26 w 51"/>
                  <a:gd name="T13" fmla="*/ 0 h 51"/>
                  <a:gd name="T14" fmla="*/ 26 w 51"/>
                  <a:gd name="T15" fmla="*/ 51 h 51"/>
                  <a:gd name="T16" fmla="*/ 0 w 51"/>
                  <a:gd name="T17" fmla="*/ 25 h 51"/>
                  <a:gd name="T18" fmla="*/ 26 w 51"/>
                  <a:gd name="T19" fmla="*/ 0 h 51"/>
                  <a:gd name="T20" fmla="*/ 26 w 51"/>
                  <a:gd name="T21" fmla="*/ 6 h 51"/>
                  <a:gd name="T22" fmla="*/ 6 w 51"/>
                  <a:gd name="T23" fmla="*/ 25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1"/>
                      <a:pt x="51" y="25"/>
                    </a:cubicBezTo>
                    <a:cubicBezTo>
                      <a:pt x="51" y="40"/>
                      <a:pt x="40" y="51"/>
                      <a:pt x="26" y="51"/>
                    </a:cubicBezTo>
                    <a:cubicBezTo>
                      <a:pt x="26" y="45"/>
                      <a:pt x="26" y="45"/>
                      <a:pt x="26" y="45"/>
                    </a:cubicBezTo>
                    <a:cubicBezTo>
                      <a:pt x="36" y="45"/>
                      <a:pt x="45" y="36"/>
                      <a:pt x="45" y="25"/>
                    </a:cubicBezTo>
                    <a:cubicBezTo>
                      <a:pt x="45" y="14"/>
                      <a:pt x="36" y="6"/>
                      <a:pt x="26" y="6"/>
                    </a:cubicBezTo>
                    <a:lnTo>
                      <a:pt x="26" y="0"/>
                    </a:lnTo>
                    <a:close/>
                    <a:moveTo>
                      <a:pt x="26" y="51"/>
                    </a:moveTo>
                    <a:cubicBezTo>
                      <a:pt x="11" y="51"/>
                      <a:pt x="0" y="40"/>
                      <a:pt x="0" y="25"/>
                    </a:cubicBezTo>
                    <a:cubicBezTo>
                      <a:pt x="0" y="11"/>
                      <a:pt x="11" y="0"/>
                      <a:pt x="26" y="0"/>
                    </a:cubicBezTo>
                    <a:cubicBezTo>
                      <a:pt x="26" y="6"/>
                      <a:pt x="26" y="6"/>
                      <a:pt x="26" y="6"/>
                    </a:cubicBezTo>
                    <a:cubicBezTo>
                      <a:pt x="15" y="6"/>
                      <a:pt x="6" y="14"/>
                      <a:pt x="6" y="25"/>
                    </a:cubicBezTo>
                    <a:cubicBezTo>
                      <a:pt x="6" y="36"/>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8" name="Freeform 83">
                <a:extLst>
                  <a:ext uri="{FF2B5EF4-FFF2-40B4-BE49-F238E27FC236}">
                    <a16:creationId xmlns:a16="http://schemas.microsoft.com/office/drawing/2014/main" id="{3A5D355E-9146-5BC6-4904-E35309A82486}"/>
                  </a:ext>
                </a:extLst>
              </p:cNvPr>
              <p:cNvSpPr>
                <a:spLocks noEditPoints="1"/>
              </p:cNvSpPr>
              <p:nvPr/>
            </p:nvSpPr>
            <p:spPr bwMode="auto">
              <a:xfrm>
                <a:off x="4526" y="2522"/>
                <a:ext cx="89"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2"/>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7"/>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2"/>
                      <a:pt x="11" y="0"/>
                      <a:pt x="25" y="0"/>
                    </a:cubicBezTo>
                    <a:cubicBezTo>
                      <a:pt x="25" y="6"/>
                      <a:pt x="25" y="6"/>
                      <a:pt x="25" y="6"/>
                    </a:cubicBezTo>
                    <a:cubicBezTo>
                      <a:pt x="14" y="6"/>
                      <a:pt x="6" y="15"/>
                      <a:pt x="6" y="26"/>
                    </a:cubicBezTo>
                    <a:cubicBezTo>
                      <a:pt x="6" y="37"/>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9" name="Freeform 84">
                <a:extLst>
                  <a:ext uri="{FF2B5EF4-FFF2-40B4-BE49-F238E27FC236}">
                    <a16:creationId xmlns:a16="http://schemas.microsoft.com/office/drawing/2014/main" id="{7539B8E2-F5FF-BF76-974B-D29F82FF8EAE}"/>
                  </a:ext>
                </a:extLst>
              </p:cNvPr>
              <p:cNvSpPr>
                <a:spLocks noEditPoints="1"/>
              </p:cNvSpPr>
              <p:nvPr/>
            </p:nvSpPr>
            <p:spPr bwMode="auto">
              <a:xfrm>
                <a:off x="4896" y="1681"/>
                <a:ext cx="88"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6"/>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1"/>
                      <a:pt x="11" y="0"/>
                      <a:pt x="25" y="0"/>
                    </a:cubicBezTo>
                    <a:cubicBezTo>
                      <a:pt x="25" y="6"/>
                      <a:pt x="25" y="6"/>
                      <a:pt x="25" y="6"/>
                    </a:cubicBezTo>
                    <a:cubicBezTo>
                      <a:pt x="14" y="6"/>
                      <a:pt x="6" y="15"/>
                      <a:pt x="6" y="26"/>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0" name="Freeform 85">
                <a:extLst>
                  <a:ext uri="{FF2B5EF4-FFF2-40B4-BE49-F238E27FC236}">
                    <a16:creationId xmlns:a16="http://schemas.microsoft.com/office/drawing/2014/main" id="{6B326BAC-351A-8320-5758-53CBC4E7255C}"/>
                  </a:ext>
                </a:extLst>
              </p:cNvPr>
              <p:cNvSpPr>
                <a:spLocks noEditPoints="1"/>
              </p:cNvSpPr>
              <p:nvPr/>
            </p:nvSpPr>
            <p:spPr bwMode="auto">
              <a:xfrm>
                <a:off x="4828" y="955"/>
                <a:ext cx="89" cy="91"/>
              </a:xfrm>
              <a:custGeom>
                <a:avLst/>
                <a:gdLst>
                  <a:gd name="T0" fmla="*/ 26 w 51"/>
                  <a:gd name="T1" fmla="*/ 0 h 52"/>
                  <a:gd name="T2" fmla="*/ 51 w 51"/>
                  <a:gd name="T3" fmla="*/ 26 h 52"/>
                  <a:gd name="T4" fmla="*/ 26 w 51"/>
                  <a:gd name="T5" fmla="*/ 52 h 52"/>
                  <a:gd name="T6" fmla="*/ 26 w 51"/>
                  <a:gd name="T7" fmla="*/ 52 h 52"/>
                  <a:gd name="T8" fmla="*/ 26 w 51"/>
                  <a:gd name="T9" fmla="*/ 46 h 52"/>
                  <a:gd name="T10" fmla="*/ 26 w 51"/>
                  <a:gd name="T11" fmla="*/ 46 h 52"/>
                  <a:gd name="T12" fmla="*/ 45 w 51"/>
                  <a:gd name="T13" fmla="*/ 26 h 52"/>
                  <a:gd name="T14" fmla="*/ 26 w 51"/>
                  <a:gd name="T15" fmla="*/ 6 h 52"/>
                  <a:gd name="T16" fmla="*/ 26 w 51"/>
                  <a:gd name="T17" fmla="*/ 6 h 52"/>
                  <a:gd name="T18" fmla="*/ 26 w 51"/>
                  <a:gd name="T19" fmla="*/ 0 h 52"/>
                  <a:gd name="T20" fmla="*/ 26 w 51"/>
                  <a:gd name="T21" fmla="*/ 52 h 52"/>
                  <a:gd name="T22" fmla="*/ 0 w 51"/>
                  <a:gd name="T23" fmla="*/ 26 h 52"/>
                  <a:gd name="T24" fmla="*/ 26 w 51"/>
                  <a:gd name="T25" fmla="*/ 0 h 52"/>
                  <a:gd name="T26" fmla="*/ 26 w 51"/>
                  <a:gd name="T27" fmla="*/ 6 h 52"/>
                  <a:gd name="T28" fmla="*/ 6 w 51"/>
                  <a:gd name="T29" fmla="*/ 26 h 52"/>
                  <a:gd name="T30" fmla="*/ 26 w 51"/>
                  <a:gd name="T31" fmla="*/ 46 h 52"/>
                  <a:gd name="T32" fmla="*/ 26 w 51"/>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2">
                    <a:moveTo>
                      <a:pt x="26" y="0"/>
                    </a:moveTo>
                    <a:cubicBezTo>
                      <a:pt x="40" y="0"/>
                      <a:pt x="51" y="12"/>
                      <a:pt x="51" y="26"/>
                    </a:cubicBezTo>
                    <a:cubicBezTo>
                      <a:pt x="51" y="40"/>
                      <a:pt x="40" y="52"/>
                      <a:pt x="26" y="52"/>
                    </a:cubicBezTo>
                    <a:cubicBezTo>
                      <a:pt x="26" y="52"/>
                      <a:pt x="26" y="52"/>
                      <a:pt x="26" y="52"/>
                    </a:cubicBezTo>
                    <a:cubicBezTo>
                      <a:pt x="26" y="46"/>
                      <a:pt x="26" y="46"/>
                      <a:pt x="26" y="46"/>
                    </a:cubicBezTo>
                    <a:cubicBezTo>
                      <a:pt x="26" y="46"/>
                      <a:pt x="26" y="46"/>
                      <a:pt x="26" y="46"/>
                    </a:cubicBezTo>
                    <a:cubicBezTo>
                      <a:pt x="36" y="46"/>
                      <a:pt x="45" y="37"/>
                      <a:pt x="45" y="26"/>
                    </a:cubicBezTo>
                    <a:cubicBezTo>
                      <a:pt x="45" y="15"/>
                      <a:pt x="36" y="6"/>
                      <a:pt x="26" y="6"/>
                    </a:cubicBezTo>
                    <a:cubicBezTo>
                      <a:pt x="26" y="6"/>
                      <a:pt x="26" y="6"/>
                      <a:pt x="26" y="6"/>
                    </a:cubicBezTo>
                    <a:cubicBezTo>
                      <a:pt x="26" y="0"/>
                      <a:pt x="26" y="0"/>
                      <a:pt x="26" y="0"/>
                    </a:cubicBezTo>
                    <a:close/>
                    <a:moveTo>
                      <a:pt x="26" y="52"/>
                    </a:moveTo>
                    <a:cubicBezTo>
                      <a:pt x="11" y="52"/>
                      <a:pt x="0" y="40"/>
                      <a:pt x="0" y="26"/>
                    </a:cubicBezTo>
                    <a:cubicBezTo>
                      <a:pt x="0" y="12"/>
                      <a:pt x="11"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1" name="Freeform 86">
                <a:extLst>
                  <a:ext uri="{FF2B5EF4-FFF2-40B4-BE49-F238E27FC236}">
                    <a16:creationId xmlns:a16="http://schemas.microsoft.com/office/drawing/2014/main" id="{0D582393-E64A-69BB-544D-583D5A8660D8}"/>
                  </a:ext>
                </a:extLst>
              </p:cNvPr>
              <p:cNvSpPr>
                <a:spLocks noEditPoints="1"/>
              </p:cNvSpPr>
              <p:nvPr/>
            </p:nvSpPr>
            <p:spPr bwMode="auto">
              <a:xfrm>
                <a:off x="4000" y="1570"/>
                <a:ext cx="88"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6"/>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1"/>
                      <a:pt x="11" y="0"/>
                      <a:pt x="25" y="0"/>
                    </a:cubicBezTo>
                    <a:cubicBezTo>
                      <a:pt x="25" y="6"/>
                      <a:pt x="25" y="6"/>
                      <a:pt x="25" y="6"/>
                    </a:cubicBezTo>
                    <a:cubicBezTo>
                      <a:pt x="14" y="6"/>
                      <a:pt x="6" y="15"/>
                      <a:pt x="6" y="26"/>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2" name="Freeform 87">
                <a:extLst>
                  <a:ext uri="{FF2B5EF4-FFF2-40B4-BE49-F238E27FC236}">
                    <a16:creationId xmlns:a16="http://schemas.microsoft.com/office/drawing/2014/main" id="{BD78BEBB-3FB6-AAC9-D45F-440B1ADAE5F0}"/>
                  </a:ext>
                </a:extLst>
              </p:cNvPr>
              <p:cNvSpPr>
                <a:spLocks noEditPoints="1"/>
              </p:cNvSpPr>
              <p:nvPr/>
            </p:nvSpPr>
            <p:spPr bwMode="auto">
              <a:xfrm>
                <a:off x="3510" y="556"/>
                <a:ext cx="89" cy="90"/>
              </a:xfrm>
              <a:custGeom>
                <a:avLst/>
                <a:gdLst>
                  <a:gd name="T0" fmla="*/ 25 w 51"/>
                  <a:gd name="T1" fmla="*/ 0 h 52"/>
                  <a:gd name="T2" fmla="*/ 51 w 51"/>
                  <a:gd name="T3" fmla="*/ 26 h 52"/>
                  <a:gd name="T4" fmla="*/ 25 w 51"/>
                  <a:gd name="T5" fmla="*/ 52 h 52"/>
                  <a:gd name="T6" fmla="*/ 25 w 51"/>
                  <a:gd name="T7" fmla="*/ 46 h 52"/>
                  <a:gd name="T8" fmla="*/ 45 w 51"/>
                  <a:gd name="T9" fmla="*/ 26 h 52"/>
                  <a:gd name="T10" fmla="*/ 25 w 51"/>
                  <a:gd name="T11" fmla="*/ 6 h 52"/>
                  <a:gd name="T12" fmla="*/ 25 w 51"/>
                  <a:gd name="T13" fmla="*/ 0 h 52"/>
                  <a:gd name="T14" fmla="*/ 25 w 51"/>
                  <a:gd name="T15" fmla="*/ 52 h 52"/>
                  <a:gd name="T16" fmla="*/ 0 w 51"/>
                  <a:gd name="T17" fmla="*/ 26 h 52"/>
                  <a:gd name="T18" fmla="*/ 25 w 51"/>
                  <a:gd name="T19" fmla="*/ 0 h 52"/>
                  <a:gd name="T20" fmla="*/ 25 w 51"/>
                  <a:gd name="T21" fmla="*/ 6 h 52"/>
                  <a:gd name="T22" fmla="*/ 6 w 51"/>
                  <a:gd name="T23" fmla="*/ 26 h 52"/>
                  <a:gd name="T24" fmla="*/ 25 w 51"/>
                  <a:gd name="T25" fmla="*/ 46 h 52"/>
                  <a:gd name="T26" fmla="*/ 25 w 51"/>
                  <a:gd name="T2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2">
                    <a:moveTo>
                      <a:pt x="25" y="0"/>
                    </a:moveTo>
                    <a:cubicBezTo>
                      <a:pt x="40" y="0"/>
                      <a:pt x="51" y="12"/>
                      <a:pt x="51" y="26"/>
                    </a:cubicBezTo>
                    <a:cubicBezTo>
                      <a:pt x="51" y="40"/>
                      <a:pt x="40" y="52"/>
                      <a:pt x="25" y="52"/>
                    </a:cubicBezTo>
                    <a:cubicBezTo>
                      <a:pt x="25" y="46"/>
                      <a:pt x="25" y="46"/>
                      <a:pt x="25" y="46"/>
                    </a:cubicBezTo>
                    <a:cubicBezTo>
                      <a:pt x="36" y="46"/>
                      <a:pt x="45" y="37"/>
                      <a:pt x="45" y="26"/>
                    </a:cubicBezTo>
                    <a:cubicBezTo>
                      <a:pt x="45" y="15"/>
                      <a:pt x="36" y="6"/>
                      <a:pt x="25" y="6"/>
                    </a:cubicBezTo>
                    <a:lnTo>
                      <a:pt x="25" y="0"/>
                    </a:lnTo>
                    <a:close/>
                    <a:moveTo>
                      <a:pt x="25" y="52"/>
                    </a:moveTo>
                    <a:cubicBezTo>
                      <a:pt x="11" y="52"/>
                      <a:pt x="0" y="40"/>
                      <a:pt x="0" y="26"/>
                    </a:cubicBezTo>
                    <a:cubicBezTo>
                      <a:pt x="0" y="12"/>
                      <a:pt x="11" y="0"/>
                      <a:pt x="25" y="0"/>
                    </a:cubicBezTo>
                    <a:cubicBezTo>
                      <a:pt x="25" y="6"/>
                      <a:pt x="25" y="6"/>
                      <a:pt x="25" y="6"/>
                    </a:cubicBezTo>
                    <a:cubicBezTo>
                      <a:pt x="15" y="6"/>
                      <a:pt x="6" y="15"/>
                      <a:pt x="6" y="26"/>
                    </a:cubicBezTo>
                    <a:cubicBezTo>
                      <a:pt x="6" y="37"/>
                      <a:pt x="15" y="46"/>
                      <a:pt x="25" y="46"/>
                    </a:cubicBezTo>
                    <a:lnTo>
                      <a:pt x="25"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3" name="Freeform 88">
                <a:extLst>
                  <a:ext uri="{FF2B5EF4-FFF2-40B4-BE49-F238E27FC236}">
                    <a16:creationId xmlns:a16="http://schemas.microsoft.com/office/drawing/2014/main" id="{3827C756-CE3E-AEC3-080D-D3CE9E5B7F1C}"/>
                  </a:ext>
                </a:extLst>
              </p:cNvPr>
              <p:cNvSpPr>
                <a:spLocks noEditPoints="1"/>
              </p:cNvSpPr>
              <p:nvPr/>
            </p:nvSpPr>
            <p:spPr bwMode="auto">
              <a:xfrm>
                <a:off x="3131" y="1853"/>
                <a:ext cx="89" cy="89"/>
              </a:xfrm>
              <a:custGeom>
                <a:avLst/>
                <a:gdLst>
                  <a:gd name="T0" fmla="*/ 26 w 51"/>
                  <a:gd name="T1" fmla="*/ 0 h 51"/>
                  <a:gd name="T2" fmla="*/ 51 w 51"/>
                  <a:gd name="T3" fmla="*/ 26 h 51"/>
                  <a:gd name="T4" fmla="*/ 26 w 51"/>
                  <a:gd name="T5" fmla="*/ 51 h 51"/>
                  <a:gd name="T6" fmla="*/ 26 w 51"/>
                  <a:gd name="T7" fmla="*/ 45 h 51"/>
                  <a:gd name="T8" fmla="*/ 46 w 51"/>
                  <a:gd name="T9" fmla="*/ 26 h 51"/>
                  <a:gd name="T10" fmla="*/ 26 w 51"/>
                  <a:gd name="T11" fmla="*/ 6 h 51"/>
                  <a:gd name="T12" fmla="*/ 26 w 51"/>
                  <a:gd name="T13" fmla="*/ 0 h 51"/>
                  <a:gd name="T14" fmla="*/ 26 w 51"/>
                  <a:gd name="T15" fmla="*/ 51 h 51"/>
                  <a:gd name="T16" fmla="*/ 0 w 51"/>
                  <a:gd name="T17" fmla="*/ 26 h 51"/>
                  <a:gd name="T18" fmla="*/ 26 w 51"/>
                  <a:gd name="T19" fmla="*/ 0 h 51"/>
                  <a:gd name="T20" fmla="*/ 26 w 51"/>
                  <a:gd name="T21" fmla="*/ 6 h 51"/>
                  <a:gd name="T22" fmla="*/ 6 w 51"/>
                  <a:gd name="T23" fmla="*/ 26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2"/>
                      <a:pt x="51" y="26"/>
                    </a:cubicBezTo>
                    <a:cubicBezTo>
                      <a:pt x="51" y="40"/>
                      <a:pt x="40" y="51"/>
                      <a:pt x="26" y="51"/>
                    </a:cubicBezTo>
                    <a:cubicBezTo>
                      <a:pt x="26" y="45"/>
                      <a:pt x="26" y="45"/>
                      <a:pt x="26" y="45"/>
                    </a:cubicBezTo>
                    <a:cubicBezTo>
                      <a:pt x="37" y="45"/>
                      <a:pt x="46" y="37"/>
                      <a:pt x="46" y="26"/>
                    </a:cubicBezTo>
                    <a:cubicBezTo>
                      <a:pt x="46" y="15"/>
                      <a:pt x="37" y="6"/>
                      <a:pt x="26" y="6"/>
                    </a:cubicBezTo>
                    <a:lnTo>
                      <a:pt x="26" y="0"/>
                    </a:lnTo>
                    <a:close/>
                    <a:moveTo>
                      <a:pt x="26" y="51"/>
                    </a:moveTo>
                    <a:cubicBezTo>
                      <a:pt x="12" y="51"/>
                      <a:pt x="0" y="40"/>
                      <a:pt x="0" y="26"/>
                    </a:cubicBezTo>
                    <a:cubicBezTo>
                      <a:pt x="0" y="12"/>
                      <a:pt x="12" y="0"/>
                      <a:pt x="26" y="0"/>
                    </a:cubicBezTo>
                    <a:cubicBezTo>
                      <a:pt x="26" y="6"/>
                      <a:pt x="26" y="6"/>
                      <a:pt x="26" y="6"/>
                    </a:cubicBezTo>
                    <a:cubicBezTo>
                      <a:pt x="15" y="6"/>
                      <a:pt x="6" y="15"/>
                      <a:pt x="6" y="26"/>
                    </a:cubicBezTo>
                    <a:cubicBezTo>
                      <a:pt x="6" y="37"/>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4" name="Freeform 89">
                <a:extLst>
                  <a:ext uri="{FF2B5EF4-FFF2-40B4-BE49-F238E27FC236}">
                    <a16:creationId xmlns:a16="http://schemas.microsoft.com/office/drawing/2014/main" id="{1C1C8C84-2494-50D9-A1CD-099D055311BB}"/>
                  </a:ext>
                </a:extLst>
              </p:cNvPr>
              <p:cNvSpPr>
                <a:spLocks noEditPoints="1"/>
              </p:cNvSpPr>
              <p:nvPr/>
            </p:nvSpPr>
            <p:spPr bwMode="auto">
              <a:xfrm>
                <a:off x="4385" y="1410"/>
                <a:ext cx="91" cy="91"/>
              </a:xfrm>
              <a:custGeom>
                <a:avLst/>
                <a:gdLst>
                  <a:gd name="T0" fmla="*/ 26 w 52"/>
                  <a:gd name="T1" fmla="*/ 0 h 52"/>
                  <a:gd name="T2" fmla="*/ 52 w 52"/>
                  <a:gd name="T3" fmla="*/ 26 h 52"/>
                  <a:gd name="T4" fmla="*/ 26 w 52"/>
                  <a:gd name="T5" fmla="*/ 52 h 52"/>
                  <a:gd name="T6" fmla="*/ 26 w 52"/>
                  <a:gd name="T7" fmla="*/ 52 h 52"/>
                  <a:gd name="T8" fmla="*/ 26 w 52"/>
                  <a:gd name="T9" fmla="*/ 46 h 52"/>
                  <a:gd name="T10" fmla="*/ 26 w 52"/>
                  <a:gd name="T11" fmla="*/ 46 h 52"/>
                  <a:gd name="T12" fmla="*/ 46 w 52"/>
                  <a:gd name="T13" fmla="*/ 26 h 52"/>
                  <a:gd name="T14" fmla="*/ 26 w 52"/>
                  <a:gd name="T15" fmla="*/ 6 h 52"/>
                  <a:gd name="T16" fmla="*/ 26 w 52"/>
                  <a:gd name="T17" fmla="*/ 6 h 52"/>
                  <a:gd name="T18" fmla="*/ 26 w 52"/>
                  <a:gd name="T19" fmla="*/ 0 h 52"/>
                  <a:gd name="T20" fmla="*/ 26 w 52"/>
                  <a:gd name="T21" fmla="*/ 52 h 52"/>
                  <a:gd name="T22" fmla="*/ 0 w 52"/>
                  <a:gd name="T23" fmla="*/ 26 h 52"/>
                  <a:gd name="T24" fmla="*/ 26 w 52"/>
                  <a:gd name="T25" fmla="*/ 0 h 52"/>
                  <a:gd name="T26" fmla="*/ 26 w 52"/>
                  <a:gd name="T27" fmla="*/ 6 h 52"/>
                  <a:gd name="T28" fmla="*/ 6 w 52"/>
                  <a:gd name="T29" fmla="*/ 26 h 52"/>
                  <a:gd name="T30" fmla="*/ 26 w 52"/>
                  <a:gd name="T31" fmla="*/ 46 h 52"/>
                  <a:gd name="T32" fmla="*/ 26 w 5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26" y="0"/>
                    </a:moveTo>
                    <a:cubicBezTo>
                      <a:pt x="40" y="0"/>
                      <a:pt x="52" y="12"/>
                      <a:pt x="52" y="26"/>
                    </a:cubicBezTo>
                    <a:cubicBezTo>
                      <a:pt x="52" y="40"/>
                      <a:pt x="40" y="52"/>
                      <a:pt x="26" y="52"/>
                    </a:cubicBezTo>
                    <a:cubicBezTo>
                      <a:pt x="26" y="52"/>
                      <a:pt x="26" y="52"/>
                      <a:pt x="26" y="52"/>
                    </a:cubicBezTo>
                    <a:cubicBezTo>
                      <a:pt x="26" y="46"/>
                      <a:pt x="26" y="46"/>
                      <a:pt x="26" y="46"/>
                    </a:cubicBezTo>
                    <a:cubicBezTo>
                      <a:pt x="26" y="46"/>
                      <a:pt x="26" y="46"/>
                      <a:pt x="26" y="46"/>
                    </a:cubicBezTo>
                    <a:cubicBezTo>
                      <a:pt x="37" y="46"/>
                      <a:pt x="46" y="37"/>
                      <a:pt x="46" y="26"/>
                    </a:cubicBezTo>
                    <a:cubicBezTo>
                      <a:pt x="46" y="15"/>
                      <a:pt x="37" y="6"/>
                      <a:pt x="26" y="6"/>
                    </a:cubicBezTo>
                    <a:cubicBezTo>
                      <a:pt x="26" y="6"/>
                      <a:pt x="26" y="6"/>
                      <a:pt x="26" y="6"/>
                    </a:cubicBezTo>
                    <a:cubicBezTo>
                      <a:pt x="26" y="0"/>
                      <a:pt x="26" y="0"/>
                      <a:pt x="26" y="0"/>
                    </a:cubicBezTo>
                    <a:close/>
                    <a:moveTo>
                      <a:pt x="26" y="52"/>
                    </a:moveTo>
                    <a:cubicBezTo>
                      <a:pt x="12" y="52"/>
                      <a:pt x="0" y="40"/>
                      <a:pt x="0" y="26"/>
                    </a:cubicBezTo>
                    <a:cubicBezTo>
                      <a:pt x="0" y="12"/>
                      <a:pt x="12"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5" name="Freeform 90">
                <a:extLst>
                  <a:ext uri="{FF2B5EF4-FFF2-40B4-BE49-F238E27FC236}">
                    <a16:creationId xmlns:a16="http://schemas.microsoft.com/office/drawing/2014/main" id="{4678F7CA-6AF6-FA57-6C4C-0D734082B714}"/>
                  </a:ext>
                </a:extLst>
              </p:cNvPr>
              <p:cNvSpPr>
                <a:spLocks noEditPoints="1"/>
              </p:cNvSpPr>
              <p:nvPr/>
            </p:nvSpPr>
            <p:spPr bwMode="auto">
              <a:xfrm>
                <a:off x="4008" y="2176"/>
                <a:ext cx="89" cy="89"/>
              </a:xfrm>
              <a:custGeom>
                <a:avLst/>
                <a:gdLst>
                  <a:gd name="T0" fmla="*/ 25 w 51"/>
                  <a:gd name="T1" fmla="*/ 0 h 51"/>
                  <a:gd name="T2" fmla="*/ 51 w 51"/>
                  <a:gd name="T3" fmla="*/ 25 h 51"/>
                  <a:gd name="T4" fmla="*/ 25 w 51"/>
                  <a:gd name="T5" fmla="*/ 51 h 51"/>
                  <a:gd name="T6" fmla="*/ 25 w 51"/>
                  <a:gd name="T7" fmla="*/ 51 h 51"/>
                  <a:gd name="T8" fmla="*/ 25 w 51"/>
                  <a:gd name="T9" fmla="*/ 45 h 51"/>
                  <a:gd name="T10" fmla="*/ 25 w 51"/>
                  <a:gd name="T11" fmla="*/ 45 h 51"/>
                  <a:gd name="T12" fmla="*/ 45 w 51"/>
                  <a:gd name="T13" fmla="*/ 25 h 51"/>
                  <a:gd name="T14" fmla="*/ 25 w 51"/>
                  <a:gd name="T15" fmla="*/ 5 h 51"/>
                  <a:gd name="T16" fmla="*/ 25 w 51"/>
                  <a:gd name="T17" fmla="*/ 5 h 51"/>
                  <a:gd name="T18" fmla="*/ 25 w 51"/>
                  <a:gd name="T19" fmla="*/ 0 h 51"/>
                  <a:gd name="T20" fmla="*/ 25 w 51"/>
                  <a:gd name="T21" fmla="*/ 51 h 51"/>
                  <a:gd name="T22" fmla="*/ 0 w 51"/>
                  <a:gd name="T23" fmla="*/ 25 h 51"/>
                  <a:gd name="T24" fmla="*/ 25 w 51"/>
                  <a:gd name="T25" fmla="*/ 0 h 51"/>
                  <a:gd name="T26" fmla="*/ 25 w 51"/>
                  <a:gd name="T27" fmla="*/ 5 h 51"/>
                  <a:gd name="T28" fmla="*/ 6 w 51"/>
                  <a:gd name="T29" fmla="*/ 25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5"/>
                    </a:cubicBezTo>
                    <a:cubicBezTo>
                      <a:pt x="51" y="39"/>
                      <a:pt x="39" y="51"/>
                      <a:pt x="25" y="51"/>
                    </a:cubicBezTo>
                    <a:cubicBezTo>
                      <a:pt x="25" y="51"/>
                      <a:pt x="25" y="51"/>
                      <a:pt x="25" y="51"/>
                    </a:cubicBezTo>
                    <a:cubicBezTo>
                      <a:pt x="25" y="45"/>
                      <a:pt x="25" y="45"/>
                      <a:pt x="25" y="45"/>
                    </a:cubicBezTo>
                    <a:cubicBezTo>
                      <a:pt x="25" y="45"/>
                      <a:pt x="25" y="45"/>
                      <a:pt x="25" y="45"/>
                    </a:cubicBezTo>
                    <a:cubicBezTo>
                      <a:pt x="36" y="45"/>
                      <a:pt x="45" y="36"/>
                      <a:pt x="45" y="25"/>
                    </a:cubicBezTo>
                    <a:cubicBezTo>
                      <a:pt x="45" y="14"/>
                      <a:pt x="36" y="5"/>
                      <a:pt x="25" y="5"/>
                    </a:cubicBezTo>
                    <a:cubicBezTo>
                      <a:pt x="25" y="5"/>
                      <a:pt x="25" y="5"/>
                      <a:pt x="25" y="5"/>
                    </a:cubicBezTo>
                    <a:cubicBezTo>
                      <a:pt x="25" y="0"/>
                      <a:pt x="25" y="0"/>
                      <a:pt x="25" y="0"/>
                    </a:cubicBezTo>
                    <a:close/>
                    <a:moveTo>
                      <a:pt x="25" y="51"/>
                    </a:moveTo>
                    <a:cubicBezTo>
                      <a:pt x="11" y="51"/>
                      <a:pt x="0" y="39"/>
                      <a:pt x="0" y="25"/>
                    </a:cubicBezTo>
                    <a:cubicBezTo>
                      <a:pt x="0" y="11"/>
                      <a:pt x="11" y="0"/>
                      <a:pt x="25" y="0"/>
                    </a:cubicBezTo>
                    <a:cubicBezTo>
                      <a:pt x="25" y="5"/>
                      <a:pt x="25" y="5"/>
                      <a:pt x="25" y="5"/>
                    </a:cubicBezTo>
                    <a:cubicBezTo>
                      <a:pt x="14" y="5"/>
                      <a:pt x="6" y="14"/>
                      <a:pt x="6" y="25"/>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6" name="Freeform 91">
                <a:extLst>
                  <a:ext uri="{FF2B5EF4-FFF2-40B4-BE49-F238E27FC236}">
                    <a16:creationId xmlns:a16="http://schemas.microsoft.com/office/drawing/2014/main" id="{551DB61F-0CB0-6556-D629-BFB6E006E1B6}"/>
                  </a:ext>
                </a:extLst>
              </p:cNvPr>
              <p:cNvSpPr>
                <a:spLocks/>
              </p:cNvSpPr>
              <p:nvPr/>
            </p:nvSpPr>
            <p:spPr bwMode="auto">
              <a:xfrm>
                <a:off x="3562" y="1016"/>
                <a:ext cx="148" cy="111"/>
              </a:xfrm>
              <a:custGeom>
                <a:avLst/>
                <a:gdLst>
                  <a:gd name="T0" fmla="*/ 43 w 85"/>
                  <a:gd name="T1" fmla="*/ 0 h 64"/>
                  <a:gd name="T2" fmla="*/ 0 w 85"/>
                  <a:gd name="T3" fmla="*/ 43 h 64"/>
                  <a:gd name="T4" fmla="*/ 5 w 85"/>
                  <a:gd name="T5" fmla="*/ 63 h 64"/>
                  <a:gd name="T6" fmla="*/ 5 w 85"/>
                  <a:gd name="T7" fmla="*/ 52 h 64"/>
                  <a:gd name="T8" fmla="*/ 7 w 85"/>
                  <a:gd name="T9" fmla="*/ 46 h 64"/>
                  <a:gd name="T10" fmla="*/ 7 w 85"/>
                  <a:gd name="T11" fmla="*/ 43 h 64"/>
                  <a:gd name="T12" fmla="*/ 43 w 85"/>
                  <a:gd name="T13" fmla="*/ 7 h 64"/>
                  <a:gd name="T14" fmla="*/ 78 w 85"/>
                  <a:gd name="T15" fmla="*/ 43 h 64"/>
                  <a:gd name="T16" fmla="*/ 78 w 85"/>
                  <a:gd name="T17" fmla="*/ 47 h 64"/>
                  <a:gd name="T18" fmla="*/ 80 w 85"/>
                  <a:gd name="T19" fmla="*/ 52 h 64"/>
                  <a:gd name="T20" fmla="*/ 80 w 85"/>
                  <a:gd name="T21" fmla="*/ 64 h 64"/>
                  <a:gd name="T22" fmla="*/ 85 w 85"/>
                  <a:gd name="T23" fmla="*/ 43 h 64"/>
                  <a:gd name="T24" fmla="*/ 43 w 85"/>
                  <a:gd name="T2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64">
                    <a:moveTo>
                      <a:pt x="43" y="0"/>
                    </a:moveTo>
                    <a:cubicBezTo>
                      <a:pt x="19" y="0"/>
                      <a:pt x="0" y="19"/>
                      <a:pt x="0" y="43"/>
                    </a:cubicBezTo>
                    <a:cubicBezTo>
                      <a:pt x="0" y="50"/>
                      <a:pt x="2" y="57"/>
                      <a:pt x="5" y="63"/>
                    </a:cubicBezTo>
                    <a:cubicBezTo>
                      <a:pt x="5" y="52"/>
                      <a:pt x="5" y="52"/>
                      <a:pt x="5" y="52"/>
                    </a:cubicBezTo>
                    <a:cubicBezTo>
                      <a:pt x="5" y="50"/>
                      <a:pt x="6" y="48"/>
                      <a:pt x="7" y="46"/>
                    </a:cubicBezTo>
                    <a:cubicBezTo>
                      <a:pt x="7" y="45"/>
                      <a:pt x="7" y="44"/>
                      <a:pt x="7" y="43"/>
                    </a:cubicBezTo>
                    <a:cubicBezTo>
                      <a:pt x="7" y="23"/>
                      <a:pt x="23" y="7"/>
                      <a:pt x="43" y="7"/>
                    </a:cubicBezTo>
                    <a:cubicBezTo>
                      <a:pt x="62" y="7"/>
                      <a:pt x="78" y="23"/>
                      <a:pt x="78" y="43"/>
                    </a:cubicBezTo>
                    <a:cubicBezTo>
                      <a:pt x="78" y="44"/>
                      <a:pt x="78" y="46"/>
                      <a:pt x="78" y="47"/>
                    </a:cubicBezTo>
                    <a:cubicBezTo>
                      <a:pt x="79" y="48"/>
                      <a:pt x="80" y="50"/>
                      <a:pt x="80" y="52"/>
                    </a:cubicBezTo>
                    <a:cubicBezTo>
                      <a:pt x="80" y="64"/>
                      <a:pt x="80" y="64"/>
                      <a:pt x="80" y="64"/>
                    </a:cubicBezTo>
                    <a:cubicBezTo>
                      <a:pt x="83" y="58"/>
                      <a:pt x="85" y="50"/>
                      <a:pt x="85" y="43"/>
                    </a:cubicBezTo>
                    <a:cubicBezTo>
                      <a:pt x="85" y="19"/>
                      <a:pt x="66" y="0"/>
                      <a:pt x="4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7" name="Freeform 92">
                <a:extLst>
                  <a:ext uri="{FF2B5EF4-FFF2-40B4-BE49-F238E27FC236}">
                    <a16:creationId xmlns:a16="http://schemas.microsoft.com/office/drawing/2014/main" id="{9F82503D-2777-B2E3-E483-173BB411B9B2}"/>
                  </a:ext>
                </a:extLst>
              </p:cNvPr>
              <p:cNvSpPr>
                <a:spLocks/>
              </p:cNvSpPr>
              <p:nvPr/>
            </p:nvSpPr>
            <p:spPr bwMode="auto">
              <a:xfrm>
                <a:off x="3574" y="1091"/>
                <a:ext cx="33" cy="59"/>
              </a:xfrm>
              <a:custGeom>
                <a:avLst/>
                <a:gdLst>
                  <a:gd name="T0" fmla="*/ 1 w 19"/>
                  <a:gd name="T1" fmla="*/ 7 h 34"/>
                  <a:gd name="T2" fmla="*/ 0 w 19"/>
                  <a:gd name="T3" fmla="*/ 9 h 34"/>
                  <a:gd name="T4" fmla="*/ 0 w 19"/>
                  <a:gd name="T5" fmla="*/ 20 h 34"/>
                  <a:gd name="T6" fmla="*/ 0 w 19"/>
                  <a:gd name="T7" fmla="*/ 25 h 34"/>
                  <a:gd name="T8" fmla="*/ 14 w 19"/>
                  <a:gd name="T9" fmla="*/ 34 h 34"/>
                  <a:gd name="T10" fmla="*/ 19 w 19"/>
                  <a:gd name="T11" fmla="*/ 34 h 34"/>
                  <a:gd name="T12" fmla="*/ 19 w 19"/>
                  <a:gd name="T13" fmla="*/ 0 h 34"/>
                  <a:gd name="T14" fmla="*/ 14 w 19"/>
                  <a:gd name="T15" fmla="*/ 0 h 34"/>
                  <a:gd name="T16" fmla="*/ 1 w 19"/>
                  <a:gd name="T17"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1" y="7"/>
                    </a:moveTo>
                    <a:cubicBezTo>
                      <a:pt x="1" y="8"/>
                      <a:pt x="0" y="8"/>
                      <a:pt x="0" y="9"/>
                    </a:cubicBezTo>
                    <a:cubicBezTo>
                      <a:pt x="0" y="20"/>
                      <a:pt x="0" y="20"/>
                      <a:pt x="0" y="20"/>
                    </a:cubicBezTo>
                    <a:cubicBezTo>
                      <a:pt x="0" y="25"/>
                      <a:pt x="0" y="25"/>
                      <a:pt x="0" y="25"/>
                    </a:cubicBezTo>
                    <a:cubicBezTo>
                      <a:pt x="0" y="30"/>
                      <a:pt x="6" y="34"/>
                      <a:pt x="14" y="34"/>
                    </a:cubicBezTo>
                    <a:cubicBezTo>
                      <a:pt x="19" y="34"/>
                      <a:pt x="19" y="34"/>
                      <a:pt x="19" y="34"/>
                    </a:cubicBezTo>
                    <a:cubicBezTo>
                      <a:pt x="19" y="0"/>
                      <a:pt x="19" y="0"/>
                      <a:pt x="19" y="0"/>
                    </a:cubicBezTo>
                    <a:cubicBezTo>
                      <a:pt x="14" y="0"/>
                      <a:pt x="14" y="0"/>
                      <a:pt x="14" y="0"/>
                    </a:cubicBezTo>
                    <a:cubicBezTo>
                      <a:pt x="7" y="0"/>
                      <a:pt x="2" y="3"/>
                      <a:pt x="1" y="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8" name="Freeform 93">
                <a:extLst>
                  <a:ext uri="{FF2B5EF4-FFF2-40B4-BE49-F238E27FC236}">
                    <a16:creationId xmlns:a16="http://schemas.microsoft.com/office/drawing/2014/main" id="{9C3B3426-3C8D-04D4-9F44-C6BA32BE41EA}"/>
                  </a:ext>
                </a:extLst>
              </p:cNvPr>
              <p:cNvSpPr>
                <a:spLocks/>
              </p:cNvSpPr>
              <p:nvPr/>
            </p:nvSpPr>
            <p:spPr bwMode="auto">
              <a:xfrm>
                <a:off x="3665" y="1091"/>
                <a:ext cx="31" cy="59"/>
              </a:xfrm>
              <a:custGeom>
                <a:avLst/>
                <a:gdLst>
                  <a:gd name="T0" fmla="*/ 18 w 18"/>
                  <a:gd name="T1" fmla="*/ 25 h 34"/>
                  <a:gd name="T2" fmla="*/ 18 w 18"/>
                  <a:gd name="T3" fmla="*/ 20 h 34"/>
                  <a:gd name="T4" fmla="*/ 18 w 18"/>
                  <a:gd name="T5" fmla="*/ 9 h 34"/>
                  <a:gd name="T6" fmla="*/ 18 w 18"/>
                  <a:gd name="T7" fmla="*/ 8 h 34"/>
                  <a:gd name="T8" fmla="*/ 5 w 18"/>
                  <a:gd name="T9" fmla="*/ 0 h 34"/>
                  <a:gd name="T10" fmla="*/ 0 w 18"/>
                  <a:gd name="T11" fmla="*/ 0 h 34"/>
                  <a:gd name="T12" fmla="*/ 0 w 18"/>
                  <a:gd name="T13" fmla="*/ 34 h 34"/>
                  <a:gd name="T14" fmla="*/ 5 w 18"/>
                  <a:gd name="T15" fmla="*/ 34 h 34"/>
                  <a:gd name="T16" fmla="*/ 18 w 18"/>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34">
                    <a:moveTo>
                      <a:pt x="18" y="25"/>
                    </a:moveTo>
                    <a:cubicBezTo>
                      <a:pt x="18" y="20"/>
                      <a:pt x="18" y="20"/>
                      <a:pt x="18" y="20"/>
                    </a:cubicBezTo>
                    <a:cubicBezTo>
                      <a:pt x="18" y="9"/>
                      <a:pt x="18" y="9"/>
                      <a:pt x="18" y="9"/>
                    </a:cubicBezTo>
                    <a:cubicBezTo>
                      <a:pt x="18" y="9"/>
                      <a:pt x="18" y="8"/>
                      <a:pt x="18" y="8"/>
                    </a:cubicBezTo>
                    <a:cubicBezTo>
                      <a:pt x="18" y="4"/>
                      <a:pt x="12" y="0"/>
                      <a:pt x="5" y="0"/>
                    </a:cubicBezTo>
                    <a:cubicBezTo>
                      <a:pt x="0" y="0"/>
                      <a:pt x="0" y="0"/>
                      <a:pt x="0" y="0"/>
                    </a:cubicBezTo>
                    <a:cubicBezTo>
                      <a:pt x="0" y="34"/>
                      <a:pt x="0" y="34"/>
                      <a:pt x="0" y="34"/>
                    </a:cubicBezTo>
                    <a:cubicBezTo>
                      <a:pt x="5" y="34"/>
                      <a:pt x="5" y="34"/>
                      <a:pt x="5" y="34"/>
                    </a:cubicBezTo>
                    <a:cubicBezTo>
                      <a:pt x="13" y="34"/>
                      <a:pt x="18" y="30"/>
                      <a:pt x="18" y="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9" name="Freeform 94">
                <a:extLst>
                  <a:ext uri="{FF2B5EF4-FFF2-40B4-BE49-F238E27FC236}">
                    <a16:creationId xmlns:a16="http://schemas.microsoft.com/office/drawing/2014/main" id="{01AF1905-10AB-C9D1-C182-DD7C0BD2A927}"/>
                  </a:ext>
                </a:extLst>
              </p:cNvPr>
              <p:cNvSpPr>
                <a:spLocks/>
              </p:cNvSpPr>
              <p:nvPr/>
            </p:nvSpPr>
            <p:spPr bwMode="auto">
              <a:xfrm>
                <a:off x="4443" y="2270"/>
                <a:ext cx="38" cy="78"/>
              </a:xfrm>
              <a:custGeom>
                <a:avLst/>
                <a:gdLst>
                  <a:gd name="T0" fmla="*/ 0 w 38"/>
                  <a:gd name="T1" fmla="*/ 78 h 78"/>
                  <a:gd name="T2" fmla="*/ 38 w 38"/>
                  <a:gd name="T3" fmla="*/ 32 h 78"/>
                  <a:gd name="T4" fmla="*/ 0 w 38"/>
                  <a:gd name="T5" fmla="*/ 0 h 78"/>
                  <a:gd name="T6" fmla="*/ 0 w 38"/>
                  <a:gd name="T7" fmla="*/ 78 h 78"/>
                </a:gdLst>
                <a:ahLst/>
                <a:cxnLst>
                  <a:cxn ang="0">
                    <a:pos x="T0" y="T1"/>
                  </a:cxn>
                  <a:cxn ang="0">
                    <a:pos x="T2" y="T3"/>
                  </a:cxn>
                  <a:cxn ang="0">
                    <a:pos x="T4" y="T5"/>
                  </a:cxn>
                  <a:cxn ang="0">
                    <a:pos x="T6" y="T7"/>
                  </a:cxn>
                </a:cxnLst>
                <a:rect l="0" t="0" r="r" b="b"/>
                <a:pathLst>
                  <a:path w="38" h="78">
                    <a:moveTo>
                      <a:pt x="0" y="78"/>
                    </a:moveTo>
                    <a:lnTo>
                      <a:pt x="38" y="32"/>
                    </a:lnTo>
                    <a:lnTo>
                      <a:pt x="0" y="0"/>
                    </a:lnTo>
                    <a:lnTo>
                      <a:pt x="0" y="7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0" name="Freeform 95">
                <a:extLst>
                  <a:ext uri="{FF2B5EF4-FFF2-40B4-BE49-F238E27FC236}">
                    <a16:creationId xmlns:a16="http://schemas.microsoft.com/office/drawing/2014/main" id="{C4C2534B-75B1-3976-5868-E2D938E1B510}"/>
                  </a:ext>
                </a:extLst>
              </p:cNvPr>
              <p:cNvSpPr>
                <a:spLocks/>
              </p:cNvSpPr>
              <p:nvPr/>
            </p:nvSpPr>
            <p:spPr bwMode="auto">
              <a:xfrm>
                <a:off x="4535" y="2270"/>
                <a:ext cx="40" cy="78"/>
              </a:xfrm>
              <a:custGeom>
                <a:avLst/>
                <a:gdLst>
                  <a:gd name="T0" fmla="*/ 40 w 40"/>
                  <a:gd name="T1" fmla="*/ 78 h 78"/>
                  <a:gd name="T2" fmla="*/ 40 w 40"/>
                  <a:gd name="T3" fmla="*/ 0 h 78"/>
                  <a:gd name="T4" fmla="*/ 0 w 40"/>
                  <a:gd name="T5" fmla="*/ 32 h 78"/>
                  <a:gd name="T6" fmla="*/ 40 w 40"/>
                  <a:gd name="T7" fmla="*/ 78 h 78"/>
                </a:gdLst>
                <a:ahLst/>
                <a:cxnLst>
                  <a:cxn ang="0">
                    <a:pos x="T0" y="T1"/>
                  </a:cxn>
                  <a:cxn ang="0">
                    <a:pos x="T2" y="T3"/>
                  </a:cxn>
                  <a:cxn ang="0">
                    <a:pos x="T4" y="T5"/>
                  </a:cxn>
                  <a:cxn ang="0">
                    <a:pos x="T6" y="T7"/>
                  </a:cxn>
                </a:cxnLst>
                <a:rect l="0" t="0" r="r" b="b"/>
                <a:pathLst>
                  <a:path w="40" h="78">
                    <a:moveTo>
                      <a:pt x="40" y="78"/>
                    </a:moveTo>
                    <a:lnTo>
                      <a:pt x="40" y="0"/>
                    </a:lnTo>
                    <a:lnTo>
                      <a:pt x="0" y="32"/>
                    </a:lnTo>
                    <a:lnTo>
                      <a:pt x="40" y="7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1" name="Freeform 96">
                <a:extLst>
                  <a:ext uri="{FF2B5EF4-FFF2-40B4-BE49-F238E27FC236}">
                    <a16:creationId xmlns:a16="http://schemas.microsoft.com/office/drawing/2014/main" id="{EE59D1B8-BB2A-185A-7558-5B0C96B98C8D}"/>
                  </a:ext>
                </a:extLst>
              </p:cNvPr>
              <p:cNvSpPr>
                <a:spLocks/>
              </p:cNvSpPr>
              <p:nvPr/>
            </p:nvSpPr>
            <p:spPr bwMode="auto">
              <a:xfrm>
                <a:off x="4575" y="2350"/>
                <a:ext cx="0" cy="2"/>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2" name="Freeform 97">
                <a:extLst>
                  <a:ext uri="{FF2B5EF4-FFF2-40B4-BE49-F238E27FC236}">
                    <a16:creationId xmlns:a16="http://schemas.microsoft.com/office/drawing/2014/main" id="{B42BAC3D-83CF-A109-152F-621173A7623B}"/>
                  </a:ext>
                </a:extLst>
              </p:cNvPr>
              <p:cNvSpPr>
                <a:spLocks/>
              </p:cNvSpPr>
              <p:nvPr/>
            </p:nvSpPr>
            <p:spPr bwMode="auto">
              <a:xfrm>
                <a:off x="4443" y="2350"/>
                <a:ext cx="0" cy="2"/>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3" name="Freeform 98">
                <a:extLst>
                  <a:ext uri="{FF2B5EF4-FFF2-40B4-BE49-F238E27FC236}">
                    <a16:creationId xmlns:a16="http://schemas.microsoft.com/office/drawing/2014/main" id="{AF7930FF-690C-421E-EF42-93117A2F466D}"/>
                  </a:ext>
                </a:extLst>
              </p:cNvPr>
              <p:cNvSpPr>
                <a:spLocks/>
              </p:cNvSpPr>
              <p:nvPr/>
            </p:nvSpPr>
            <p:spPr bwMode="auto">
              <a:xfrm>
                <a:off x="4444" y="2303"/>
                <a:ext cx="127" cy="49"/>
              </a:xfrm>
              <a:custGeom>
                <a:avLst/>
                <a:gdLst>
                  <a:gd name="T0" fmla="*/ 127 w 127"/>
                  <a:gd name="T1" fmla="*/ 49 h 49"/>
                  <a:gd name="T2" fmla="*/ 127 w 127"/>
                  <a:gd name="T3" fmla="*/ 47 h 49"/>
                  <a:gd name="T4" fmla="*/ 89 w 127"/>
                  <a:gd name="T5" fmla="*/ 0 h 49"/>
                  <a:gd name="T6" fmla="*/ 65 w 127"/>
                  <a:gd name="T7" fmla="*/ 21 h 49"/>
                  <a:gd name="T8" fmla="*/ 40 w 127"/>
                  <a:gd name="T9" fmla="*/ 0 h 49"/>
                  <a:gd name="T10" fmla="*/ 0 w 127"/>
                  <a:gd name="T11" fmla="*/ 47 h 49"/>
                  <a:gd name="T12" fmla="*/ 0 w 127"/>
                  <a:gd name="T13" fmla="*/ 49 h 49"/>
                  <a:gd name="T14" fmla="*/ 127 w 127"/>
                  <a:gd name="T15" fmla="*/ 4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7" h="49">
                    <a:moveTo>
                      <a:pt x="127" y="49"/>
                    </a:moveTo>
                    <a:lnTo>
                      <a:pt x="127" y="47"/>
                    </a:lnTo>
                    <a:lnTo>
                      <a:pt x="89" y="0"/>
                    </a:lnTo>
                    <a:lnTo>
                      <a:pt x="65" y="21"/>
                    </a:lnTo>
                    <a:lnTo>
                      <a:pt x="40" y="0"/>
                    </a:lnTo>
                    <a:lnTo>
                      <a:pt x="0" y="47"/>
                    </a:lnTo>
                    <a:lnTo>
                      <a:pt x="0" y="49"/>
                    </a:lnTo>
                    <a:lnTo>
                      <a:pt x="127" y="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4" name="Freeform 99">
                <a:extLst>
                  <a:ext uri="{FF2B5EF4-FFF2-40B4-BE49-F238E27FC236}">
                    <a16:creationId xmlns:a16="http://schemas.microsoft.com/office/drawing/2014/main" id="{71C1B9BB-8E1A-7BE2-8E12-D3E9FEEBBDFC}"/>
                  </a:ext>
                </a:extLst>
              </p:cNvPr>
              <p:cNvSpPr>
                <a:spLocks/>
              </p:cNvSpPr>
              <p:nvPr/>
            </p:nvSpPr>
            <p:spPr bwMode="auto">
              <a:xfrm>
                <a:off x="4446" y="2269"/>
                <a:ext cx="125" cy="50"/>
              </a:xfrm>
              <a:custGeom>
                <a:avLst/>
                <a:gdLst>
                  <a:gd name="T0" fmla="*/ 37 w 125"/>
                  <a:gd name="T1" fmla="*/ 29 h 50"/>
                  <a:gd name="T2" fmla="*/ 38 w 125"/>
                  <a:gd name="T3" fmla="*/ 31 h 50"/>
                  <a:gd name="T4" fmla="*/ 40 w 125"/>
                  <a:gd name="T5" fmla="*/ 33 h 50"/>
                  <a:gd name="T6" fmla="*/ 63 w 125"/>
                  <a:gd name="T7" fmla="*/ 50 h 50"/>
                  <a:gd name="T8" fmla="*/ 83 w 125"/>
                  <a:gd name="T9" fmla="*/ 33 h 50"/>
                  <a:gd name="T10" fmla="*/ 85 w 125"/>
                  <a:gd name="T11" fmla="*/ 31 h 50"/>
                  <a:gd name="T12" fmla="*/ 87 w 125"/>
                  <a:gd name="T13" fmla="*/ 29 h 50"/>
                  <a:gd name="T14" fmla="*/ 125 w 125"/>
                  <a:gd name="T15" fmla="*/ 0 h 50"/>
                  <a:gd name="T16" fmla="*/ 0 w 125"/>
                  <a:gd name="T17" fmla="*/ 0 h 50"/>
                  <a:gd name="T18" fmla="*/ 37 w 125"/>
                  <a:gd name="T19"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50">
                    <a:moveTo>
                      <a:pt x="37" y="29"/>
                    </a:moveTo>
                    <a:lnTo>
                      <a:pt x="38" y="31"/>
                    </a:lnTo>
                    <a:lnTo>
                      <a:pt x="40" y="33"/>
                    </a:lnTo>
                    <a:lnTo>
                      <a:pt x="63" y="50"/>
                    </a:lnTo>
                    <a:lnTo>
                      <a:pt x="83" y="33"/>
                    </a:lnTo>
                    <a:lnTo>
                      <a:pt x="85" y="31"/>
                    </a:lnTo>
                    <a:lnTo>
                      <a:pt x="87" y="29"/>
                    </a:lnTo>
                    <a:lnTo>
                      <a:pt x="125" y="0"/>
                    </a:lnTo>
                    <a:lnTo>
                      <a:pt x="0" y="0"/>
                    </a:lnTo>
                    <a:lnTo>
                      <a:pt x="37" y="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5" name="Freeform 100">
                <a:extLst>
                  <a:ext uri="{FF2B5EF4-FFF2-40B4-BE49-F238E27FC236}">
                    <a16:creationId xmlns:a16="http://schemas.microsoft.com/office/drawing/2014/main" id="{B5EAFDAF-A28E-894C-21EC-4B043C4EC904}"/>
                  </a:ext>
                </a:extLst>
              </p:cNvPr>
              <p:cNvSpPr>
                <a:spLocks/>
              </p:cNvSpPr>
              <p:nvPr/>
            </p:nvSpPr>
            <p:spPr bwMode="auto">
              <a:xfrm>
                <a:off x="2855" y="1053"/>
                <a:ext cx="136" cy="128"/>
              </a:xfrm>
              <a:custGeom>
                <a:avLst/>
                <a:gdLst>
                  <a:gd name="T0" fmla="*/ 13 w 78"/>
                  <a:gd name="T1" fmla="*/ 74 h 74"/>
                  <a:gd name="T2" fmla="*/ 27 w 78"/>
                  <a:gd name="T3" fmla="*/ 61 h 74"/>
                  <a:gd name="T4" fmla="*/ 27 w 78"/>
                  <a:gd name="T5" fmla="*/ 61 h 74"/>
                  <a:gd name="T6" fmla="*/ 27 w 78"/>
                  <a:gd name="T7" fmla="*/ 17 h 74"/>
                  <a:gd name="T8" fmla="*/ 70 w 78"/>
                  <a:gd name="T9" fmla="*/ 17 h 74"/>
                  <a:gd name="T10" fmla="*/ 70 w 78"/>
                  <a:gd name="T11" fmla="*/ 48 h 74"/>
                  <a:gd name="T12" fmla="*/ 65 w 78"/>
                  <a:gd name="T13" fmla="*/ 47 h 74"/>
                  <a:gd name="T14" fmla="*/ 51 w 78"/>
                  <a:gd name="T15" fmla="*/ 61 h 74"/>
                  <a:gd name="T16" fmla="*/ 65 w 78"/>
                  <a:gd name="T17" fmla="*/ 74 h 74"/>
                  <a:gd name="T18" fmla="*/ 78 w 78"/>
                  <a:gd name="T19" fmla="*/ 61 h 74"/>
                  <a:gd name="T20" fmla="*/ 78 w 78"/>
                  <a:gd name="T21" fmla="*/ 61 h 74"/>
                  <a:gd name="T22" fmla="*/ 78 w 78"/>
                  <a:gd name="T23" fmla="*/ 61 h 74"/>
                  <a:gd name="T24" fmla="*/ 78 w 78"/>
                  <a:gd name="T25" fmla="*/ 17 h 74"/>
                  <a:gd name="T26" fmla="*/ 78 w 78"/>
                  <a:gd name="T27" fmla="*/ 0 h 74"/>
                  <a:gd name="T28" fmla="*/ 70 w 78"/>
                  <a:gd name="T29" fmla="*/ 0 h 74"/>
                  <a:gd name="T30" fmla="*/ 27 w 78"/>
                  <a:gd name="T31" fmla="*/ 0 h 74"/>
                  <a:gd name="T32" fmla="*/ 18 w 78"/>
                  <a:gd name="T33" fmla="*/ 0 h 74"/>
                  <a:gd name="T34" fmla="*/ 18 w 78"/>
                  <a:gd name="T35" fmla="*/ 17 h 74"/>
                  <a:gd name="T36" fmla="*/ 18 w 78"/>
                  <a:gd name="T37" fmla="*/ 48 h 74"/>
                  <a:gd name="T38" fmla="*/ 13 w 78"/>
                  <a:gd name="T39" fmla="*/ 47 h 74"/>
                  <a:gd name="T40" fmla="*/ 0 w 78"/>
                  <a:gd name="T41" fmla="*/ 61 h 74"/>
                  <a:gd name="T42" fmla="*/ 13 w 78"/>
                  <a:gd name="T43"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4">
                    <a:moveTo>
                      <a:pt x="13" y="74"/>
                    </a:moveTo>
                    <a:cubicBezTo>
                      <a:pt x="21" y="74"/>
                      <a:pt x="27" y="68"/>
                      <a:pt x="27" y="61"/>
                    </a:cubicBezTo>
                    <a:cubicBezTo>
                      <a:pt x="27" y="61"/>
                      <a:pt x="27" y="61"/>
                      <a:pt x="27" y="61"/>
                    </a:cubicBezTo>
                    <a:cubicBezTo>
                      <a:pt x="27" y="17"/>
                      <a:pt x="27" y="17"/>
                      <a:pt x="27" y="17"/>
                    </a:cubicBezTo>
                    <a:cubicBezTo>
                      <a:pt x="70" y="17"/>
                      <a:pt x="70" y="17"/>
                      <a:pt x="70" y="17"/>
                    </a:cubicBezTo>
                    <a:cubicBezTo>
                      <a:pt x="70" y="48"/>
                      <a:pt x="70" y="48"/>
                      <a:pt x="70" y="48"/>
                    </a:cubicBezTo>
                    <a:cubicBezTo>
                      <a:pt x="68" y="48"/>
                      <a:pt x="66" y="47"/>
                      <a:pt x="65" y="47"/>
                    </a:cubicBezTo>
                    <a:cubicBezTo>
                      <a:pt x="57" y="47"/>
                      <a:pt x="51" y="53"/>
                      <a:pt x="51" y="61"/>
                    </a:cubicBezTo>
                    <a:cubicBezTo>
                      <a:pt x="51" y="68"/>
                      <a:pt x="57" y="74"/>
                      <a:pt x="65" y="74"/>
                    </a:cubicBezTo>
                    <a:cubicBezTo>
                      <a:pt x="72" y="74"/>
                      <a:pt x="78" y="68"/>
                      <a:pt x="78" y="61"/>
                    </a:cubicBezTo>
                    <a:cubicBezTo>
                      <a:pt x="78" y="61"/>
                      <a:pt x="78" y="61"/>
                      <a:pt x="78" y="61"/>
                    </a:cubicBezTo>
                    <a:cubicBezTo>
                      <a:pt x="78" y="61"/>
                      <a:pt x="78" y="61"/>
                      <a:pt x="78" y="61"/>
                    </a:cubicBezTo>
                    <a:cubicBezTo>
                      <a:pt x="78" y="17"/>
                      <a:pt x="78" y="17"/>
                      <a:pt x="78" y="17"/>
                    </a:cubicBezTo>
                    <a:cubicBezTo>
                      <a:pt x="78" y="0"/>
                      <a:pt x="78" y="0"/>
                      <a:pt x="78" y="0"/>
                    </a:cubicBezTo>
                    <a:cubicBezTo>
                      <a:pt x="70" y="0"/>
                      <a:pt x="70" y="0"/>
                      <a:pt x="70" y="0"/>
                    </a:cubicBezTo>
                    <a:cubicBezTo>
                      <a:pt x="27" y="0"/>
                      <a:pt x="27" y="0"/>
                      <a:pt x="27" y="0"/>
                    </a:cubicBezTo>
                    <a:cubicBezTo>
                      <a:pt x="18" y="0"/>
                      <a:pt x="18" y="0"/>
                      <a:pt x="18" y="0"/>
                    </a:cubicBezTo>
                    <a:cubicBezTo>
                      <a:pt x="18" y="17"/>
                      <a:pt x="18" y="17"/>
                      <a:pt x="18" y="17"/>
                    </a:cubicBezTo>
                    <a:cubicBezTo>
                      <a:pt x="18" y="48"/>
                      <a:pt x="18" y="48"/>
                      <a:pt x="18" y="48"/>
                    </a:cubicBezTo>
                    <a:cubicBezTo>
                      <a:pt x="17" y="48"/>
                      <a:pt x="15" y="47"/>
                      <a:pt x="13" y="47"/>
                    </a:cubicBezTo>
                    <a:cubicBezTo>
                      <a:pt x="6" y="47"/>
                      <a:pt x="0" y="53"/>
                      <a:pt x="0" y="61"/>
                    </a:cubicBezTo>
                    <a:cubicBezTo>
                      <a:pt x="0" y="68"/>
                      <a:pt x="6" y="74"/>
                      <a:pt x="13" y="7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6" name="Freeform 101">
                <a:extLst>
                  <a:ext uri="{FF2B5EF4-FFF2-40B4-BE49-F238E27FC236}">
                    <a16:creationId xmlns:a16="http://schemas.microsoft.com/office/drawing/2014/main" id="{1D61DA91-3DDC-66E4-C777-D6A6EBD96D9F}"/>
                  </a:ext>
                </a:extLst>
              </p:cNvPr>
              <p:cNvSpPr>
                <a:spLocks/>
              </p:cNvSpPr>
              <p:nvPr/>
            </p:nvSpPr>
            <p:spPr bwMode="auto">
              <a:xfrm>
                <a:off x="4165" y="1468"/>
                <a:ext cx="67" cy="114"/>
              </a:xfrm>
              <a:custGeom>
                <a:avLst/>
                <a:gdLst>
                  <a:gd name="T0" fmla="*/ 0 w 39"/>
                  <a:gd name="T1" fmla="*/ 46 h 66"/>
                  <a:gd name="T2" fmla="*/ 0 w 39"/>
                  <a:gd name="T3" fmla="*/ 55 h 66"/>
                  <a:gd name="T4" fmla="*/ 11 w 39"/>
                  <a:gd name="T5" fmla="*/ 66 h 66"/>
                  <a:gd name="T6" fmla="*/ 27 w 39"/>
                  <a:gd name="T7" fmla="*/ 66 h 66"/>
                  <a:gd name="T8" fmla="*/ 39 w 39"/>
                  <a:gd name="T9" fmla="*/ 55 h 66"/>
                  <a:gd name="T10" fmla="*/ 39 w 39"/>
                  <a:gd name="T11" fmla="*/ 46 h 66"/>
                  <a:gd name="T12" fmla="*/ 25 w 39"/>
                  <a:gd name="T13" fmla="*/ 46 h 66"/>
                  <a:gd name="T14" fmla="*/ 25 w 39"/>
                  <a:gd name="T15" fmla="*/ 38 h 66"/>
                  <a:gd name="T16" fmla="*/ 39 w 39"/>
                  <a:gd name="T17" fmla="*/ 38 h 66"/>
                  <a:gd name="T18" fmla="*/ 39 w 39"/>
                  <a:gd name="T19" fmla="*/ 25 h 66"/>
                  <a:gd name="T20" fmla="*/ 25 w 39"/>
                  <a:gd name="T21" fmla="*/ 25 h 66"/>
                  <a:gd name="T22" fmla="*/ 25 w 39"/>
                  <a:gd name="T23" fmla="*/ 17 h 66"/>
                  <a:gd name="T24" fmla="*/ 39 w 39"/>
                  <a:gd name="T25" fmla="*/ 17 h 66"/>
                  <a:gd name="T26" fmla="*/ 39 w 39"/>
                  <a:gd name="T27" fmla="*/ 11 h 66"/>
                  <a:gd name="T28" fmla="*/ 27 w 39"/>
                  <a:gd name="T29" fmla="*/ 0 h 66"/>
                  <a:gd name="T30" fmla="*/ 11 w 39"/>
                  <a:gd name="T31" fmla="*/ 0 h 66"/>
                  <a:gd name="T32" fmla="*/ 0 w 39"/>
                  <a:gd name="T33" fmla="*/ 11 h 66"/>
                  <a:gd name="T34" fmla="*/ 0 w 39"/>
                  <a:gd name="T35" fmla="*/ 17 h 66"/>
                  <a:gd name="T36" fmla="*/ 14 w 39"/>
                  <a:gd name="T37" fmla="*/ 17 h 66"/>
                  <a:gd name="T38" fmla="*/ 14 w 39"/>
                  <a:gd name="T39" fmla="*/ 25 h 66"/>
                  <a:gd name="T40" fmla="*/ 0 w 39"/>
                  <a:gd name="T41" fmla="*/ 25 h 66"/>
                  <a:gd name="T42" fmla="*/ 0 w 39"/>
                  <a:gd name="T43" fmla="*/ 38 h 66"/>
                  <a:gd name="T44" fmla="*/ 14 w 39"/>
                  <a:gd name="T45" fmla="*/ 38 h 66"/>
                  <a:gd name="T46" fmla="*/ 14 w 39"/>
                  <a:gd name="T47" fmla="*/ 46 h 66"/>
                  <a:gd name="T48" fmla="*/ 0 w 39"/>
                  <a:gd name="T49" fmla="*/ 4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9" h="66">
                    <a:moveTo>
                      <a:pt x="0" y="46"/>
                    </a:moveTo>
                    <a:cubicBezTo>
                      <a:pt x="0" y="55"/>
                      <a:pt x="0" y="55"/>
                      <a:pt x="0" y="55"/>
                    </a:cubicBezTo>
                    <a:cubicBezTo>
                      <a:pt x="0" y="61"/>
                      <a:pt x="5" y="66"/>
                      <a:pt x="11" y="66"/>
                    </a:cubicBezTo>
                    <a:cubicBezTo>
                      <a:pt x="27" y="66"/>
                      <a:pt x="27" y="66"/>
                      <a:pt x="27" y="66"/>
                    </a:cubicBezTo>
                    <a:cubicBezTo>
                      <a:pt x="34" y="66"/>
                      <a:pt x="39" y="61"/>
                      <a:pt x="39" y="55"/>
                    </a:cubicBezTo>
                    <a:cubicBezTo>
                      <a:pt x="39" y="46"/>
                      <a:pt x="39" y="46"/>
                      <a:pt x="39" y="46"/>
                    </a:cubicBezTo>
                    <a:cubicBezTo>
                      <a:pt x="25" y="46"/>
                      <a:pt x="25" y="46"/>
                      <a:pt x="25" y="46"/>
                    </a:cubicBezTo>
                    <a:cubicBezTo>
                      <a:pt x="25" y="38"/>
                      <a:pt x="25" y="38"/>
                      <a:pt x="25" y="38"/>
                    </a:cubicBezTo>
                    <a:cubicBezTo>
                      <a:pt x="39" y="38"/>
                      <a:pt x="39" y="38"/>
                      <a:pt x="39" y="38"/>
                    </a:cubicBezTo>
                    <a:cubicBezTo>
                      <a:pt x="39" y="25"/>
                      <a:pt x="39" y="25"/>
                      <a:pt x="39" y="25"/>
                    </a:cubicBezTo>
                    <a:cubicBezTo>
                      <a:pt x="25" y="25"/>
                      <a:pt x="25" y="25"/>
                      <a:pt x="25" y="25"/>
                    </a:cubicBezTo>
                    <a:cubicBezTo>
                      <a:pt x="25" y="17"/>
                      <a:pt x="25" y="17"/>
                      <a:pt x="25" y="17"/>
                    </a:cubicBezTo>
                    <a:cubicBezTo>
                      <a:pt x="39" y="17"/>
                      <a:pt x="39" y="17"/>
                      <a:pt x="39" y="17"/>
                    </a:cubicBezTo>
                    <a:cubicBezTo>
                      <a:pt x="39" y="11"/>
                      <a:pt x="39" y="11"/>
                      <a:pt x="39" y="11"/>
                    </a:cubicBezTo>
                    <a:cubicBezTo>
                      <a:pt x="39" y="5"/>
                      <a:pt x="34" y="0"/>
                      <a:pt x="27" y="0"/>
                    </a:cubicBezTo>
                    <a:cubicBezTo>
                      <a:pt x="11" y="0"/>
                      <a:pt x="11" y="0"/>
                      <a:pt x="11" y="0"/>
                    </a:cubicBezTo>
                    <a:cubicBezTo>
                      <a:pt x="5" y="0"/>
                      <a:pt x="0" y="5"/>
                      <a:pt x="0" y="11"/>
                    </a:cubicBezTo>
                    <a:cubicBezTo>
                      <a:pt x="0" y="17"/>
                      <a:pt x="0" y="17"/>
                      <a:pt x="0" y="17"/>
                    </a:cubicBezTo>
                    <a:cubicBezTo>
                      <a:pt x="14" y="17"/>
                      <a:pt x="14" y="17"/>
                      <a:pt x="14" y="17"/>
                    </a:cubicBezTo>
                    <a:cubicBezTo>
                      <a:pt x="14" y="25"/>
                      <a:pt x="14" y="25"/>
                      <a:pt x="14" y="25"/>
                    </a:cubicBezTo>
                    <a:cubicBezTo>
                      <a:pt x="0" y="25"/>
                      <a:pt x="0" y="25"/>
                      <a:pt x="0" y="25"/>
                    </a:cubicBezTo>
                    <a:cubicBezTo>
                      <a:pt x="0" y="38"/>
                      <a:pt x="0" y="38"/>
                      <a:pt x="0" y="38"/>
                    </a:cubicBezTo>
                    <a:cubicBezTo>
                      <a:pt x="14" y="38"/>
                      <a:pt x="14" y="38"/>
                      <a:pt x="14" y="38"/>
                    </a:cubicBezTo>
                    <a:cubicBezTo>
                      <a:pt x="14" y="46"/>
                      <a:pt x="14" y="46"/>
                      <a:pt x="14" y="46"/>
                    </a:cubicBezTo>
                    <a:lnTo>
                      <a:pt x="0" y="4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27" name="Freeform 102">
                <a:extLst>
                  <a:ext uri="{FF2B5EF4-FFF2-40B4-BE49-F238E27FC236}">
                    <a16:creationId xmlns:a16="http://schemas.microsoft.com/office/drawing/2014/main" id="{11D3A0FA-81E8-CD4E-1AF9-E9939C999CCF}"/>
                  </a:ext>
                </a:extLst>
              </p:cNvPr>
              <p:cNvSpPr>
                <a:spLocks/>
              </p:cNvSpPr>
              <p:nvPr/>
            </p:nvSpPr>
            <p:spPr bwMode="auto">
              <a:xfrm>
                <a:off x="4144" y="1570"/>
                <a:ext cx="108" cy="71"/>
              </a:xfrm>
              <a:custGeom>
                <a:avLst/>
                <a:gdLst>
                  <a:gd name="T0" fmla="*/ 0 w 62"/>
                  <a:gd name="T1" fmla="*/ 2 h 41"/>
                  <a:gd name="T2" fmla="*/ 20 w 62"/>
                  <a:gd name="T3" fmla="*/ 19 h 41"/>
                  <a:gd name="T4" fmla="*/ 27 w 62"/>
                  <a:gd name="T5" fmla="*/ 19 h 41"/>
                  <a:gd name="T6" fmla="*/ 27 w 62"/>
                  <a:gd name="T7" fmla="*/ 32 h 41"/>
                  <a:gd name="T8" fmla="*/ 19 w 62"/>
                  <a:gd name="T9" fmla="*/ 32 h 41"/>
                  <a:gd name="T10" fmla="*/ 19 w 62"/>
                  <a:gd name="T11" fmla="*/ 41 h 41"/>
                  <a:gd name="T12" fmla="*/ 43 w 62"/>
                  <a:gd name="T13" fmla="*/ 41 h 41"/>
                  <a:gd name="T14" fmla="*/ 43 w 62"/>
                  <a:gd name="T15" fmla="*/ 32 h 41"/>
                  <a:gd name="T16" fmla="*/ 35 w 62"/>
                  <a:gd name="T17" fmla="*/ 32 h 41"/>
                  <a:gd name="T18" fmla="*/ 35 w 62"/>
                  <a:gd name="T19" fmla="*/ 19 h 41"/>
                  <a:gd name="T20" fmla="*/ 42 w 62"/>
                  <a:gd name="T21" fmla="*/ 19 h 41"/>
                  <a:gd name="T22" fmla="*/ 62 w 62"/>
                  <a:gd name="T23" fmla="*/ 2 h 41"/>
                  <a:gd name="T24" fmla="*/ 54 w 62"/>
                  <a:gd name="T25" fmla="*/ 0 h 41"/>
                  <a:gd name="T26" fmla="*/ 42 w 62"/>
                  <a:gd name="T27" fmla="*/ 11 h 41"/>
                  <a:gd name="T28" fmla="*/ 20 w 62"/>
                  <a:gd name="T29" fmla="*/ 11 h 41"/>
                  <a:gd name="T30" fmla="*/ 8 w 62"/>
                  <a:gd name="T31" fmla="*/ 0 h 41"/>
                  <a:gd name="T32" fmla="*/ 0 w 62"/>
                  <a:gd name="T33" fmla="*/ 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41">
                    <a:moveTo>
                      <a:pt x="0" y="2"/>
                    </a:moveTo>
                    <a:cubicBezTo>
                      <a:pt x="2" y="12"/>
                      <a:pt x="11" y="19"/>
                      <a:pt x="20" y="19"/>
                    </a:cubicBezTo>
                    <a:cubicBezTo>
                      <a:pt x="27" y="19"/>
                      <a:pt x="27" y="19"/>
                      <a:pt x="27" y="19"/>
                    </a:cubicBezTo>
                    <a:cubicBezTo>
                      <a:pt x="27" y="32"/>
                      <a:pt x="27" y="32"/>
                      <a:pt x="27" y="32"/>
                    </a:cubicBezTo>
                    <a:cubicBezTo>
                      <a:pt x="19" y="32"/>
                      <a:pt x="19" y="32"/>
                      <a:pt x="19" y="32"/>
                    </a:cubicBezTo>
                    <a:cubicBezTo>
                      <a:pt x="19" y="41"/>
                      <a:pt x="19" y="41"/>
                      <a:pt x="19" y="41"/>
                    </a:cubicBezTo>
                    <a:cubicBezTo>
                      <a:pt x="43" y="41"/>
                      <a:pt x="43" y="41"/>
                      <a:pt x="43" y="41"/>
                    </a:cubicBezTo>
                    <a:cubicBezTo>
                      <a:pt x="43" y="32"/>
                      <a:pt x="43" y="32"/>
                      <a:pt x="43" y="32"/>
                    </a:cubicBezTo>
                    <a:cubicBezTo>
                      <a:pt x="35" y="32"/>
                      <a:pt x="35" y="32"/>
                      <a:pt x="35" y="32"/>
                    </a:cubicBezTo>
                    <a:cubicBezTo>
                      <a:pt x="35" y="19"/>
                      <a:pt x="35" y="19"/>
                      <a:pt x="35" y="19"/>
                    </a:cubicBezTo>
                    <a:cubicBezTo>
                      <a:pt x="42" y="19"/>
                      <a:pt x="42" y="19"/>
                      <a:pt x="42" y="19"/>
                    </a:cubicBezTo>
                    <a:cubicBezTo>
                      <a:pt x="52" y="19"/>
                      <a:pt x="60" y="10"/>
                      <a:pt x="62" y="2"/>
                    </a:cubicBezTo>
                    <a:cubicBezTo>
                      <a:pt x="54" y="0"/>
                      <a:pt x="54" y="0"/>
                      <a:pt x="54" y="0"/>
                    </a:cubicBezTo>
                    <a:cubicBezTo>
                      <a:pt x="53" y="5"/>
                      <a:pt x="48" y="11"/>
                      <a:pt x="42" y="11"/>
                    </a:cubicBezTo>
                    <a:cubicBezTo>
                      <a:pt x="20" y="11"/>
                      <a:pt x="20" y="11"/>
                      <a:pt x="20" y="11"/>
                    </a:cubicBezTo>
                    <a:cubicBezTo>
                      <a:pt x="15" y="11"/>
                      <a:pt x="9" y="6"/>
                      <a:pt x="8" y="0"/>
                    </a:cubicBezTo>
                    <a:lnTo>
                      <a:pt x="0"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8" name="Freeform 103">
                <a:extLst>
                  <a:ext uri="{FF2B5EF4-FFF2-40B4-BE49-F238E27FC236}">
                    <a16:creationId xmlns:a16="http://schemas.microsoft.com/office/drawing/2014/main" id="{A87B36FC-B14A-5120-B297-1FACD3B0DB34}"/>
                  </a:ext>
                </a:extLst>
              </p:cNvPr>
              <p:cNvSpPr>
                <a:spLocks noEditPoints="1"/>
              </p:cNvSpPr>
              <p:nvPr/>
            </p:nvSpPr>
            <p:spPr bwMode="auto">
              <a:xfrm>
                <a:off x="3286" y="2482"/>
                <a:ext cx="129" cy="120"/>
              </a:xfrm>
              <a:custGeom>
                <a:avLst/>
                <a:gdLst>
                  <a:gd name="T0" fmla="*/ 70 w 74"/>
                  <a:gd name="T1" fmla="*/ 69 h 69"/>
                  <a:gd name="T2" fmla="*/ 70 w 74"/>
                  <a:gd name="T3" fmla="*/ 64 h 69"/>
                  <a:gd name="T4" fmla="*/ 74 w 74"/>
                  <a:gd name="T5" fmla="*/ 10 h 69"/>
                  <a:gd name="T6" fmla="*/ 65 w 74"/>
                  <a:gd name="T7" fmla="*/ 18 h 69"/>
                  <a:gd name="T8" fmla="*/ 65 w 74"/>
                  <a:gd name="T9" fmla="*/ 27 h 69"/>
                  <a:gd name="T10" fmla="*/ 65 w 74"/>
                  <a:gd name="T11" fmla="*/ 33 h 69"/>
                  <a:gd name="T12" fmla="*/ 65 w 74"/>
                  <a:gd name="T13" fmla="*/ 41 h 69"/>
                  <a:gd name="T14" fmla="*/ 32 w 74"/>
                  <a:gd name="T15" fmla="*/ 3 h 69"/>
                  <a:gd name="T16" fmla="*/ 31 w 74"/>
                  <a:gd name="T17" fmla="*/ 4 h 69"/>
                  <a:gd name="T18" fmla="*/ 31 w 74"/>
                  <a:gd name="T19" fmla="*/ 64 h 69"/>
                  <a:gd name="T20" fmla="*/ 61 w 74"/>
                  <a:gd name="T21" fmla="*/ 64 h 69"/>
                  <a:gd name="T22" fmla="*/ 65 w 74"/>
                  <a:gd name="T23" fmla="*/ 69 h 69"/>
                  <a:gd name="T24" fmla="*/ 61 w 74"/>
                  <a:gd name="T25" fmla="*/ 37 h 69"/>
                  <a:gd name="T26" fmla="*/ 65 w 74"/>
                  <a:gd name="T27" fmla="*/ 27 h 69"/>
                  <a:gd name="T28" fmla="*/ 61 w 74"/>
                  <a:gd name="T29" fmla="*/ 23 h 69"/>
                  <a:gd name="T30" fmla="*/ 65 w 74"/>
                  <a:gd name="T31" fmla="*/ 10 h 69"/>
                  <a:gd name="T32" fmla="*/ 31 w 74"/>
                  <a:gd name="T33" fmla="*/ 17 h 69"/>
                  <a:gd name="T34" fmla="*/ 53 w 74"/>
                  <a:gd name="T35" fmla="*/ 57 h 69"/>
                  <a:gd name="T36" fmla="*/ 31 w 74"/>
                  <a:gd name="T37" fmla="*/ 57 h 69"/>
                  <a:gd name="T38" fmla="*/ 65 w 74"/>
                  <a:gd name="T39" fmla="*/ 33 h 69"/>
                  <a:gd name="T40" fmla="*/ 31 w 74"/>
                  <a:gd name="T41" fmla="*/ 2 h 69"/>
                  <a:gd name="T42" fmla="*/ 16 w 74"/>
                  <a:gd name="T43" fmla="*/ 10 h 69"/>
                  <a:gd name="T44" fmla="*/ 0 w 74"/>
                  <a:gd name="T45" fmla="*/ 3 h 69"/>
                  <a:gd name="T46" fmla="*/ 10 w 74"/>
                  <a:gd name="T47" fmla="*/ 10 h 69"/>
                  <a:gd name="T48" fmla="*/ 1 w 74"/>
                  <a:gd name="T49" fmla="*/ 64 h 69"/>
                  <a:gd name="T50" fmla="*/ 7 w 74"/>
                  <a:gd name="T51" fmla="*/ 64 h 69"/>
                  <a:gd name="T52" fmla="*/ 16 w 74"/>
                  <a:gd name="T53" fmla="*/ 69 h 69"/>
                  <a:gd name="T54" fmla="*/ 16 w 74"/>
                  <a:gd name="T55" fmla="*/ 64 h 69"/>
                  <a:gd name="T56" fmla="*/ 31 w 74"/>
                  <a:gd name="T57" fmla="*/ 57 h 69"/>
                  <a:gd name="T58" fmla="*/ 8 w 74"/>
                  <a:gd name="T59" fmla="*/ 17 h 69"/>
                  <a:gd name="T60" fmla="*/ 31 w 74"/>
                  <a:gd name="T61" fmla="*/ 10 h 69"/>
                  <a:gd name="T62" fmla="*/ 23 w 74"/>
                  <a:gd name="T63" fmla="*/ 10 h 69"/>
                  <a:gd name="T64" fmla="*/ 31 w 74"/>
                  <a:gd name="T65"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9">
                    <a:moveTo>
                      <a:pt x="65" y="69"/>
                    </a:moveTo>
                    <a:cubicBezTo>
                      <a:pt x="70" y="69"/>
                      <a:pt x="70" y="69"/>
                      <a:pt x="70" y="69"/>
                    </a:cubicBezTo>
                    <a:cubicBezTo>
                      <a:pt x="70" y="64"/>
                      <a:pt x="70" y="64"/>
                      <a:pt x="70" y="64"/>
                    </a:cubicBezTo>
                    <a:cubicBezTo>
                      <a:pt x="70" y="64"/>
                      <a:pt x="70" y="64"/>
                      <a:pt x="70" y="64"/>
                    </a:cubicBezTo>
                    <a:cubicBezTo>
                      <a:pt x="74" y="64"/>
                      <a:pt x="74" y="64"/>
                      <a:pt x="74" y="64"/>
                    </a:cubicBezTo>
                    <a:cubicBezTo>
                      <a:pt x="74" y="10"/>
                      <a:pt x="74" y="10"/>
                      <a:pt x="74" y="10"/>
                    </a:cubicBezTo>
                    <a:cubicBezTo>
                      <a:pt x="65" y="10"/>
                      <a:pt x="65" y="10"/>
                      <a:pt x="65" y="10"/>
                    </a:cubicBezTo>
                    <a:cubicBezTo>
                      <a:pt x="65" y="18"/>
                      <a:pt x="65" y="18"/>
                      <a:pt x="65" y="18"/>
                    </a:cubicBezTo>
                    <a:cubicBezTo>
                      <a:pt x="67" y="18"/>
                      <a:pt x="69" y="20"/>
                      <a:pt x="69" y="23"/>
                    </a:cubicBezTo>
                    <a:cubicBezTo>
                      <a:pt x="69" y="25"/>
                      <a:pt x="67" y="27"/>
                      <a:pt x="65" y="27"/>
                    </a:cubicBezTo>
                    <a:cubicBezTo>
                      <a:pt x="65" y="33"/>
                      <a:pt x="65" y="33"/>
                      <a:pt x="65" y="33"/>
                    </a:cubicBezTo>
                    <a:cubicBezTo>
                      <a:pt x="65" y="33"/>
                      <a:pt x="65" y="33"/>
                      <a:pt x="65" y="33"/>
                    </a:cubicBezTo>
                    <a:cubicBezTo>
                      <a:pt x="67" y="33"/>
                      <a:pt x="69" y="35"/>
                      <a:pt x="69" y="37"/>
                    </a:cubicBezTo>
                    <a:cubicBezTo>
                      <a:pt x="69" y="39"/>
                      <a:pt x="67" y="41"/>
                      <a:pt x="65" y="41"/>
                    </a:cubicBezTo>
                    <a:lnTo>
                      <a:pt x="65" y="69"/>
                    </a:lnTo>
                    <a:close/>
                    <a:moveTo>
                      <a:pt x="32" y="3"/>
                    </a:moveTo>
                    <a:cubicBezTo>
                      <a:pt x="31" y="2"/>
                      <a:pt x="31" y="2"/>
                      <a:pt x="31" y="2"/>
                    </a:cubicBezTo>
                    <a:cubicBezTo>
                      <a:pt x="31" y="4"/>
                      <a:pt x="31" y="4"/>
                      <a:pt x="31" y="4"/>
                    </a:cubicBezTo>
                    <a:cubicBezTo>
                      <a:pt x="32" y="3"/>
                      <a:pt x="32" y="3"/>
                      <a:pt x="32" y="3"/>
                    </a:cubicBezTo>
                    <a:close/>
                    <a:moveTo>
                      <a:pt x="31" y="64"/>
                    </a:moveTo>
                    <a:cubicBezTo>
                      <a:pt x="61" y="64"/>
                      <a:pt x="61" y="64"/>
                      <a:pt x="61" y="64"/>
                    </a:cubicBezTo>
                    <a:cubicBezTo>
                      <a:pt x="61" y="64"/>
                      <a:pt x="61" y="64"/>
                      <a:pt x="61" y="64"/>
                    </a:cubicBezTo>
                    <a:cubicBezTo>
                      <a:pt x="61" y="69"/>
                      <a:pt x="61" y="69"/>
                      <a:pt x="61" y="69"/>
                    </a:cubicBezTo>
                    <a:cubicBezTo>
                      <a:pt x="65" y="69"/>
                      <a:pt x="65" y="69"/>
                      <a:pt x="65" y="69"/>
                    </a:cubicBezTo>
                    <a:cubicBezTo>
                      <a:pt x="65" y="41"/>
                      <a:pt x="65" y="41"/>
                      <a:pt x="65" y="41"/>
                    </a:cubicBezTo>
                    <a:cubicBezTo>
                      <a:pt x="63" y="41"/>
                      <a:pt x="61" y="39"/>
                      <a:pt x="61" y="37"/>
                    </a:cubicBezTo>
                    <a:cubicBezTo>
                      <a:pt x="61" y="35"/>
                      <a:pt x="63" y="33"/>
                      <a:pt x="65" y="33"/>
                    </a:cubicBezTo>
                    <a:cubicBezTo>
                      <a:pt x="65" y="27"/>
                      <a:pt x="65" y="27"/>
                      <a:pt x="65" y="27"/>
                    </a:cubicBezTo>
                    <a:cubicBezTo>
                      <a:pt x="63" y="27"/>
                      <a:pt x="61" y="25"/>
                      <a:pt x="61" y="23"/>
                    </a:cubicBezTo>
                    <a:cubicBezTo>
                      <a:pt x="61" y="23"/>
                      <a:pt x="61" y="23"/>
                      <a:pt x="61" y="23"/>
                    </a:cubicBezTo>
                    <a:cubicBezTo>
                      <a:pt x="61" y="20"/>
                      <a:pt x="63" y="18"/>
                      <a:pt x="65" y="18"/>
                    </a:cubicBezTo>
                    <a:cubicBezTo>
                      <a:pt x="65" y="10"/>
                      <a:pt x="65" y="10"/>
                      <a:pt x="65" y="10"/>
                    </a:cubicBezTo>
                    <a:cubicBezTo>
                      <a:pt x="31" y="10"/>
                      <a:pt x="31" y="10"/>
                      <a:pt x="31" y="10"/>
                    </a:cubicBezTo>
                    <a:cubicBezTo>
                      <a:pt x="31" y="17"/>
                      <a:pt x="31" y="17"/>
                      <a:pt x="31" y="17"/>
                    </a:cubicBezTo>
                    <a:cubicBezTo>
                      <a:pt x="53" y="17"/>
                      <a:pt x="53" y="17"/>
                      <a:pt x="53" y="17"/>
                    </a:cubicBezTo>
                    <a:cubicBezTo>
                      <a:pt x="53" y="57"/>
                      <a:pt x="53" y="57"/>
                      <a:pt x="53" y="57"/>
                    </a:cubicBezTo>
                    <a:cubicBezTo>
                      <a:pt x="53" y="57"/>
                      <a:pt x="53" y="57"/>
                      <a:pt x="53" y="57"/>
                    </a:cubicBezTo>
                    <a:cubicBezTo>
                      <a:pt x="31" y="57"/>
                      <a:pt x="31" y="57"/>
                      <a:pt x="31" y="57"/>
                    </a:cubicBezTo>
                    <a:cubicBezTo>
                      <a:pt x="31" y="64"/>
                      <a:pt x="31" y="64"/>
                      <a:pt x="31" y="64"/>
                    </a:cubicBezTo>
                    <a:close/>
                    <a:moveTo>
                      <a:pt x="65" y="33"/>
                    </a:moveTo>
                    <a:cubicBezTo>
                      <a:pt x="65" y="33"/>
                      <a:pt x="65" y="33"/>
                      <a:pt x="65" y="33"/>
                    </a:cubicBezTo>
                    <a:moveTo>
                      <a:pt x="31" y="2"/>
                    </a:moveTo>
                    <a:cubicBezTo>
                      <a:pt x="29" y="0"/>
                      <a:pt x="29" y="0"/>
                      <a:pt x="29" y="0"/>
                    </a:cubicBezTo>
                    <a:cubicBezTo>
                      <a:pt x="16" y="10"/>
                      <a:pt x="16" y="10"/>
                      <a:pt x="16" y="10"/>
                    </a:cubicBezTo>
                    <a:cubicBezTo>
                      <a:pt x="3" y="0"/>
                      <a:pt x="3" y="0"/>
                      <a:pt x="3" y="0"/>
                    </a:cubicBezTo>
                    <a:cubicBezTo>
                      <a:pt x="0" y="3"/>
                      <a:pt x="0" y="3"/>
                      <a:pt x="0" y="3"/>
                    </a:cubicBezTo>
                    <a:cubicBezTo>
                      <a:pt x="9" y="10"/>
                      <a:pt x="9" y="10"/>
                      <a:pt x="9" y="10"/>
                    </a:cubicBezTo>
                    <a:cubicBezTo>
                      <a:pt x="10" y="10"/>
                      <a:pt x="10" y="10"/>
                      <a:pt x="10" y="10"/>
                    </a:cubicBezTo>
                    <a:cubicBezTo>
                      <a:pt x="1" y="10"/>
                      <a:pt x="1" y="10"/>
                      <a:pt x="1" y="10"/>
                    </a:cubicBezTo>
                    <a:cubicBezTo>
                      <a:pt x="1" y="64"/>
                      <a:pt x="1" y="64"/>
                      <a:pt x="1" y="64"/>
                    </a:cubicBezTo>
                    <a:cubicBezTo>
                      <a:pt x="7" y="64"/>
                      <a:pt x="7" y="64"/>
                      <a:pt x="7" y="64"/>
                    </a:cubicBezTo>
                    <a:cubicBezTo>
                      <a:pt x="7" y="64"/>
                      <a:pt x="7" y="64"/>
                      <a:pt x="7" y="64"/>
                    </a:cubicBezTo>
                    <a:cubicBezTo>
                      <a:pt x="7" y="69"/>
                      <a:pt x="7" y="69"/>
                      <a:pt x="7" y="69"/>
                    </a:cubicBezTo>
                    <a:cubicBezTo>
                      <a:pt x="16" y="69"/>
                      <a:pt x="16" y="69"/>
                      <a:pt x="16" y="69"/>
                    </a:cubicBezTo>
                    <a:cubicBezTo>
                      <a:pt x="16" y="64"/>
                      <a:pt x="16" y="64"/>
                      <a:pt x="16" y="64"/>
                    </a:cubicBezTo>
                    <a:cubicBezTo>
                      <a:pt x="16" y="64"/>
                      <a:pt x="16" y="64"/>
                      <a:pt x="16" y="64"/>
                    </a:cubicBezTo>
                    <a:cubicBezTo>
                      <a:pt x="31" y="64"/>
                      <a:pt x="31" y="64"/>
                      <a:pt x="31" y="64"/>
                    </a:cubicBezTo>
                    <a:cubicBezTo>
                      <a:pt x="31" y="57"/>
                      <a:pt x="31" y="57"/>
                      <a:pt x="31" y="57"/>
                    </a:cubicBezTo>
                    <a:cubicBezTo>
                      <a:pt x="8" y="57"/>
                      <a:pt x="8" y="57"/>
                      <a:pt x="8" y="57"/>
                    </a:cubicBezTo>
                    <a:cubicBezTo>
                      <a:pt x="8" y="17"/>
                      <a:pt x="8" y="17"/>
                      <a:pt x="8" y="17"/>
                    </a:cubicBezTo>
                    <a:cubicBezTo>
                      <a:pt x="31" y="17"/>
                      <a:pt x="31" y="17"/>
                      <a:pt x="31" y="17"/>
                    </a:cubicBezTo>
                    <a:cubicBezTo>
                      <a:pt x="31" y="10"/>
                      <a:pt x="31" y="10"/>
                      <a:pt x="31" y="10"/>
                    </a:cubicBezTo>
                    <a:cubicBezTo>
                      <a:pt x="22" y="10"/>
                      <a:pt x="22" y="10"/>
                      <a:pt x="22" y="10"/>
                    </a:cubicBezTo>
                    <a:cubicBezTo>
                      <a:pt x="23" y="10"/>
                      <a:pt x="23" y="10"/>
                      <a:pt x="23" y="10"/>
                    </a:cubicBezTo>
                    <a:cubicBezTo>
                      <a:pt x="31" y="4"/>
                      <a:pt x="31" y="4"/>
                      <a:pt x="31" y="4"/>
                    </a:cubicBezTo>
                    <a:lnTo>
                      <a:pt x="31"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9" name="Oval 104">
                <a:extLst>
                  <a:ext uri="{FF2B5EF4-FFF2-40B4-BE49-F238E27FC236}">
                    <a16:creationId xmlns:a16="http://schemas.microsoft.com/office/drawing/2014/main" id="{4681B1C2-0EAF-ABBB-B29A-FD4A042BAD22}"/>
                  </a:ext>
                </a:extLst>
              </p:cNvPr>
              <p:cNvSpPr>
                <a:spLocks noChangeArrowheads="1"/>
              </p:cNvSpPr>
              <p:nvPr/>
            </p:nvSpPr>
            <p:spPr bwMode="auto">
              <a:xfrm>
                <a:off x="4498" y="1072"/>
                <a:ext cx="35" cy="34"/>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0" name="Freeform 105">
                <a:extLst>
                  <a:ext uri="{FF2B5EF4-FFF2-40B4-BE49-F238E27FC236}">
                    <a16:creationId xmlns:a16="http://schemas.microsoft.com/office/drawing/2014/main" id="{AAFBE15F-7500-1AD0-D7FD-819946BE6443}"/>
                  </a:ext>
                </a:extLst>
              </p:cNvPr>
              <p:cNvSpPr>
                <a:spLocks/>
              </p:cNvSpPr>
              <p:nvPr/>
            </p:nvSpPr>
            <p:spPr bwMode="auto">
              <a:xfrm>
                <a:off x="4474" y="1113"/>
                <a:ext cx="82" cy="125"/>
              </a:xfrm>
              <a:custGeom>
                <a:avLst/>
                <a:gdLst>
                  <a:gd name="T0" fmla="*/ 14 w 82"/>
                  <a:gd name="T1" fmla="*/ 23 h 125"/>
                  <a:gd name="T2" fmla="*/ 19 w 82"/>
                  <a:gd name="T3" fmla="*/ 23 h 125"/>
                  <a:gd name="T4" fmla="*/ 19 w 82"/>
                  <a:gd name="T5" fmla="*/ 65 h 125"/>
                  <a:gd name="T6" fmla="*/ 19 w 82"/>
                  <a:gd name="T7" fmla="*/ 65 h 125"/>
                  <a:gd name="T8" fmla="*/ 19 w 82"/>
                  <a:gd name="T9" fmla="*/ 125 h 125"/>
                  <a:gd name="T10" fmla="*/ 38 w 82"/>
                  <a:gd name="T11" fmla="*/ 125 h 125"/>
                  <a:gd name="T12" fmla="*/ 38 w 82"/>
                  <a:gd name="T13" fmla="*/ 59 h 125"/>
                  <a:gd name="T14" fmla="*/ 45 w 82"/>
                  <a:gd name="T15" fmla="*/ 59 h 125"/>
                  <a:gd name="T16" fmla="*/ 45 w 82"/>
                  <a:gd name="T17" fmla="*/ 125 h 125"/>
                  <a:gd name="T18" fmla="*/ 64 w 82"/>
                  <a:gd name="T19" fmla="*/ 125 h 125"/>
                  <a:gd name="T20" fmla="*/ 64 w 82"/>
                  <a:gd name="T21" fmla="*/ 59 h 125"/>
                  <a:gd name="T22" fmla="*/ 64 w 82"/>
                  <a:gd name="T23" fmla="*/ 59 h 125"/>
                  <a:gd name="T24" fmla="*/ 64 w 82"/>
                  <a:gd name="T25" fmla="*/ 23 h 125"/>
                  <a:gd name="T26" fmla="*/ 69 w 82"/>
                  <a:gd name="T27" fmla="*/ 23 h 125"/>
                  <a:gd name="T28" fmla="*/ 69 w 82"/>
                  <a:gd name="T29" fmla="*/ 59 h 125"/>
                  <a:gd name="T30" fmla="*/ 82 w 82"/>
                  <a:gd name="T31" fmla="*/ 59 h 125"/>
                  <a:gd name="T32" fmla="*/ 82 w 82"/>
                  <a:gd name="T33" fmla="*/ 0 h 125"/>
                  <a:gd name="T34" fmla="*/ 0 w 82"/>
                  <a:gd name="T35" fmla="*/ 0 h 125"/>
                  <a:gd name="T36" fmla="*/ 0 w 82"/>
                  <a:gd name="T37" fmla="*/ 59 h 125"/>
                  <a:gd name="T38" fmla="*/ 14 w 82"/>
                  <a:gd name="T39" fmla="*/ 59 h 125"/>
                  <a:gd name="T40" fmla="*/ 14 w 82"/>
                  <a:gd name="T41" fmla="*/ 2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125">
                    <a:moveTo>
                      <a:pt x="14" y="23"/>
                    </a:moveTo>
                    <a:lnTo>
                      <a:pt x="19" y="23"/>
                    </a:lnTo>
                    <a:lnTo>
                      <a:pt x="19" y="65"/>
                    </a:lnTo>
                    <a:lnTo>
                      <a:pt x="19" y="65"/>
                    </a:lnTo>
                    <a:lnTo>
                      <a:pt x="19" y="125"/>
                    </a:lnTo>
                    <a:lnTo>
                      <a:pt x="38" y="125"/>
                    </a:lnTo>
                    <a:lnTo>
                      <a:pt x="38" y="59"/>
                    </a:lnTo>
                    <a:lnTo>
                      <a:pt x="45" y="59"/>
                    </a:lnTo>
                    <a:lnTo>
                      <a:pt x="45" y="125"/>
                    </a:lnTo>
                    <a:lnTo>
                      <a:pt x="64" y="125"/>
                    </a:lnTo>
                    <a:lnTo>
                      <a:pt x="64" y="59"/>
                    </a:lnTo>
                    <a:lnTo>
                      <a:pt x="64" y="59"/>
                    </a:lnTo>
                    <a:lnTo>
                      <a:pt x="64" y="23"/>
                    </a:lnTo>
                    <a:lnTo>
                      <a:pt x="69" y="23"/>
                    </a:lnTo>
                    <a:lnTo>
                      <a:pt x="69" y="59"/>
                    </a:lnTo>
                    <a:lnTo>
                      <a:pt x="82" y="59"/>
                    </a:lnTo>
                    <a:lnTo>
                      <a:pt x="82" y="0"/>
                    </a:lnTo>
                    <a:lnTo>
                      <a:pt x="0" y="0"/>
                    </a:lnTo>
                    <a:lnTo>
                      <a:pt x="0" y="59"/>
                    </a:lnTo>
                    <a:lnTo>
                      <a:pt x="14" y="59"/>
                    </a:lnTo>
                    <a:lnTo>
                      <a:pt x="14" y="2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1" name="Oval 106">
                <a:extLst>
                  <a:ext uri="{FF2B5EF4-FFF2-40B4-BE49-F238E27FC236}">
                    <a16:creationId xmlns:a16="http://schemas.microsoft.com/office/drawing/2014/main" id="{E9150703-F93A-7447-E147-4F41FF266819}"/>
                  </a:ext>
                </a:extLst>
              </p:cNvPr>
              <p:cNvSpPr>
                <a:spLocks noChangeArrowheads="1"/>
              </p:cNvSpPr>
              <p:nvPr/>
            </p:nvSpPr>
            <p:spPr bwMode="auto">
              <a:xfrm>
                <a:off x="4592" y="1072"/>
                <a:ext cx="33" cy="34"/>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32" name="Freeform 107">
                <a:extLst>
                  <a:ext uri="{FF2B5EF4-FFF2-40B4-BE49-F238E27FC236}">
                    <a16:creationId xmlns:a16="http://schemas.microsoft.com/office/drawing/2014/main" id="{FB2CA899-0F25-480B-6F7D-9675C9F64AA7}"/>
                  </a:ext>
                </a:extLst>
              </p:cNvPr>
              <p:cNvSpPr>
                <a:spLocks/>
              </p:cNvSpPr>
              <p:nvPr/>
            </p:nvSpPr>
            <p:spPr bwMode="auto">
              <a:xfrm>
                <a:off x="4561" y="1113"/>
                <a:ext cx="93" cy="125"/>
              </a:xfrm>
              <a:custGeom>
                <a:avLst/>
                <a:gdLst>
                  <a:gd name="T0" fmla="*/ 81 w 93"/>
                  <a:gd name="T1" fmla="*/ 59 h 125"/>
                  <a:gd name="T2" fmla="*/ 93 w 93"/>
                  <a:gd name="T3" fmla="*/ 59 h 125"/>
                  <a:gd name="T4" fmla="*/ 78 w 93"/>
                  <a:gd name="T5" fmla="*/ 0 h 125"/>
                  <a:gd name="T6" fmla="*/ 17 w 93"/>
                  <a:gd name="T7" fmla="*/ 0 h 125"/>
                  <a:gd name="T8" fmla="*/ 0 w 93"/>
                  <a:gd name="T9" fmla="*/ 59 h 125"/>
                  <a:gd name="T10" fmla="*/ 14 w 93"/>
                  <a:gd name="T11" fmla="*/ 59 h 125"/>
                  <a:gd name="T12" fmla="*/ 24 w 93"/>
                  <a:gd name="T13" fmla="*/ 23 h 125"/>
                  <a:gd name="T14" fmla="*/ 28 w 93"/>
                  <a:gd name="T15" fmla="*/ 23 h 125"/>
                  <a:gd name="T16" fmla="*/ 10 w 93"/>
                  <a:gd name="T17" fmla="*/ 89 h 125"/>
                  <a:gd name="T18" fmla="*/ 24 w 93"/>
                  <a:gd name="T19" fmla="*/ 89 h 125"/>
                  <a:gd name="T20" fmla="*/ 24 w 93"/>
                  <a:gd name="T21" fmla="*/ 125 h 125"/>
                  <a:gd name="T22" fmla="*/ 45 w 93"/>
                  <a:gd name="T23" fmla="*/ 125 h 125"/>
                  <a:gd name="T24" fmla="*/ 45 w 93"/>
                  <a:gd name="T25" fmla="*/ 89 h 125"/>
                  <a:gd name="T26" fmla="*/ 50 w 93"/>
                  <a:gd name="T27" fmla="*/ 89 h 125"/>
                  <a:gd name="T28" fmla="*/ 50 w 93"/>
                  <a:gd name="T29" fmla="*/ 125 h 125"/>
                  <a:gd name="T30" fmla="*/ 69 w 93"/>
                  <a:gd name="T31" fmla="*/ 125 h 125"/>
                  <a:gd name="T32" fmla="*/ 69 w 93"/>
                  <a:gd name="T33" fmla="*/ 89 h 125"/>
                  <a:gd name="T34" fmla="*/ 85 w 93"/>
                  <a:gd name="T35" fmla="*/ 89 h 125"/>
                  <a:gd name="T36" fmla="*/ 66 w 93"/>
                  <a:gd name="T37" fmla="*/ 23 h 125"/>
                  <a:gd name="T38" fmla="*/ 71 w 93"/>
                  <a:gd name="T39" fmla="*/ 23 h 125"/>
                  <a:gd name="T40" fmla="*/ 81 w 93"/>
                  <a:gd name="T41" fmla="*/ 5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125">
                    <a:moveTo>
                      <a:pt x="81" y="59"/>
                    </a:moveTo>
                    <a:lnTo>
                      <a:pt x="93" y="59"/>
                    </a:lnTo>
                    <a:lnTo>
                      <a:pt x="78" y="0"/>
                    </a:lnTo>
                    <a:lnTo>
                      <a:pt x="17" y="0"/>
                    </a:lnTo>
                    <a:lnTo>
                      <a:pt x="0" y="59"/>
                    </a:lnTo>
                    <a:lnTo>
                      <a:pt x="14" y="59"/>
                    </a:lnTo>
                    <a:lnTo>
                      <a:pt x="24" y="23"/>
                    </a:lnTo>
                    <a:lnTo>
                      <a:pt x="28" y="23"/>
                    </a:lnTo>
                    <a:lnTo>
                      <a:pt x="10" y="89"/>
                    </a:lnTo>
                    <a:lnTo>
                      <a:pt x="24" y="89"/>
                    </a:lnTo>
                    <a:lnTo>
                      <a:pt x="24" y="125"/>
                    </a:lnTo>
                    <a:lnTo>
                      <a:pt x="45" y="125"/>
                    </a:lnTo>
                    <a:lnTo>
                      <a:pt x="45" y="89"/>
                    </a:lnTo>
                    <a:lnTo>
                      <a:pt x="50" y="89"/>
                    </a:lnTo>
                    <a:lnTo>
                      <a:pt x="50" y="125"/>
                    </a:lnTo>
                    <a:lnTo>
                      <a:pt x="69" y="125"/>
                    </a:lnTo>
                    <a:lnTo>
                      <a:pt x="69" y="89"/>
                    </a:lnTo>
                    <a:lnTo>
                      <a:pt x="85" y="89"/>
                    </a:lnTo>
                    <a:lnTo>
                      <a:pt x="66" y="23"/>
                    </a:lnTo>
                    <a:lnTo>
                      <a:pt x="71" y="23"/>
                    </a:lnTo>
                    <a:lnTo>
                      <a:pt x="81" y="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3" name="Freeform 108">
                <a:extLst>
                  <a:ext uri="{FF2B5EF4-FFF2-40B4-BE49-F238E27FC236}">
                    <a16:creationId xmlns:a16="http://schemas.microsoft.com/office/drawing/2014/main" id="{367F71D1-30BE-608D-5600-FE2E3FBBF4F3}"/>
                  </a:ext>
                </a:extLst>
              </p:cNvPr>
              <p:cNvSpPr>
                <a:spLocks noEditPoints="1"/>
              </p:cNvSpPr>
              <p:nvPr/>
            </p:nvSpPr>
            <p:spPr bwMode="auto">
              <a:xfrm>
                <a:off x="3831" y="2807"/>
                <a:ext cx="131" cy="160"/>
              </a:xfrm>
              <a:custGeom>
                <a:avLst/>
                <a:gdLst>
                  <a:gd name="T0" fmla="*/ 52 w 75"/>
                  <a:gd name="T1" fmla="*/ 84 h 92"/>
                  <a:gd name="T2" fmla="*/ 75 w 75"/>
                  <a:gd name="T3" fmla="*/ 92 h 92"/>
                  <a:gd name="T4" fmla="*/ 52 w 75"/>
                  <a:gd name="T5" fmla="*/ 52 h 92"/>
                  <a:gd name="T6" fmla="*/ 47 w 75"/>
                  <a:gd name="T7" fmla="*/ 45 h 92"/>
                  <a:gd name="T8" fmla="*/ 43 w 75"/>
                  <a:gd name="T9" fmla="*/ 63 h 92"/>
                  <a:gd name="T10" fmla="*/ 45 w 75"/>
                  <a:gd name="T11" fmla="*/ 69 h 92"/>
                  <a:gd name="T12" fmla="*/ 43 w 75"/>
                  <a:gd name="T13" fmla="*/ 67 h 92"/>
                  <a:gd name="T14" fmla="*/ 46 w 75"/>
                  <a:gd name="T15" fmla="*/ 78 h 92"/>
                  <a:gd name="T16" fmla="*/ 43 w 75"/>
                  <a:gd name="T17" fmla="*/ 84 h 92"/>
                  <a:gd name="T18" fmla="*/ 43 w 75"/>
                  <a:gd name="T19" fmla="*/ 84 h 92"/>
                  <a:gd name="T20" fmla="*/ 37 w 75"/>
                  <a:gd name="T21" fmla="*/ 78 h 92"/>
                  <a:gd name="T22" fmla="*/ 43 w 75"/>
                  <a:gd name="T23" fmla="*/ 24 h 92"/>
                  <a:gd name="T24" fmla="*/ 40 w 75"/>
                  <a:gd name="T25" fmla="*/ 14 h 92"/>
                  <a:gd name="T26" fmla="*/ 37 w 75"/>
                  <a:gd name="T27" fmla="*/ 27 h 92"/>
                  <a:gd name="T28" fmla="*/ 37 w 75"/>
                  <a:gd name="T29" fmla="*/ 45 h 92"/>
                  <a:gd name="T30" fmla="*/ 41 w 75"/>
                  <a:gd name="T31" fmla="*/ 52 h 92"/>
                  <a:gd name="T32" fmla="*/ 37 w 75"/>
                  <a:gd name="T33" fmla="*/ 62 h 92"/>
                  <a:gd name="T34" fmla="*/ 43 w 75"/>
                  <a:gd name="T35" fmla="*/ 74 h 92"/>
                  <a:gd name="T36" fmla="*/ 41 w 75"/>
                  <a:gd name="T37" fmla="*/ 65 h 92"/>
                  <a:gd name="T38" fmla="*/ 43 w 75"/>
                  <a:gd name="T39" fmla="*/ 24 h 92"/>
                  <a:gd name="T40" fmla="*/ 37 w 75"/>
                  <a:gd name="T41" fmla="*/ 84 h 92"/>
                  <a:gd name="T42" fmla="*/ 37 w 75"/>
                  <a:gd name="T43" fmla="*/ 78 h 92"/>
                  <a:gd name="T44" fmla="*/ 37 w 75"/>
                  <a:gd name="T45" fmla="*/ 78 h 92"/>
                  <a:gd name="T46" fmla="*/ 32 w 75"/>
                  <a:gd name="T47" fmla="*/ 84 h 92"/>
                  <a:gd name="T48" fmla="*/ 37 w 75"/>
                  <a:gd name="T49" fmla="*/ 0 h 92"/>
                  <a:gd name="T50" fmla="*/ 34 w 75"/>
                  <a:gd name="T51" fmla="*/ 14 h 92"/>
                  <a:gd name="T52" fmla="*/ 32 w 75"/>
                  <a:gd name="T53" fmla="*/ 63 h 92"/>
                  <a:gd name="T54" fmla="*/ 32 w 75"/>
                  <a:gd name="T55" fmla="*/ 67 h 92"/>
                  <a:gd name="T56" fmla="*/ 37 w 75"/>
                  <a:gd name="T57" fmla="*/ 69 h 92"/>
                  <a:gd name="T58" fmla="*/ 37 w 75"/>
                  <a:gd name="T59" fmla="*/ 62 h 92"/>
                  <a:gd name="T60" fmla="*/ 33 w 75"/>
                  <a:gd name="T61" fmla="*/ 58 h 92"/>
                  <a:gd name="T62" fmla="*/ 37 w 75"/>
                  <a:gd name="T63" fmla="*/ 52 h 92"/>
                  <a:gd name="T64" fmla="*/ 37 w 75"/>
                  <a:gd name="T65" fmla="*/ 52 h 92"/>
                  <a:gd name="T66" fmla="*/ 37 w 75"/>
                  <a:gd name="T67" fmla="*/ 45 h 92"/>
                  <a:gd name="T68" fmla="*/ 37 w 75"/>
                  <a:gd name="T69" fmla="*/ 27 h 92"/>
                  <a:gd name="T70" fmla="*/ 37 w 75"/>
                  <a:gd name="T71" fmla="*/ 27 h 92"/>
                  <a:gd name="T72" fmla="*/ 0 w 75"/>
                  <a:gd name="T73" fmla="*/ 92 h 92"/>
                  <a:gd name="T74" fmla="*/ 23 w 75"/>
                  <a:gd name="T75" fmla="*/ 84 h 92"/>
                  <a:gd name="T76" fmla="*/ 32 w 75"/>
                  <a:gd name="T77" fmla="*/ 78 h 92"/>
                  <a:gd name="T78" fmla="*/ 32 w 75"/>
                  <a:gd name="T79" fmla="*/ 74 h 92"/>
                  <a:gd name="T80" fmla="*/ 30 w 75"/>
                  <a:gd name="T81" fmla="*/ 69 h 92"/>
                  <a:gd name="T82" fmla="*/ 32 w 75"/>
                  <a:gd name="T83" fmla="*/ 63 h 92"/>
                  <a:gd name="T84" fmla="*/ 32 w 75"/>
                  <a:gd name="T85" fmla="*/ 24 h 92"/>
                  <a:gd name="T86" fmla="*/ 23 w 75"/>
                  <a:gd name="T87" fmla="*/ 45 h 92"/>
                  <a:gd name="T88" fmla="*/ 25 w 75"/>
                  <a:gd name="T89" fmla="*/ 5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5" h="92">
                    <a:moveTo>
                      <a:pt x="43" y="84"/>
                    </a:moveTo>
                    <a:cubicBezTo>
                      <a:pt x="52" y="84"/>
                      <a:pt x="52" y="84"/>
                      <a:pt x="52" y="84"/>
                    </a:cubicBezTo>
                    <a:cubicBezTo>
                      <a:pt x="60" y="92"/>
                      <a:pt x="60" y="92"/>
                      <a:pt x="60" y="92"/>
                    </a:cubicBezTo>
                    <a:cubicBezTo>
                      <a:pt x="75" y="92"/>
                      <a:pt x="75" y="92"/>
                      <a:pt x="75" y="92"/>
                    </a:cubicBezTo>
                    <a:cubicBezTo>
                      <a:pt x="63" y="85"/>
                      <a:pt x="55" y="69"/>
                      <a:pt x="50" y="52"/>
                    </a:cubicBezTo>
                    <a:cubicBezTo>
                      <a:pt x="52" y="52"/>
                      <a:pt x="52" y="52"/>
                      <a:pt x="52" y="52"/>
                    </a:cubicBezTo>
                    <a:cubicBezTo>
                      <a:pt x="52" y="45"/>
                      <a:pt x="52" y="45"/>
                      <a:pt x="52" y="45"/>
                    </a:cubicBezTo>
                    <a:cubicBezTo>
                      <a:pt x="47" y="45"/>
                      <a:pt x="47" y="45"/>
                      <a:pt x="47" y="45"/>
                    </a:cubicBezTo>
                    <a:cubicBezTo>
                      <a:pt x="45" y="37"/>
                      <a:pt x="44" y="30"/>
                      <a:pt x="43" y="24"/>
                    </a:cubicBezTo>
                    <a:cubicBezTo>
                      <a:pt x="43" y="63"/>
                      <a:pt x="43" y="63"/>
                      <a:pt x="43" y="63"/>
                    </a:cubicBezTo>
                    <a:cubicBezTo>
                      <a:pt x="43" y="63"/>
                      <a:pt x="43" y="63"/>
                      <a:pt x="43" y="63"/>
                    </a:cubicBezTo>
                    <a:cubicBezTo>
                      <a:pt x="44" y="65"/>
                      <a:pt x="44" y="67"/>
                      <a:pt x="45" y="69"/>
                    </a:cubicBezTo>
                    <a:cubicBezTo>
                      <a:pt x="45" y="69"/>
                      <a:pt x="45" y="69"/>
                      <a:pt x="45" y="69"/>
                    </a:cubicBezTo>
                    <a:cubicBezTo>
                      <a:pt x="43" y="67"/>
                      <a:pt x="43" y="67"/>
                      <a:pt x="43" y="67"/>
                    </a:cubicBezTo>
                    <a:cubicBezTo>
                      <a:pt x="43" y="74"/>
                      <a:pt x="43" y="74"/>
                      <a:pt x="43" y="74"/>
                    </a:cubicBezTo>
                    <a:cubicBezTo>
                      <a:pt x="46" y="78"/>
                      <a:pt x="46" y="78"/>
                      <a:pt x="46" y="78"/>
                    </a:cubicBezTo>
                    <a:cubicBezTo>
                      <a:pt x="43" y="78"/>
                      <a:pt x="43" y="78"/>
                      <a:pt x="43" y="78"/>
                    </a:cubicBezTo>
                    <a:lnTo>
                      <a:pt x="43" y="84"/>
                    </a:lnTo>
                    <a:close/>
                    <a:moveTo>
                      <a:pt x="37" y="84"/>
                    </a:moveTo>
                    <a:cubicBezTo>
                      <a:pt x="43" y="84"/>
                      <a:pt x="43" y="84"/>
                      <a:pt x="43" y="84"/>
                    </a:cubicBezTo>
                    <a:cubicBezTo>
                      <a:pt x="43" y="78"/>
                      <a:pt x="43" y="78"/>
                      <a:pt x="43" y="78"/>
                    </a:cubicBezTo>
                    <a:cubicBezTo>
                      <a:pt x="37" y="78"/>
                      <a:pt x="37" y="78"/>
                      <a:pt x="37" y="78"/>
                    </a:cubicBezTo>
                    <a:cubicBezTo>
                      <a:pt x="37" y="84"/>
                      <a:pt x="37" y="84"/>
                      <a:pt x="37" y="84"/>
                    </a:cubicBezTo>
                    <a:close/>
                    <a:moveTo>
                      <a:pt x="43" y="24"/>
                    </a:moveTo>
                    <a:cubicBezTo>
                      <a:pt x="42" y="18"/>
                      <a:pt x="41" y="14"/>
                      <a:pt x="41" y="14"/>
                    </a:cubicBezTo>
                    <a:cubicBezTo>
                      <a:pt x="40" y="14"/>
                      <a:pt x="40" y="14"/>
                      <a:pt x="40" y="14"/>
                    </a:cubicBezTo>
                    <a:cubicBezTo>
                      <a:pt x="37" y="0"/>
                      <a:pt x="37" y="0"/>
                      <a:pt x="37" y="0"/>
                    </a:cubicBezTo>
                    <a:cubicBezTo>
                      <a:pt x="37" y="27"/>
                      <a:pt x="37" y="27"/>
                      <a:pt x="37" y="27"/>
                    </a:cubicBezTo>
                    <a:cubicBezTo>
                      <a:pt x="38" y="28"/>
                      <a:pt x="38" y="41"/>
                      <a:pt x="39" y="45"/>
                    </a:cubicBezTo>
                    <a:cubicBezTo>
                      <a:pt x="37" y="45"/>
                      <a:pt x="37" y="45"/>
                      <a:pt x="37" y="45"/>
                    </a:cubicBezTo>
                    <a:cubicBezTo>
                      <a:pt x="37" y="52"/>
                      <a:pt x="37" y="52"/>
                      <a:pt x="37" y="52"/>
                    </a:cubicBezTo>
                    <a:cubicBezTo>
                      <a:pt x="41" y="52"/>
                      <a:pt x="41" y="52"/>
                      <a:pt x="41" y="52"/>
                    </a:cubicBezTo>
                    <a:cubicBezTo>
                      <a:pt x="41" y="52"/>
                      <a:pt x="41" y="54"/>
                      <a:pt x="42" y="58"/>
                    </a:cubicBezTo>
                    <a:cubicBezTo>
                      <a:pt x="37" y="62"/>
                      <a:pt x="37" y="62"/>
                      <a:pt x="37" y="62"/>
                    </a:cubicBezTo>
                    <a:cubicBezTo>
                      <a:pt x="37" y="69"/>
                      <a:pt x="37" y="69"/>
                      <a:pt x="37" y="69"/>
                    </a:cubicBezTo>
                    <a:cubicBezTo>
                      <a:pt x="43" y="74"/>
                      <a:pt x="43" y="74"/>
                      <a:pt x="43" y="74"/>
                    </a:cubicBezTo>
                    <a:cubicBezTo>
                      <a:pt x="43" y="67"/>
                      <a:pt x="43" y="67"/>
                      <a:pt x="43" y="67"/>
                    </a:cubicBezTo>
                    <a:cubicBezTo>
                      <a:pt x="41" y="65"/>
                      <a:pt x="41" y="65"/>
                      <a:pt x="41" y="65"/>
                    </a:cubicBezTo>
                    <a:cubicBezTo>
                      <a:pt x="43" y="63"/>
                      <a:pt x="43" y="63"/>
                      <a:pt x="43" y="63"/>
                    </a:cubicBezTo>
                    <a:lnTo>
                      <a:pt x="43" y="24"/>
                    </a:lnTo>
                    <a:close/>
                    <a:moveTo>
                      <a:pt x="32" y="84"/>
                    </a:moveTo>
                    <a:cubicBezTo>
                      <a:pt x="37" y="84"/>
                      <a:pt x="37" y="84"/>
                      <a:pt x="37" y="84"/>
                    </a:cubicBezTo>
                    <a:cubicBezTo>
                      <a:pt x="37" y="84"/>
                      <a:pt x="37" y="84"/>
                      <a:pt x="37" y="84"/>
                    </a:cubicBezTo>
                    <a:cubicBezTo>
                      <a:pt x="37" y="78"/>
                      <a:pt x="37" y="78"/>
                      <a:pt x="37" y="78"/>
                    </a:cubicBezTo>
                    <a:cubicBezTo>
                      <a:pt x="37" y="78"/>
                      <a:pt x="37" y="78"/>
                      <a:pt x="37" y="78"/>
                    </a:cubicBezTo>
                    <a:cubicBezTo>
                      <a:pt x="37" y="78"/>
                      <a:pt x="37" y="78"/>
                      <a:pt x="37" y="78"/>
                    </a:cubicBezTo>
                    <a:cubicBezTo>
                      <a:pt x="32" y="78"/>
                      <a:pt x="32" y="78"/>
                      <a:pt x="32" y="78"/>
                    </a:cubicBezTo>
                    <a:cubicBezTo>
                      <a:pt x="32" y="84"/>
                      <a:pt x="32" y="84"/>
                      <a:pt x="32" y="84"/>
                    </a:cubicBezTo>
                    <a:close/>
                    <a:moveTo>
                      <a:pt x="37" y="0"/>
                    </a:moveTo>
                    <a:cubicBezTo>
                      <a:pt x="37" y="0"/>
                      <a:pt x="37" y="0"/>
                      <a:pt x="37" y="0"/>
                    </a:cubicBezTo>
                    <a:cubicBezTo>
                      <a:pt x="35" y="14"/>
                      <a:pt x="35" y="14"/>
                      <a:pt x="35" y="14"/>
                    </a:cubicBezTo>
                    <a:cubicBezTo>
                      <a:pt x="34" y="14"/>
                      <a:pt x="34" y="14"/>
                      <a:pt x="34" y="14"/>
                    </a:cubicBezTo>
                    <a:cubicBezTo>
                      <a:pt x="34" y="14"/>
                      <a:pt x="33" y="18"/>
                      <a:pt x="32" y="24"/>
                    </a:cubicBezTo>
                    <a:cubicBezTo>
                      <a:pt x="32" y="63"/>
                      <a:pt x="32" y="63"/>
                      <a:pt x="32" y="63"/>
                    </a:cubicBezTo>
                    <a:cubicBezTo>
                      <a:pt x="34" y="65"/>
                      <a:pt x="34" y="65"/>
                      <a:pt x="34" y="65"/>
                    </a:cubicBezTo>
                    <a:cubicBezTo>
                      <a:pt x="32" y="67"/>
                      <a:pt x="32" y="67"/>
                      <a:pt x="32" y="67"/>
                    </a:cubicBezTo>
                    <a:cubicBezTo>
                      <a:pt x="32" y="74"/>
                      <a:pt x="32" y="74"/>
                      <a:pt x="32" y="74"/>
                    </a:cubicBezTo>
                    <a:cubicBezTo>
                      <a:pt x="37" y="69"/>
                      <a:pt x="37" y="69"/>
                      <a:pt x="37" y="69"/>
                    </a:cubicBezTo>
                    <a:cubicBezTo>
                      <a:pt x="37" y="69"/>
                      <a:pt x="37" y="69"/>
                      <a:pt x="37" y="69"/>
                    </a:cubicBezTo>
                    <a:cubicBezTo>
                      <a:pt x="37" y="62"/>
                      <a:pt x="37" y="62"/>
                      <a:pt x="37" y="62"/>
                    </a:cubicBezTo>
                    <a:cubicBezTo>
                      <a:pt x="37" y="62"/>
                      <a:pt x="37" y="62"/>
                      <a:pt x="37" y="62"/>
                    </a:cubicBezTo>
                    <a:cubicBezTo>
                      <a:pt x="33" y="58"/>
                      <a:pt x="33" y="58"/>
                      <a:pt x="33" y="58"/>
                    </a:cubicBezTo>
                    <a:cubicBezTo>
                      <a:pt x="34" y="54"/>
                      <a:pt x="34" y="52"/>
                      <a:pt x="34" y="52"/>
                    </a:cubicBezTo>
                    <a:cubicBezTo>
                      <a:pt x="37" y="52"/>
                      <a:pt x="37" y="52"/>
                      <a:pt x="37" y="52"/>
                    </a:cubicBezTo>
                    <a:cubicBezTo>
                      <a:pt x="37" y="52"/>
                      <a:pt x="37" y="52"/>
                      <a:pt x="37" y="52"/>
                    </a:cubicBezTo>
                    <a:cubicBezTo>
                      <a:pt x="37" y="52"/>
                      <a:pt x="37" y="52"/>
                      <a:pt x="37" y="52"/>
                    </a:cubicBezTo>
                    <a:cubicBezTo>
                      <a:pt x="37" y="45"/>
                      <a:pt x="37" y="45"/>
                      <a:pt x="37" y="45"/>
                    </a:cubicBezTo>
                    <a:cubicBezTo>
                      <a:pt x="37" y="45"/>
                      <a:pt x="37" y="45"/>
                      <a:pt x="37" y="45"/>
                    </a:cubicBezTo>
                    <a:cubicBezTo>
                      <a:pt x="36" y="45"/>
                      <a:pt x="36" y="45"/>
                      <a:pt x="36" y="45"/>
                    </a:cubicBezTo>
                    <a:cubicBezTo>
                      <a:pt x="37" y="40"/>
                      <a:pt x="37" y="27"/>
                      <a:pt x="37" y="27"/>
                    </a:cubicBezTo>
                    <a:cubicBezTo>
                      <a:pt x="37" y="27"/>
                      <a:pt x="37" y="27"/>
                      <a:pt x="37" y="27"/>
                    </a:cubicBezTo>
                    <a:cubicBezTo>
                      <a:pt x="37" y="27"/>
                      <a:pt x="37" y="27"/>
                      <a:pt x="37" y="27"/>
                    </a:cubicBezTo>
                    <a:lnTo>
                      <a:pt x="37" y="0"/>
                    </a:lnTo>
                    <a:close/>
                    <a:moveTo>
                      <a:pt x="0" y="92"/>
                    </a:moveTo>
                    <a:cubicBezTo>
                      <a:pt x="15" y="92"/>
                      <a:pt x="15" y="92"/>
                      <a:pt x="15" y="92"/>
                    </a:cubicBezTo>
                    <a:cubicBezTo>
                      <a:pt x="23" y="84"/>
                      <a:pt x="23" y="84"/>
                      <a:pt x="23" y="84"/>
                    </a:cubicBezTo>
                    <a:cubicBezTo>
                      <a:pt x="32" y="84"/>
                      <a:pt x="32" y="84"/>
                      <a:pt x="32" y="84"/>
                    </a:cubicBezTo>
                    <a:cubicBezTo>
                      <a:pt x="32" y="78"/>
                      <a:pt x="32" y="78"/>
                      <a:pt x="32" y="78"/>
                    </a:cubicBezTo>
                    <a:cubicBezTo>
                      <a:pt x="29" y="78"/>
                      <a:pt x="29" y="78"/>
                      <a:pt x="29" y="78"/>
                    </a:cubicBezTo>
                    <a:cubicBezTo>
                      <a:pt x="32" y="74"/>
                      <a:pt x="32" y="74"/>
                      <a:pt x="32" y="74"/>
                    </a:cubicBezTo>
                    <a:cubicBezTo>
                      <a:pt x="32" y="67"/>
                      <a:pt x="32" y="67"/>
                      <a:pt x="32" y="67"/>
                    </a:cubicBezTo>
                    <a:cubicBezTo>
                      <a:pt x="30" y="69"/>
                      <a:pt x="30" y="69"/>
                      <a:pt x="30" y="69"/>
                    </a:cubicBezTo>
                    <a:cubicBezTo>
                      <a:pt x="31" y="67"/>
                      <a:pt x="31" y="65"/>
                      <a:pt x="32" y="63"/>
                    </a:cubicBezTo>
                    <a:cubicBezTo>
                      <a:pt x="32" y="63"/>
                      <a:pt x="32" y="63"/>
                      <a:pt x="32" y="63"/>
                    </a:cubicBezTo>
                    <a:cubicBezTo>
                      <a:pt x="32" y="63"/>
                      <a:pt x="32" y="63"/>
                      <a:pt x="32" y="63"/>
                    </a:cubicBezTo>
                    <a:cubicBezTo>
                      <a:pt x="32" y="24"/>
                      <a:pt x="32" y="24"/>
                      <a:pt x="32" y="24"/>
                    </a:cubicBezTo>
                    <a:cubicBezTo>
                      <a:pt x="31" y="30"/>
                      <a:pt x="30" y="37"/>
                      <a:pt x="28" y="45"/>
                    </a:cubicBezTo>
                    <a:cubicBezTo>
                      <a:pt x="23" y="45"/>
                      <a:pt x="23" y="45"/>
                      <a:pt x="23" y="45"/>
                    </a:cubicBezTo>
                    <a:cubicBezTo>
                      <a:pt x="23" y="52"/>
                      <a:pt x="23" y="52"/>
                      <a:pt x="23" y="52"/>
                    </a:cubicBezTo>
                    <a:cubicBezTo>
                      <a:pt x="25" y="52"/>
                      <a:pt x="25" y="52"/>
                      <a:pt x="25" y="52"/>
                    </a:cubicBezTo>
                    <a:cubicBezTo>
                      <a:pt x="20" y="69"/>
                      <a:pt x="12" y="85"/>
                      <a:pt x="0" y="9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4" name="Freeform 109">
                <a:extLst>
                  <a:ext uri="{FF2B5EF4-FFF2-40B4-BE49-F238E27FC236}">
                    <a16:creationId xmlns:a16="http://schemas.microsoft.com/office/drawing/2014/main" id="{76034380-8AC4-385B-3BF2-576DB2D9BF1E}"/>
                  </a:ext>
                </a:extLst>
              </p:cNvPr>
              <p:cNvSpPr>
                <a:spLocks noEditPoints="1"/>
              </p:cNvSpPr>
              <p:nvPr/>
            </p:nvSpPr>
            <p:spPr bwMode="auto">
              <a:xfrm>
                <a:off x="3425" y="705"/>
                <a:ext cx="101" cy="63"/>
              </a:xfrm>
              <a:custGeom>
                <a:avLst/>
                <a:gdLst>
                  <a:gd name="T0" fmla="*/ 78 w 101"/>
                  <a:gd name="T1" fmla="*/ 63 h 63"/>
                  <a:gd name="T2" fmla="*/ 101 w 101"/>
                  <a:gd name="T3" fmla="*/ 63 h 63"/>
                  <a:gd name="T4" fmla="*/ 101 w 101"/>
                  <a:gd name="T5" fmla="*/ 35 h 63"/>
                  <a:gd name="T6" fmla="*/ 89 w 101"/>
                  <a:gd name="T7" fmla="*/ 35 h 63"/>
                  <a:gd name="T8" fmla="*/ 89 w 101"/>
                  <a:gd name="T9" fmla="*/ 0 h 63"/>
                  <a:gd name="T10" fmla="*/ 78 w 101"/>
                  <a:gd name="T11" fmla="*/ 0 h 63"/>
                  <a:gd name="T12" fmla="*/ 78 w 101"/>
                  <a:gd name="T13" fmla="*/ 44 h 63"/>
                  <a:gd name="T14" fmla="*/ 87 w 101"/>
                  <a:gd name="T15" fmla="*/ 44 h 63"/>
                  <a:gd name="T16" fmla="*/ 87 w 101"/>
                  <a:gd name="T17" fmla="*/ 56 h 63"/>
                  <a:gd name="T18" fmla="*/ 87 w 101"/>
                  <a:gd name="T19" fmla="*/ 56 h 63"/>
                  <a:gd name="T20" fmla="*/ 78 w 101"/>
                  <a:gd name="T21" fmla="*/ 56 h 63"/>
                  <a:gd name="T22" fmla="*/ 78 w 101"/>
                  <a:gd name="T23" fmla="*/ 63 h 63"/>
                  <a:gd name="T24" fmla="*/ 64 w 101"/>
                  <a:gd name="T25" fmla="*/ 0 h 63"/>
                  <a:gd name="T26" fmla="*/ 64 w 101"/>
                  <a:gd name="T27" fmla="*/ 35 h 63"/>
                  <a:gd name="T28" fmla="*/ 50 w 101"/>
                  <a:gd name="T29" fmla="*/ 35 h 63"/>
                  <a:gd name="T30" fmla="*/ 50 w 101"/>
                  <a:gd name="T31" fmla="*/ 44 h 63"/>
                  <a:gd name="T32" fmla="*/ 59 w 101"/>
                  <a:gd name="T33" fmla="*/ 44 h 63"/>
                  <a:gd name="T34" fmla="*/ 59 w 101"/>
                  <a:gd name="T35" fmla="*/ 56 h 63"/>
                  <a:gd name="T36" fmla="*/ 59 w 101"/>
                  <a:gd name="T37" fmla="*/ 56 h 63"/>
                  <a:gd name="T38" fmla="*/ 50 w 101"/>
                  <a:gd name="T39" fmla="*/ 56 h 63"/>
                  <a:gd name="T40" fmla="*/ 50 w 101"/>
                  <a:gd name="T41" fmla="*/ 63 h 63"/>
                  <a:gd name="T42" fmla="*/ 78 w 101"/>
                  <a:gd name="T43" fmla="*/ 63 h 63"/>
                  <a:gd name="T44" fmla="*/ 78 w 101"/>
                  <a:gd name="T45" fmla="*/ 56 h 63"/>
                  <a:gd name="T46" fmla="*/ 69 w 101"/>
                  <a:gd name="T47" fmla="*/ 56 h 63"/>
                  <a:gd name="T48" fmla="*/ 69 w 101"/>
                  <a:gd name="T49" fmla="*/ 44 h 63"/>
                  <a:gd name="T50" fmla="*/ 78 w 101"/>
                  <a:gd name="T51" fmla="*/ 44 h 63"/>
                  <a:gd name="T52" fmla="*/ 78 w 101"/>
                  <a:gd name="T53" fmla="*/ 0 h 63"/>
                  <a:gd name="T54" fmla="*/ 64 w 101"/>
                  <a:gd name="T55" fmla="*/ 0 h 63"/>
                  <a:gd name="T56" fmla="*/ 50 w 101"/>
                  <a:gd name="T57" fmla="*/ 35 h 63"/>
                  <a:gd name="T58" fmla="*/ 21 w 101"/>
                  <a:gd name="T59" fmla="*/ 35 h 63"/>
                  <a:gd name="T60" fmla="*/ 21 w 101"/>
                  <a:gd name="T61" fmla="*/ 44 h 63"/>
                  <a:gd name="T62" fmla="*/ 29 w 101"/>
                  <a:gd name="T63" fmla="*/ 44 h 63"/>
                  <a:gd name="T64" fmla="*/ 29 w 101"/>
                  <a:gd name="T65" fmla="*/ 56 h 63"/>
                  <a:gd name="T66" fmla="*/ 29 w 101"/>
                  <a:gd name="T67" fmla="*/ 56 h 63"/>
                  <a:gd name="T68" fmla="*/ 21 w 101"/>
                  <a:gd name="T69" fmla="*/ 56 h 63"/>
                  <a:gd name="T70" fmla="*/ 21 w 101"/>
                  <a:gd name="T71" fmla="*/ 63 h 63"/>
                  <a:gd name="T72" fmla="*/ 50 w 101"/>
                  <a:gd name="T73" fmla="*/ 63 h 63"/>
                  <a:gd name="T74" fmla="*/ 50 w 101"/>
                  <a:gd name="T75" fmla="*/ 56 h 63"/>
                  <a:gd name="T76" fmla="*/ 42 w 101"/>
                  <a:gd name="T77" fmla="*/ 56 h 63"/>
                  <a:gd name="T78" fmla="*/ 42 w 101"/>
                  <a:gd name="T79" fmla="*/ 44 h 63"/>
                  <a:gd name="T80" fmla="*/ 50 w 101"/>
                  <a:gd name="T81" fmla="*/ 44 h 63"/>
                  <a:gd name="T82" fmla="*/ 50 w 101"/>
                  <a:gd name="T83" fmla="*/ 35 h 63"/>
                  <a:gd name="T84" fmla="*/ 21 w 101"/>
                  <a:gd name="T85" fmla="*/ 35 h 63"/>
                  <a:gd name="T86" fmla="*/ 0 w 101"/>
                  <a:gd name="T87" fmla="*/ 35 h 63"/>
                  <a:gd name="T88" fmla="*/ 0 w 101"/>
                  <a:gd name="T89" fmla="*/ 63 h 63"/>
                  <a:gd name="T90" fmla="*/ 21 w 101"/>
                  <a:gd name="T91" fmla="*/ 63 h 63"/>
                  <a:gd name="T92" fmla="*/ 21 w 101"/>
                  <a:gd name="T93" fmla="*/ 56 h 63"/>
                  <a:gd name="T94" fmla="*/ 12 w 101"/>
                  <a:gd name="T95" fmla="*/ 56 h 63"/>
                  <a:gd name="T96" fmla="*/ 12 w 101"/>
                  <a:gd name="T97" fmla="*/ 44 h 63"/>
                  <a:gd name="T98" fmla="*/ 21 w 101"/>
                  <a:gd name="T99" fmla="*/ 44 h 63"/>
                  <a:gd name="T100" fmla="*/ 21 w 101"/>
                  <a:gd name="T101" fmla="*/ 3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1" h="63">
                    <a:moveTo>
                      <a:pt x="78" y="63"/>
                    </a:moveTo>
                    <a:lnTo>
                      <a:pt x="101" y="63"/>
                    </a:lnTo>
                    <a:lnTo>
                      <a:pt x="101" y="35"/>
                    </a:lnTo>
                    <a:lnTo>
                      <a:pt x="89" y="35"/>
                    </a:lnTo>
                    <a:lnTo>
                      <a:pt x="89" y="0"/>
                    </a:lnTo>
                    <a:lnTo>
                      <a:pt x="78" y="0"/>
                    </a:lnTo>
                    <a:lnTo>
                      <a:pt x="78" y="44"/>
                    </a:lnTo>
                    <a:lnTo>
                      <a:pt x="87" y="44"/>
                    </a:lnTo>
                    <a:lnTo>
                      <a:pt x="87" y="56"/>
                    </a:lnTo>
                    <a:lnTo>
                      <a:pt x="87" y="56"/>
                    </a:lnTo>
                    <a:lnTo>
                      <a:pt x="78" y="56"/>
                    </a:lnTo>
                    <a:lnTo>
                      <a:pt x="78" y="63"/>
                    </a:lnTo>
                    <a:close/>
                    <a:moveTo>
                      <a:pt x="64" y="0"/>
                    </a:moveTo>
                    <a:lnTo>
                      <a:pt x="64" y="35"/>
                    </a:lnTo>
                    <a:lnTo>
                      <a:pt x="50" y="35"/>
                    </a:lnTo>
                    <a:lnTo>
                      <a:pt x="50" y="44"/>
                    </a:lnTo>
                    <a:lnTo>
                      <a:pt x="59" y="44"/>
                    </a:lnTo>
                    <a:lnTo>
                      <a:pt x="59" y="56"/>
                    </a:lnTo>
                    <a:lnTo>
                      <a:pt x="59" y="56"/>
                    </a:lnTo>
                    <a:lnTo>
                      <a:pt x="50" y="56"/>
                    </a:lnTo>
                    <a:lnTo>
                      <a:pt x="50" y="63"/>
                    </a:lnTo>
                    <a:lnTo>
                      <a:pt x="78" y="63"/>
                    </a:lnTo>
                    <a:lnTo>
                      <a:pt x="78" y="56"/>
                    </a:lnTo>
                    <a:lnTo>
                      <a:pt x="69" y="56"/>
                    </a:lnTo>
                    <a:lnTo>
                      <a:pt x="69" y="44"/>
                    </a:lnTo>
                    <a:lnTo>
                      <a:pt x="78" y="44"/>
                    </a:lnTo>
                    <a:lnTo>
                      <a:pt x="78" y="0"/>
                    </a:lnTo>
                    <a:lnTo>
                      <a:pt x="64" y="0"/>
                    </a:lnTo>
                    <a:close/>
                    <a:moveTo>
                      <a:pt x="50" y="35"/>
                    </a:moveTo>
                    <a:lnTo>
                      <a:pt x="21" y="35"/>
                    </a:lnTo>
                    <a:lnTo>
                      <a:pt x="21" y="44"/>
                    </a:lnTo>
                    <a:lnTo>
                      <a:pt x="29" y="44"/>
                    </a:lnTo>
                    <a:lnTo>
                      <a:pt x="29" y="56"/>
                    </a:lnTo>
                    <a:lnTo>
                      <a:pt x="29" y="56"/>
                    </a:lnTo>
                    <a:lnTo>
                      <a:pt x="21" y="56"/>
                    </a:lnTo>
                    <a:lnTo>
                      <a:pt x="21" y="63"/>
                    </a:lnTo>
                    <a:lnTo>
                      <a:pt x="50" y="63"/>
                    </a:lnTo>
                    <a:lnTo>
                      <a:pt x="50" y="56"/>
                    </a:lnTo>
                    <a:lnTo>
                      <a:pt x="42" y="56"/>
                    </a:lnTo>
                    <a:lnTo>
                      <a:pt x="42" y="44"/>
                    </a:lnTo>
                    <a:lnTo>
                      <a:pt x="50" y="44"/>
                    </a:lnTo>
                    <a:lnTo>
                      <a:pt x="50" y="35"/>
                    </a:lnTo>
                    <a:close/>
                    <a:moveTo>
                      <a:pt x="21" y="35"/>
                    </a:moveTo>
                    <a:lnTo>
                      <a:pt x="0" y="35"/>
                    </a:lnTo>
                    <a:lnTo>
                      <a:pt x="0" y="63"/>
                    </a:lnTo>
                    <a:lnTo>
                      <a:pt x="21" y="63"/>
                    </a:lnTo>
                    <a:lnTo>
                      <a:pt x="21" y="56"/>
                    </a:lnTo>
                    <a:lnTo>
                      <a:pt x="12" y="56"/>
                    </a:lnTo>
                    <a:lnTo>
                      <a:pt x="12" y="44"/>
                    </a:lnTo>
                    <a:lnTo>
                      <a:pt x="21" y="44"/>
                    </a:lnTo>
                    <a:lnTo>
                      <a:pt x="21" y="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5" name="Freeform 110">
                <a:extLst>
                  <a:ext uri="{FF2B5EF4-FFF2-40B4-BE49-F238E27FC236}">
                    <a16:creationId xmlns:a16="http://schemas.microsoft.com/office/drawing/2014/main" id="{0B1ADB83-121A-5986-A919-13F433823A5D}"/>
                  </a:ext>
                </a:extLst>
              </p:cNvPr>
              <p:cNvSpPr>
                <a:spLocks/>
              </p:cNvSpPr>
              <p:nvPr/>
            </p:nvSpPr>
            <p:spPr bwMode="auto">
              <a:xfrm>
                <a:off x="3401" y="771"/>
                <a:ext cx="135" cy="44"/>
              </a:xfrm>
              <a:custGeom>
                <a:avLst/>
                <a:gdLst>
                  <a:gd name="T0" fmla="*/ 130 w 135"/>
                  <a:gd name="T1" fmla="*/ 44 h 44"/>
                  <a:gd name="T2" fmla="*/ 135 w 135"/>
                  <a:gd name="T3" fmla="*/ 0 h 44"/>
                  <a:gd name="T4" fmla="*/ 0 w 135"/>
                  <a:gd name="T5" fmla="*/ 0 h 44"/>
                  <a:gd name="T6" fmla="*/ 15 w 135"/>
                  <a:gd name="T7" fmla="*/ 44 h 44"/>
                  <a:gd name="T8" fmla="*/ 130 w 135"/>
                  <a:gd name="T9" fmla="*/ 44 h 44"/>
                </a:gdLst>
                <a:ahLst/>
                <a:cxnLst>
                  <a:cxn ang="0">
                    <a:pos x="T0" y="T1"/>
                  </a:cxn>
                  <a:cxn ang="0">
                    <a:pos x="T2" y="T3"/>
                  </a:cxn>
                  <a:cxn ang="0">
                    <a:pos x="T4" y="T5"/>
                  </a:cxn>
                  <a:cxn ang="0">
                    <a:pos x="T6" y="T7"/>
                  </a:cxn>
                  <a:cxn ang="0">
                    <a:pos x="T8" y="T9"/>
                  </a:cxn>
                </a:cxnLst>
                <a:rect l="0" t="0" r="r" b="b"/>
                <a:pathLst>
                  <a:path w="135" h="44">
                    <a:moveTo>
                      <a:pt x="130" y="44"/>
                    </a:moveTo>
                    <a:lnTo>
                      <a:pt x="135" y="0"/>
                    </a:lnTo>
                    <a:lnTo>
                      <a:pt x="0" y="0"/>
                    </a:lnTo>
                    <a:lnTo>
                      <a:pt x="15" y="44"/>
                    </a:lnTo>
                    <a:lnTo>
                      <a:pt x="130" y="4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6" name="Freeform 111">
                <a:extLst>
                  <a:ext uri="{FF2B5EF4-FFF2-40B4-BE49-F238E27FC236}">
                    <a16:creationId xmlns:a16="http://schemas.microsoft.com/office/drawing/2014/main" id="{2D2083C3-0A99-99F4-96F6-F0FB85DCC324}"/>
                  </a:ext>
                </a:extLst>
              </p:cNvPr>
              <p:cNvSpPr>
                <a:spLocks noEditPoints="1"/>
              </p:cNvSpPr>
              <p:nvPr/>
            </p:nvSpPr>
            <p:spPr bwMode="auto">
              <a:xfrm>
                <a:off x="2900" y="1669"/>
                <a:ext cx="127" cy="101"/>
              </a:xfrm>
              <a:custGeom>
                <a:avLst/>
                <a:gdLst>
                  <a:gd name="T0" fmla="*/ 58 w 73"/>
                  <a:gd name="T1" fmla="*/ 58 h 58"/>
                  <a:gd name="T2" fmla="*/ 58 w 73"/>
                  <a:gd name="T3" fmla="*/ 38 h 58"/>
                  <a:gd name="T4" fmla="*/ 67 w 73"/>
                  <a:gd name="T5" fmla="*/ 29 h 58"/>
                  <a:gd name="T6" fmla="*/ 73 w 73"/>
                  <a:gd name="T7" fmla="*/ 29 h 58"/>
                  <a:gd name="T8" fmla="*/ 73 w 73"/>
                  <a:gd name="T9" fmla="*/ 8 h 58"/>
                  <a:gd name="T10" fmla="*/ 65 w 73"/>
                  <a:gd name="T11" fmla="*/ 0 h 58"/>
                  <a:gd name="T12" fmla="*/ 47 w 73"/>
                  <a:gd name="T13" fmla="*/ 0 h 58"/>
                  <a:gd name="T14" fmla="*/ 47 w 73"/>
                  <a:gd name="T15" fmla="*/ 9 h 58"/>
                  <a:gd name="T16" fmla="*/ 54 w 73"/>
                  <a:gd name="T17" fmla="*/ 16 h 58"/>
                  <a:gd name="T18" fmla="*/ 47 w 73"/>
                  <a:gd name="T19" fmla="*/ 22 h 58"/>
                  <a:gd name="T20" fmla="*/ 47 w 73"/>
                  <a:gd name="T21" fmla="*/ 26 h 58"/>
                  <a:gd name="T22" fmla="*/ 54 w 73"/>
                  <a:gd name="T23" fmla="*/ 33 h 58"/>
                  <a:gd name="T24" fmla="*/ 47 w 73"/>
                  <a:gd name="T25" fmla="*/ 39 h 58"/>
                  <a:gd name="T26" fmla="*/ 47 w 73"/>
                  <a:gd name="T27" fmla="*/ 58 h 58"/>
                  <a:gd name="T28" fmla="*/ 58 w 73"/>
                  <a:gd name="T29" fmla="*/ 58 h 58"/>
                  <a:gd name="T30" fmla="*/ 47 w 73"/>
                  <a:gd name="T31" fmla="*/ 0 h 58"/>
                  <a:gd name="T32" fmla="*/ 26 w 73"/>
                  <a:gd name="T33" fmla="*/ 0 h 58"/>
                  <a:gd name="T34" fmla="*/ 26 w 73"/>
                  <a:gd name="T35" fmla="*/ 9 h 58"/>
                  <a:gd name="T36" fmla="*/ 33 w 73"/>
                  <a:gd name="T37" fmla="*/ 16 h 58"/>
                  <a:gd name="T38" fmla="*/ 26 w 73"/>
                  <a:gd name="T39" fmla="*/ 22 h 58"/>
                  <a:gd name="T40" fmla="*/ 26 w 73"/>
                  <a:gd name="T41" fmla="*/ 26 h 58"/>
                  <a:gd name="T42" fmla="*/ 33 w 73"/>
                  <a:gd name="T43" fmla="*/ 33 h 58"/>
                  <a:gd name="T44" fmla="*/ 26 w 73"/>
                  <a:gd name="T45" fmla="*/ 39 h 58"/>
                  <a:gd name="T46" fmla="*/ 26 w 73"/>
                  <a:gd name="T47" fmla="*/ 58 h 58"/>
                  <a:gd name="T48" fmla="*/ 47 w 73"/>
                  <a:gd name="T49" fmla="*/ 58 h 58"/>
                  <a:gd name="T50" fmla="*/ 47 w 73"/>
                  <a:gd name="T51" fmla="*/ 39 h 58"/>
                  <a:gd name="T52" fmla="*/ 47 w 73"/>
                  <a:gd name="T53" fmla="*/ 39 h 58"/>
                  <a:gd name="T54" fmla="*/ 41 w 73"/>
                  <a:gd name="T55" fmla="*/ 33 h 58"/>
                  <a:gd name="T56" fmla="*/ 47 w 73"/>
                  <a:gd name="T57" fmla="*/ 26 h 58"/>
                  <a:gd name="T58" fmla="*/ 47 w 73"/>
                  <a:gd name="T59" fmla="*/ 26 h 58"/>
                  <a:gd name="T60" fmla="*/ 47 w 73"/>
                  <a:gd name="T61" fmla="*/ 26 h 58"/>
                  <a:gd name="T62" fmla="*/ 47 w 73"/>
                  <a:gd name="T63" fmla="*/ 22 h 58"/>
                  <a:gd name="T64" fmla="*/ 47 w 73"/>
                  <a:gd name="T65" fmla="*/ 22 h 58"/>
                  <a:gd name="T66" fmla="*/ 41 w 73"/>
                  <a:gd name="T67" fmla="*/ 16 h 58"/>
                  <a:gd name="T68" fmla="*/ 47 w 73"/>
                  <a:gd name="T69" fmla="*/ 9 h 58"/>
                  <a:gd name="T70" fmla="*/ 47 w 73"/>
                  <a:gd name="T71" fmla="*/ 9 h 58"/>
                  <a:gd name="T72" fmla="*/ 47 w 73"/>
                  <a:gd name="T73" fmla="*/ 9 h 58"/>
                  <a:gd name="T74" fmla="*/ 47 w 73"/>
                  <a:gd name="T75" fmla="*/ 0 h 58"/>
                  <a:gd name="T76" fmla="*/ 26 w 73"/>
                  <a:gd name="T77" fmla="*/ 0 h 58"/>
                  <a:gd name="T78" fmla="*/ 8 w 73"/>
                  <a:gd name="T79" fmla="*/ 0 h 58"/>
                  <a:gd name="T80" fmla="*/ 0 w 73"/>
                  <a:gd name="T81" fmla="*/ 8 h 58"/>
                  <a:gd name="T82" fmla="*/ 0 w 73"/>
                  <a:gd name="T83" fmla="*/ 29 h 58"/>
                  <a:gd name="T84" fmla="*/ 6 w 73"/>
                  <a:gd name="T85" fmla="*/ 29 h 58"/>
                  <a:gd name="T86" fmla="*/ 15 w 73"/>
                  <a:gd name="T87" fmla="*/ 38 h 58"/>
                  <a:gd name="T88" fmla="*/ 15 w 73"/>
                  <a:gd name="T89" fmla="*/ 58 h 58"/>
                  <a:gd name="T90" fmla="*/ 26 w 73"/>
                  <a:gd name="T91" fmla="*/ 58 h 58"/>
                  <a:gd name="T92" fmla="*/ 26 w 73"/>
                  <a:gd name="T93" fmla="*/ 39 h 58"/>
                  <a:gd name="T94" fmla="*/ 26 w 73"/>
                  <a:gd name="T95" fmla="*/ 39 h 58"/>
                  <a:gd name="T96" fmla="*/ 20 w 73"/>
                  <a:gd name="T97" fmla="*/ 33 h 58"/>
                  <a:gd name="T98" fmla="*/ 26 w 73"/>
                  <a:gd name="T99" fmla="*/ 26 h 58"/>
                  <a:gd name="T100" fmla="*/ 26 w 73"/>
                  <a:gd name="T101" fmla="*/ 26 h 58"/>
                  <a:gd name="T102" fmla="*/ 26 w 73"/>
                  <a:gd name="T103" fmla="*/ 26 h 58"/>
                  <a:gd name="T104" fmla="*/ 26 w 73"/>
                  <a:gd name="T105" fmla="*/ 22 h 58"/>
                  <a:gd name="T106" fmla="*/ 26 w 73"/>
                  <a:gd name="T107" fmla="*/ 22 h 58"/>
                  <a:gd name="T108" fmla="*/ 20 w 73"/>
                  <a:gd name="T109" fmla="*/ 16 h 58"/>
                  <a:gd name="T110" fmla="*/ 26 w 73"/>
                  <a:gd name="T111" fmla="*/ 9 h 58"/>
                  <a:gd name="T112" fmla="*/ 26 w 73"/>
                  <a:gd name="T113" fmla="*/ 9 h 58"/>
                  <a:gd name="T114" fmla="*/ 26 w 73"/>
                  <a:gd name="T115" fmla="*/ 9 h 58"/>
                  <a:gd name="T116" fmla="*/ 26 w 73"/>
                  <a:gd name="T117"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3" h="58">
                    <a:moveTo>
                      <a:pt x="58" y="58"/>
                    </a:moveTo>
                    <a:cubicBezTo>
                      <a:pt x="58" y="38"/>
                      <a:pt x="58" y="38"/>
                      <a:pt x="58" y="38"/>
                    </a:cubicBezTo>
                    <a:cubicBezTo>
                      <a:pt x="58" y="32"/>
                      <a:pt x="61" y="29"/>
                      <a:pt x="67" y="29"/>
                    </a:cubicBezTo>
                    <a:cubicBezTo>
                      <a:pt x="73" y="29"/>
                      <a:pt x="73" y="29"/>
                      <a:pt x="73" y="29"/>
                    </a:cubicBezTo>
                    <a:cubicBezTo>
                      <a:pt x="73" y="8"/>
                      <a:pt x="73" y="8"/>
                      <a:pt x="73" y="8"/>
                    </a:cubicBezTo>
                    <a:cubicBezTo>
                      <a:pt x="73" y="3"/>
                      <a:pt x="70" y="0"/>
                      <a:pt x="65" y="0"/>
                    </a:cubicBezTo>
                    <a:cubicBezTo>
                      <a:pt x="47" y="0"/>
                      <a:pt x="47" y="0"/>
                      <a:pt x="47" y="0"/>
                    </a:cubicBezTo>
                    <a:cubicBezTo>
                      <a:pt x="47" y="9"/>
                      <a:pt x="47" y="9"/>
                      <a:pt x="47" y="9"/>
                    </a:cubicBezTo>
                    <a:cubicBezTo>
                      <a:pt x="51" y="9"/>
                      <a:pt x="54" y="12"/>
                      <a:pt x="54" y="16"/>
                    </a:cubicBezTo>
                    <a:cubicBezTo>
                      <a:pt x="54" y="19"/>
                      <a:pt x="51" y="22"/>
                      <a:pt x="47" y="22"/>
                    </a:cubicBezTo>
                    <a:cubicBezTo>
                      <a:pt x="47" y="26"/>
                      <a:pt x="47" y="26"/>
                      <a:pt x="47" y="26"/>
                    </a:cubicBezTo>
                    <a:cubicBezTo>
                      <a:pt x="51" y="26"/>
                      <a:pt x="54" y="29"/>
                      <a:pt x="54" y="33"/>
                    </a:cubicBezTo>
                    <a:cubicBezTo>
                      <a:pt x="54" y="37"/>
                      <a:pt x="51" y="39"/>
                      <a:pt x="47" y="39"/>
                    </a:cubicBezTo>
                    <a:cubicBezTo>
                      <a:pt x="47" y="58"/>
                      <a:pt x="47" y="58"/>
                      <a:pt x="47" y="58"/>
                    </a:cubicBezTo>
                    <a:lnTo>
                      <a:pt x="58" y="58"/>
                    </a:lnTo>
                    <a:close/>
                    <a:moveTo>
                      <a:pt x="47" y="0"/>
                    </a:moveTo>
                    <a:cubicBezTo>
                      <a:pt x="26" y="0"/>
                      <a:pt x="26" y="0"/>
                      <a:pt x="26" y="0"/>
                    </a:cubicBezTo>
                    <a:cubicBezTo>
                      <a:pt x="26" y="9"/>
                      <a:pt x="26" y="9"/>
                      <a:pt x="26" y="9"/>
                    </a:cubicBezTo>
                    <a:cubicBezTo>
                      <a:pt x="30" y="9"/>
                      <a:pt x="33" y="12"/>
                      <a:pt x="33" y="16"/>
                    </a:cubicBezTo>
                    <a:cubicBezTo>
                      <a:pt x="33" y="19"/>
                      <a:pt x="30" y="22"/>
                      <a:pt x="26" y="22"/>
                    </a:cubicBezTo>
                    <a:cubicBezTo>
                      <a:pt x="26" y="26"/>
                      <a:pt x="26" y="26"/>
                      <a:pt x="26" y="26"/>
                    </a:cubicBezTo>
                    <a:cubicBezTo>
                      <a:pt x="30" y="26"/>
                      <a:pt x="33" y="29"/>
                      <a:pt x="33" y="33"/>
                    </a:cubicBezTo>
                    <a:cubicBezTo>
                      <a:pt x="33" y="37"/>
                      <a:pt x="30" y="39"/>
                      <a:pt x="26" y="39"/>
                    </a:cubicBezTo>
                    <a:cubicBezTo>
                      <a:pt x="26" y="58"/>
                      <a:pt x="26" y="58"/>
                      <a:pt x="26" y="58"/>
                    </a:cubicBezTo>
                    <a:cubicBezTo>
                      <a:pt x="47" y="58"/>
                      <a:pt x="47" y="58"/>
                      <a:pt x="47" y="58"/>
                    </a:cubicBezTo>
                    <a:cubicBezTo>
                      <a:pt x="47" y="39"/>
                      <a:pt x="47" y="39"/>
                      <a:pt x="47" y="39"/>
                    </a:cubicBezTo>
                    <a:cubicBezTo>
                      <a:pt x="47" y="39"/>
                      <a:pt x="47" y="39"/>
                      <a:pt x="47" y="39"/>
                    </a:cubicBezTo>
                    <a:cubicBezTo>
                      <a:pt x="44" y="39"/>
                      <a:pt x="41" y="37"/>
                      <a:pt x="41" y="33"/>
                    </a:cubicBezTo>
                    <a:cubicBezTo>
                      <a:pt x="41" y="29"/>
                      <a:pt x="44" y="26"/>
                      <a:pt x="47" y="26"/>
                    </a:cubicBezTo>
                    <a:cubicBezTo>
                      <a:pt x="47" y="26"/>
                      <a:pt x="47" y="26"/>
                      <a:pt x="47" y="26"/>
                    </a:cubicBezTo>
                    <a:cubicBezTo>
                      <a:pt x="47" y="26"/>
                      <a:pt x="47" y="26"/>
                      <a:pt x="47" y="26"/>
                    </a:cubicBezTo>
                    <a:cubicBezTo>
                      <a:pt x="47" y="22"/>
                      <a:pt x="47" y="22"/>
                      <a:pt x="47" y="22"/>
                    </a:cubicBezTo>
                    <a:cubicBezTo>
                      <a:pt x="47" y="22"/>
                      <a:pt x="47" y="22"/>
                      <a:pt x="47" y="22"/>
                    </a:cubicBezTo>
                    <a:cubicBezTo>
                      <a:pt x="44" y="22"/>
                      <a:pt x="41" y="19"/>
                      <a:pt x="41" y="16"/>
                    </a:cubicBezTo>
                    <a:cubicBezTo>
                      <a:pt x="41" y="12"/>
                      <a:pt x="44" y="9"/>
                      <a:pt x="47" y="9"/>
                    </a:cubicBezTo>
                    <a:cubicBezTo>
                      <a:pt x="47" y="9"/>
                      <a:pt x="47" y="9"/>
                      <a:pt x="47" y="9"/>
                    </a:cubicBezTo>
                    <a:cubicBezTo>
                      <a:pt x="47" y="9"/>
                      <a:pt x="47" y="9"/>
                      <a:pt x="47" y="9"/>
                    </a:cubicBezTo>
                    <a:lnTo>
                      <a:pt x="47" y="0"/>
                    </a:lnTo>
                    <a:close/>
                    <a:moveTo>
                      <a:pt x="26" y="0"/>
                    </a:moveTo>
                    <a:cubicBezTo>
                      <a:pt x="8" y="0"/>
                      <a:pt x="8" y="0"/>
                      <a:pt x="8" y="0"/>
                    </a:cubicBezTo>
                    <a:cubicBezTo>
                      <a:pt x="4" y="0"/>
                      <a:pt x="0" y="3"/>
                      <a:pt x="0" y="8"/>
                    </a:cubicBezTo>
                    <a:cubicBezTo>
                      <a:pt x="0" y="29"/>
                      <a:pt x="0" y="29"/>
                      <a:pt x="0" y="29"/>
                    </a:cubicBezTo>
                    <a:cubicBezTo>
                      <a:pt x="6" y="29"/>
                      <a:pt x="6" y="29"/>
                      <a:pt x="6" y="29"/>
                    </a:cubicBezTo>
                    <a:cubicBezTo>
                      <a:pt x="12" y="29"/>
                      <a:pt x="15" y="32"/>
                      <a:pt x="15" y="38"/>
                    </a:cubicBezTo>
                    <a:cubicBezTo>
                      <a:pt x="15" y="58"/>
                      <a:pt x="15" y="58"/>
                      <a:pt x="15" y="58"/>
                    </a:cubicBezTo>
                    <a:cubicBezTo>
                      <a:pt x="26" y="58"/>
                      <a:pt x="26" y="58"/>
                      <a:pt x="26" y="58"/>
                    </a:cubicBezTo>
                    <a:cubicBezTo>
                      <a:pt x="26" y="39"/>
                      <a:pt x="26" y="39"/>
                      <a:pt x="26" y="39"/>
                    </a:cubicBezTo>
                    <a:cubicBezTo>
                      <a:pt x="26" y="39"/>
                      <a:pt x="26" y="39"/>
                      <a:pt x="26" y="39"/>
                    </a:cubicBezTo>
                    <a:cubicBezTo>
                      <a:pt x="23" y="39"/>
                      <a:pt x="20" y="37"/>
                      <a:pt x="20" y="33"/>
                    </a:cubicBezTo>
                    <a:cubicBezTo>
                      <a:pt x="20" y="29"/>
                      <a:pt x="23" y="26"/>
                      <a:pt x="26" y="26"/>
                    </a:cubicBezTo>
                    <a:cubicBezTo>
                      <a:pt x="26" y="26"/>
                      <a:pt x="26" y="26"/>
                      <a:pt x="26" y="26"/>
                    </a:cubicBezTo>
                    <a:cubicBezTo>
                      <a:pt x="26" y="26"/>
                      <a:pt x="26" y="26"/>
                      <a:pt x="26" y="26"/>
                    </a:cubicBezTo>
                    <a:cubicBezTo>
                      <a:pt x="26" y="22"/>
                      <a:pt x="26" y="22"/>
                      <a:pt x="26" y="22"/>
                    </a:cubicBezTo>
                    <a:cubicBezTo>
                      <a:pt x="26" y="22"/>
                      <a:pt x="26" y="22"/>
                      <a:pt x="26" y="22"/>
                    </a:cubicBezTo>
                    <a:cubicBezTo>
                      <a:pt x="23" y="22"/>
                      <a:pt x="20" y="19"/>
                      <a:pt x="20" y="16"/>
                    </a:cubicBezTo>
                    <a:cubicBezTo>
                      <a:pt x="20" y="12"/>
                      <a:pt x="23" y="9"/>
                      <a:pt x="26" y="9"/>
                    </a:cubicBezTo>
                    <a:cubicBezTo>
                      <a:pt x="26" y="9"/>
                      <a:pt x="26" y="9"/>
                      <a:pt x="26" y="9"/>
                    </a:cubicBezTo>
                    <a:cubicBezTo>
                      <a:pt x="26" y="9"/>
                      <a:pt x="26" y="9"/>
                      <a:pt x="26" y="9"/>
                    </a:cubicBez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37" name="Freeform 112">
                <a:extLst>
                  <a:ext uri="{FF2B5EF4-FFF2-40B4-BE49-F238E27FC236}">
                    <a16:creationId xmlns:a16="http://schemas.microsoft.com/office/drawing/2014/main" id="{DE081249-6267-9D75-E769-4544377AB2C0}"/>
                  </a:ext>
                </a:extLst>
              </p:cNvPr>
              <p:cNvSpPr>
                <a:spLocks/>
              </p:cNvSpPr>
              <p:nvPr/>
            </p:nvSpPr>
            <p:spPr bwMode="auto">
              <a:xfrm>
                <a:off x="2878" y="1725"/>
                <a:ext cx="172" cy="92"/>
              </a:xfrm>
              <a:custGeom>
                <a:avLst/>
                <a:gdLst>
                  <a:gd name="T0" fmla="*/ 93 w 99"/>
                  <a:gd name="T1" fmla="*/ 0 h 53"/>
                  <a:gd name="T2" fmla="*/ 86 w 99"/>
                  <a:gd name="T3" fmla="*/ 0 h 53"/>
                  <a:gd name="T4" fmla="*/ 80 w 99"/>
                  <a:gd name="T5" fmla="*/ 0 h 53"/>
                  <a:gd name="T6" fmla="*/ 73 w 99"/>
                  <a:gd name="T7" fmla="*/ 6 h 53"/>
                  <a:gd name="T8" fmla="*/ 73 w 99"/>
                  <a:gd name="T9" fmla="*/ 28 h 53"/>
                  <a:gd name="T10" fmla="*/ 26 w 99"/>
                  <a:gd name="T11" fmla="*/ 28 h 53"/>
                  <a:gd name="T12" fmla="*/ 26 w 99"/>
                  <a:gd name="T13" fmla="*/ 6 h 53"/>
                  <a:gd name="T14" fmla="*/ 19 w 99"/>
                  <a:gd name="T15" fmla="*/ 0 h 53"/>
                  <a:gd name="T16" fmla="*/ 13 w 99"/>
                  <a:gd name="T17" fmla="*/ 0 h 53"/>
                  <a:gd name="T18" fmla="*/ 7 w 99"/>
                  <a:gd name="T19" fmla="*/ 0 h 53"/>
                  <a:gd name="T20" fmla="*/ 0 w 99"/>
                  <a:gd name="T21" fmla="*/ 6 h 53"/>
                  <a:gd name="T22" fmla="*/ 0 w 99"/>
                  <a:gd name="T23" fmla="*/ 39 h 53"/>
                  <a:gd name="T24" fmla="*/ 10 w 99"/>
                  <a:gd name="T25" fmla="*/ 48 h 53"/>
                  <a:gd name="T26" fmla="*/ 10 w 99"/>
                  <a:gd name="T27" fmla="*/ 49 h 53"/>
                  <a:gd name="T28" fmla="*/ 10 w 99"/>
                  <a:gd name="T29" fmla="*/ 51 h 53"/>
                  <a:gd name="T30" fmla="*/ 14 w 99"/>
                  <a:gd name="T31" fmla="*/ 53 h 53"/>
                  <a:gd name="T32" fmla="*/ 15 w 99"/>
                  <a:gd name="T33" fmla="*/ 53 h 53"/>
                  <a:gd name="T34" fmla="*/ 19 w 99"/>
                  <a:gd name="T35" fmla="*/ 51 h 53"/>
                  <a:gd name="T36" fmla="*/ 19 w 99"/>
                  <a:gd name="T37" fmla="*/ 49 h 53"/>
                  <a:gd name="T38" fmla="*/ 19 w 99"/>
                  <a:gd name="T39" fmla="*/ 48 h 53"/>
                  <a:gd name="T40" fmla="*/ 80 w 99"/>
                  <a:gd name="T41" fmla="*/ 48 h 53"/>
                  <a:gd name="T42" fmla="*/ 80 w 99"/>
                  <a:gd name="T43" fmla="*/ 49 h 53"/>
                  <a:gd name="T44" fmla="*/ 81 w 99"/>
                  <a:gd name="T45" fmla="*/ 51 h 53"/>
                  <a:gd name="T46" fmla="*/ 84 w 99"/>
                  <a:gd name="T47" fmla="*/ 53 h 53"/>
                  <a:gd name="T48" fmla="*/ 86 w 99"/>
                  <a:gd name="T49" fmla="*/ 53 h 53"/>
                  <a:gd name="T50" fmla="*/ 89 w 99"/>
                  <a:gd name="T51" fmla="*/ 51 h 53"/>
                  <a:gd name="T52" fmla="*/ 90 w 99"/>
                  <a:gd name="T53" fmla="*/ 49 h 53"/>
                  <a:gd name="T54" fmla="*/ 90 w 99"/>
                  <a:gd name="T55" fmla="*/ 48 h 53"/>
                  <a:gd name="T56" fmla="*/ 93 w 99"/>
                  <a:gd name="T57" fmla="*/ 48 h 53"/>
                  <a:gd name="T58" fmla="*/ 99 w 99"/>
                  <a:gd name="T59" fmla="*/ 39 h 53"/>
                  <a:gd name="T60" fmla="*/ 99 w 99"/>
                  <a:gd name="T61" fmla="*/ 6 h 53"/>
                  <a:gd name="T62" fmla="*/ 93 w 99"/>
                  <a:gd name="T63"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9" h="53">
                    <a:moveTo>
                      <a:pt x="93" y="0"/>
                    </a:moveTo>
                    <a:cubicBezTo>
                      <a:pt x="86" y="0"/>
                      <a:pt x="86" y="0"/>
                      <a:pt x="86" y="0"/>
                    </a:cubicBezTo>
                    <a:cubicBezTo>
                      <a:pt x="80" y="0"/>
                      <a:pt x="80" y="0"/>
                      <a:pt x="80" y="0"/>
                    </a:cubicBezTo>
                    <a:cubicBezTo>
                      <a:pt x="76" y="0"/>
                      <a:pt x="73" y="2"/>
                      <a:pt x="73" y="6"/>
                    </a:cubicBezTo>
                    <a:cubicBezTo>
                      <a:pt x="73" y="28"/>
                      <a:pt x="73" y="28"/>
                      <a:pt x="73" y="28"/>
                    </a:cubicBezTo>
                    <a:cubicBezTo>
                      <a:pt x="26" y="28"/>
                      <a:pt x="26" y="28"/>
                      <a:pt x="26" y="28"/>
                    </a:cubicBezTo>
                    <a:cubicBezTo>
                      <a:pt x="26" y="6"/>
                      <a:pt x="26" y="6"/>
                      <a:pt x="26" y="6"/>
                    </a:cubicBezTo>
                    <a:cubicBezTo>
                      <a:pt x="26" y="2"/>
                      <a:pt x="24" y="0"/>
                      <a:pt x="19" y="0"/>
                    </a:cubicBezTo>
                    <a:cubicBezTo>
                      <a:pt x="13" y="0"/>
                      <a:pt x="13" y="0"/>
                      <a:pt x="13" y="0"/>
                    </a:cubicBezTo>
                    <a:cubicBezTo>
                      <a:pt x="7" y="0"/>
                      <a:pt x="7" y="0"/>
                      <a:pt x="7" y="0"/>
                    </a:cubicBezTo>
                    <a:cubicBezTo>
                      <a:pt x="3" y="0"/>
                      <a:pt x="0" y="2"/>
                      <a:pt x="0" y="6"/>
                    </a:cubicBezTo>
                    <a:cubicBezTo>
                      <a:pt x="0" y="39"/>
                      <a:pt x="0" y="39"/>
                      <a:pt x="0" y="39"/>
                    </a:cubicBezTo>
                    <a:cubicBezTo>
                      <a:pt x="0" y="43"/>
                      <a:pt x="5" y="48"/>
                      <a:pt x="10" y="48"/>
                    </a:cubicBezTo>
                    <a:cubicBezTo>
                      <a:pt x="10" y="49"/>
                      <a:pt x="10" y="49"/>
                      <a:pt x="10" y="49"/>
                    </a:cubicBezTo>
                    <a:cubicBezTo>
                      <a:pt x="10" y="50"/>
                      <a:pt x="10" y="51"/>
                      <a:pt x="10" y="51"/>
                    </a:cubicBezTo>
                    <a:cubicBezTo>
                      <a:pt x="11" y="52"/>
                      <a:pt x="12" y="53"/>
                      <a:pt x="14" y="53"/>
                    </a:cubicBezTo>
                    <a:cubicBezTo>
                      <a:pt x="15" y="53"/>
                      <a:pt x="15" y="53"/>
                      <a:pt x="15" y="53"/>
                    </a:cubicBezTo>
                    <a:cubicBezTo>
                      <a:pt x="17" y="53"/>
                      <a:pt x="18" y="52"/>
                      <a:pt x="19" y="51"/>
                    </a:cubicBezTo>
                    <a:cubicBezTo>
                      <a:pt x="19" y="51"/>
                      <a:pt x="19" y="50"/>
                      <a:pt x="19" y="49"/>
                    </a:cubicBezTo>
                    <a:cubicBezTo>
                      <a:pt x="19" y="49"/>
                      <a:pt x="19" y="49"/>
                      <a:pt x="19" y="48"/>
                    </a:cubicBezTo>
                    <a:cubicBezTo>
                      <a:pt x="80" y="48"/>
                      <a:pt x="80" y="48"/>
                      <a:pt x="80" y="48"/>
                    </a:cubicBezTo>
                    <a:cubicBezTo>
                      <a:pt x="80" y="49"/>
                      <a:pt x="80" y="49"/>
                      <a:pt x="80" y="49"/>
                    </a:cubicBezTo>
                    <a:cubicBezTo>
                      <a:pt x="80" y="50"/>
                      <a:pt x="80" y="51"/>
                      <a:pt x="81" y="51"/>
                    </a:cubicBezTo>
                    <a:cubicBezTo>
                      <a:pt x="81" y="52"/>
                      <a:pt x="83" y="53"/>
                      <a:pt x="84" y="53"/>
                    </a:cubicBezTo>
                    <a:cubicBezTo>
                      <a:pt x="86" y="53"/>
                      <a:pt x="86" y="53"/>
                      <a:pt x="86" y="53"/>
                    </a:cubicBezTo>
                    <a:cubicBezTo>
                      <a:pt x="87" y="53"/>
                      <a:pt x="88" y="52"/>
                      <a:pt x="89" y="51"/>
                    </a:cubicBezTo>
                    <a:cubicBezTo>
                      <a:pt x="89" y="51"/>
                      <a:pt x="89" y="50"/>
                      <a:pt x="90" y="49"/>
                    </a:cubicBezTo>
                    <a:cubicBezTo>
                      <a:pt x="90" y="49"/>
                      <a:pt x="90" y="49"/>
                      <a:pt x="90" y="48"/>
                    </a:cubicBezTo>
                    <a:cubicBezTo>
                      <a:pt x="93" y="48"/>
                      <a:pt x="93" y="48"/>
                      <a:pt x="93" y="48"/>
                    </a:cubicBezTo>
                    <a:cubicBezTo>
                      <a:pt x="97" y="48"/>
                      <a:pt x="99" y="43"/>
                      <a:pt x="99" y="39"/>
                    </a:cubicBezTo>
                    <a:cubicBezTo>
                      <a:pt x="99" y="6"/>
                      <a:pt x="99" y="6"/>
                      <a:pt x="99" y="6"/>
                    </a:cubicBezTo>
                    <a:cubicBezTo>
                      <a:pt x="99" y="2"/>
                      <a:pt x="97" y="0"/>
                      <a:pt x="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8" name="Oval 113">
                <a:extLst>
                  <a:ext uri="{FF2B5EF4-FFF2-40B4-BE49-F238E27FC236}">
                    <a16:creationId xmlns:a16="http://schemas.microsoft.com/office/drawing/2014/main" id="{16326A0B-CDE9-B9A6-3557-B85D5BE40B94}"/>
                  </a:ext>
                </a:extLst>
              </p:cNvPr>
              <p:cNvSpPr>
                <a:spLocks noChangeArrowheads="1"/>
              </p:cNvSpPr>
              <p:nvPr/>
            </p:nvSpPr>
            <p:spPr bwMode="auto">
              <a:xfrm>
                <a:off x="2939" y="169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9" name="Oval 114">
                <a:extLst>
                  <a:ext uri="{FF2B5EF4-FFF2-40B4-BE49-F238E27FC236}">
                    <a16:creationId xmlns:a16="http://schemas.microsoft.com/office/drawing/2014/main" id="{D4F3A3FC-F2B7-2D20-AFDD-E03F18F85DFB}"/>
                  </a:ext>
                </a:extLst>
              </p:cNvPr>
              <p:cNvSpPr>
                <a:spLocks noChangeArrowheads="1"/>
              </p:cNvSpPr>
              <p:nvPr/>
            </p:nvSpPr>
            <p:spPr bwMode="auto">
              <a:xfrm>
                <a:off x="2975" y="169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0" name="Oval 115">
                <a:extLst>
                  <a:ext uri="{FF2B5EF4-FFF2-40B4-BE49-F238E27FC236}">
                    <a16:creationId xmlns:a16="http://schemas.microsoft.com/office/drawing/2014/main" id="{B66DB44D-9F9F-0B4C-FACE-A1E99AB55DC6}"/>
                  </a:ext>
                </a:extLst>
              </p:cNvPr>
              <p:cNvSpPr>
                <a:spLocks noChangeArrowheads="1"/>
              </p:cNvSpPr>
              <p:nvPr/>
            </p:nvSpPr>
            <p:spPr bwMode="auto">
              <a:xfrm>
                <a:off x="2939" y="172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1" name="Oval 116">
                <a:extLst>
                  <a:ext uri="{FF2B5EF4-FFF2-40B4-BE49-F238E27FC236}">
                    <a16:creationId xmlns:a16="http://schemas.microsoft.com/office/drawing/2014/main" id="{D5E4CA64-9D6D-9826-C65E-AB1D01573D17}"/>
                  </a:ext>
                </a:extLst>
              </p:cNvPr>
              <p:cNvSpPr>
                <a:spLocks noChangeArrowheads="1"/>
              </p:cNvSpPr>
              <p:nvPr/>
            </p:nvSpPr>
            <p:spPr bwMode="auto">
              <a:xfrm>
                <a:off x="2975" y="172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2" name="Freeform 117">
                <a:extLst>
                  <a:ext uri="{FF2B5EF4-FFF2-40B4-BE49-F238E27FC236}">
                    <a16:creationId xmlns:a16="http://schemas.microsoft.com/office/drawing/2014/main" id="{F64D2A63-D73A-8007-1A6F-5F07FEA23649}"/>
                  </a:ext>
                </a:extLst>
              </p:cNvPr>
              <p:cNvSpPr>
                <a:spLocks/>
              </p:cNvSpPr>
              <p:nvPr/>
            </p:nvSpPr>
            <p:spPr bwMode="auto">
              <a:xfrm>
                <a:off x="3996" y="514"/>
                <a:ext cx="129" cy="132"/>
              </a:xfrm>
              <a:custGeom>
                <a:avLst/>
                <a:gdLst>
                  <a:gd name="T0" fmla="*/ 72 w 74"/>
                  <a:gd name="T1" fmla="*/ 54 h 76"/>
                  <a:gd name="T2" fmla="*/ 58 w 74"/>
                  <a:gd name="T3" fmla="*/ 39 h 76"/>
                  <a:gd name="T4" fmla="*/ 55 w 74"/>
                  <a:gd name="T5" fmla="*/ 36 h 76"/>
                  <a:gd name="T6" fmla="*/ 41 w 74"/>
                  <a:gd name="T7" fmla="*/ 19 h 76"/>
                  <a:gd name="T8" fmla="*/ 34 w 74"/>
                  <a:gd name="T9" fmla="*/ 5 h 76"/>
                  <a:gd name="T10" fmla="*/ 26 w 74"/>
                  <a:gd name="T11" fmla="*/ 4 h 76"/>
                  <a:gd name="T12" fmla="*/ 24 w 74"/>
                  <a:gd name="T13" fmla="*/ 11 h 76"/>
                  <a:gd name="T14" fmla="*/ 28 w 74"/>
                  <a:gd name="T15" fmla="*/ 22 h 76"/>
                  <a:gd name="T16" fmla="*/ 29 w 74"/>
                  <a:gd name="T17" fmla="*/ 29 h 76"/>
                  <a:gd name="T18" fmla="*/ 6 w 74"/>
                  <a:gd name="T19" fmla="*/ 29 h 76"/>
                  <a:gd name="T20" fmla="*/ 1 w 74"/>
                  <a:gd name="T21" fmla="*/ 37 h 76"/>
                  <a:gd name="T22" fmla="*/ 12 w 74"/>
                  <a:gd name="T23" fmla="*/ 68 h 76"/>
                  <a:gd name="T24" fmla="*/ 17 w 74"/>
                  <a:gd name="T25" fmla="*/ 71 h 76"/>
                  <a:gd name="T26" fmla="*/ 44 w 74"/>
                  <a:gd name="T27" fmla="*/ 71 h 76"/>
                  <a:gd name="T28" fmla="*/ 50 w 74"/>
                  <a:gd name="T29" fmla="*/ 74 h 76"/>
                  <a:gd name="T30" fmla="*/ 51 w 74"/>
                  <a:gd name="T31" fmla="*/ 75 h 76"/>
                  <a:gd name="T32" fmla="*/ 56 w 74"/>
                  <a:gd name="T33" fmla="*/ 75 h 76"/>
                  <a:gd name="T34" fmla="*/ 72 w 74"/>
                  <a:gd name="T35" fmla="*/ 58 h 76"/>
                  <a:gd name="T36" fmla="*/ 72 w 74"/>
                  <a:gd name="T37" fmla="*/ 5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6">
                    <a:moveTo>
                      <a:pt x="72" y="54"/>
                    </a:moveTo>
                    <a:cubicBezTo>
                      <a:pt x="58" y="39"/>
                      <a:pt x="58" y="39"/>
                      <a:pt x="58" y="39"/>
                    </a:cubicBezTo>
                    <a:cubicBezTo>
                      <a:pt x="56" y="38"/>
                      <a:pt x="55" y="36"/>
                      <a:pt x="55" y="36"/>
                    </a:cubicBezTo>
                    <a:cubicBezTo>
                      <a:pt x="55" y="36"/>
                      <a:pt x="49" y="25"/>
                      <a:pt x="41" y="19"/>
                    </a:cubicBezTo>
                    <a:cubicBezTo>
                      <a:pt x="32" y="14"/>
                      <a:pt x="34" y="10"/>
                      <a:pt x="34" y="5"/>
                    </a:cubicBezTo>
                    <a:cubicBezTo>
                      <a:pt x="34" y="1"/>
                      <a:pt x="30" y="0"/>
                      <a:pt x="26" y="4"/>
                    </a:cubicBezTo>
                    <a:cubicBezTo>
                      <a:pt x="25" y="6"/>
                      <a:pt x="24" y="9"/>
                      <a:pt x="24" y="11"/>
                    </a:cubicBezTo>
                    <a:cubicBezTo>
                      <a:pt x="23" y="16"/>
                      <a:pt x="27" y="20"/>
                      <a:pt x="28" y="22"/>
                    </a:cubicBezTo>
                    <a:cubicBezTo>
                      <a:pt x="29" y="23"/>
                      <a:pt x="30" y="26"/>
                      <a:pt x="29" y="29"/>
                    </a:cubicBezTo>
                    <a:cubicBezTo>
                      <a:pt x="6" y="29"/>
                      <a:pt x="6" y="29"/>
                      <a:pt x="6" y="29"/>
                    </a:cubicBezTo>
                    <a:cubicBezTo>
                      <a:pt x="2" y="29"/>
                      <a:pt x="0" y="33"/>
                      <a:pt x="1" y="37"/>
                    </a:cubicBezTo>
                    <a:cubicBezTo>
                      <a:pt x="12" y="68"/>
                      <a:pt x="12" y="68"/>
                      <a:pt x="12" y="68"/>
                    </a:cubicBezTo>
                    <a:cubicBezTo>
                      <a:pt x="13" y="70"/>
                      <a:pt x="15" y="71"/>
                      <a:pt x="17" y="71"/>
                    </a:cubicBezTo>
                    <a:cubicBezTo>
                      <a:pt x="44" y="71"/>
                      <a:pt x="44" y="71"/>
                      <a:pt x="44" y="71"/>
                    </a:cubicBezTo>
                    <a:cubicBezTo>
                      <a:pt x="46" y="71"/>
                      <a:pt x="48" y="73"/>
                      <a:pt x="50" y="74"/>
                    </a:cubicBezTo>
                    <a:cubicBezTo>
                      <a:pt x="51" y="75"/>
                      <a:pt x="51" y="75"/>
                      <a:pt x="51" y="75"/>
                    </a:cubicBezTo>
                    <a:cubicBezTo>
                      <a:pt x="52" y="76"/>
                      <a:pt x="54" y="76"/>
                      <a:pt x="56" y="75"/>
                    </a:cubicBezTo>
                    <a:cubicBezTo>
                      <a:pt x="72" y="58"/>
                      <a:pt x="72" y="58"/>
                      <a:pt x="72" y="58"/>
                    </a:cubicBezTo>
                    <a:cubicBezTo>
                      <a:pt x="74" y="57"/>
                      <a:pt x="74" y="55"/>
                      <a:pt x="72" y="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3" name="Freeform 118">
                <a:extLst>
                  <a:ext uri="{FF2B5EF4-FFF2-40B4-BE49-F238E27FC236}">
                    <a16:creationId xmlns:a16="http://schemas.microsoft.com/office/drawing/2014/main" id="{D180A68C-C2E6-9375-DFB7-75B9D7A097B4}"/>
                  </a:ext>
                </a:extLst>
              </p:cNvPr>
              <p:cNvSpPr>
                <a:spLocks/>
              </p:cNvSpPr>
              <p:nvPr/>
            </p:nvSpPr>
            <p:spPr bwMode="auto">
              <a:xfrm>
                <a:off x="4094" y="617"/>
                <a:ext cx="43" cy="43"/>
              </a:xfrm>
              <a:custGeom>
                <a:avLst/>
                <a:gdLst>
                  <a:gd name="T0" fmla="*/ 8 w 43"/>
                  <a:gd name="T1" fmla="*/ 43 h 43"/>
                  <a:gd name="T2" fmla="*/ 0 w 43"/>
                  <a:gd name="T3" fmla="*/ 34 h 43"/>
                  <a:gd name="T4" fmla="*/ 34 w 43"/>
                  <a:gd name="T5" fmla="*/ 0 h 43"/>
                  <a:gd name="T6" fmla="*/ 43 w 43"/>
                  <a:gd name="T7" fmla="*/ 8 h 43"/>
                  <a:gd name="T8" fmla="*/ 8 w 43"/>
                  <a:gd name="T9" fmla="*/ 43 h 43"/>
                </a:gdLst>
                <a:ahLst/>
                <a:cxnLst>
                  <a:cxn ang="0">
                    <a:pos x="T0" y="T1"/>
                  </a:cxn>
                  <a:cxn ang="0">
                    <a:pos x="T2" y="T3"/>
                  </a:cxn>
                  <a:cxn ang="0">
                    <a:pos x="T4" y="T5"/>
                  </a:cxn>
                  <a:cxn ang="0">
                    <a:pos x="T6" y="T7"/>
                  </a:cxn>
                  <a:cxn ang="0">
                    <a:pos x="T8" y="T9"/>
                  </a:cxn>
                </a:cxnLst>
                <a:rect l="0" t="0" r="r" b="b"/>
                <a:pathLst>
                  <a:path w="43" h="43">
                    <a:moveTo>
                      <a:pt x="8" y="43"/>
                    </a:moveTo>
                    <a:lnTo>
                      <a:pt x="0" y="34"/>
                    </a:lnTo>
                    <a:lnTo>
                      <a:pt x="34" y="0"/>
                    </a:lnTo>
                    <a:lnTo>
                      <a:pt x="43" y="8"/>
                    </a:lnTo>
                    <a:lnTo>
                      <a:pt x="8" y="43"/>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4" name="Freeform 119">
                <a:extLst>
                  <a:ext uri="{FF2B5EF4-FFF2-40B4-BE49-F238E27FC236}">
                    <a16:creationId xmlns:a16="http://schemas.microsoft.com/office/drawing/2014/main" id="{1553C73F-F2EB-26C7-4742-29FD16E922BE}"/>
                  </a:ext>
                </a:extLst>
              </p:cNvPr>
              <p:cNvSpPr>
                <a:spLocks/>
              </p:cNvSpPr>
              <p:nvPr/>
            </p:nvSpPr>
            <p:spPr bwMode="auto">
              <a:xfrm>
                <a:off x="3923" y="1728"/>
                <a:ext cx="39" cy="68"/>
              </a:xfrm>
              <a:custGeom>
                <a:avLst/>
                <a:gdLst>
                  <a:gd name="T0" fmla="*/ 22 w 22"/>
                  <a:gd name="T1" fmla="*/ 20 h 39"/>
                  <a:gd name="T2" fmla="*/ 11 w 22"/>
                  <a:gd name="T3" fmla="*/ 0 h 39"/>
                  <a:gd name="T4" fmla="*/ 0 w 22"/>
                  <a:gd name="T5" fmla="*/ 20 h 39"/>
                  <a:gd name="T6" fmla="*/ 11 w 22"/>
                  <a:gd name="T7" fmla="*/ 39 h 39"/>
                  <a:gd name="T8" fmla="*/ 22 w 22"/>
                  <a:gd name="T9" fmla="*/ 20 h 39"/>
                </a:gdLst>
                <a:ahLst/>
                <a:cxnLst>
                  <a:cxn ang="0">
                    <a:pos x="T0" y="T1"/>
                  </a:cxn>
                  <a:cxn ang="0">
                    <a:pos x="T2" y="T3"/>
                  </a:cxn>
                  <a:cxn ang="0">
                    <a:pos x="T4" y="T5"/>
                  </a:cxn>
                  <a:cxn ang="0">
                    <a:pos x="T6" y="T7"/>
                  </a:cxn>
                  <a:cxn ang="0">
                    <a:pos x="T8" y="T9"/>
                  </a:cxn>
                </a:cxnLst>
                <a:rect l="0" t="0" r="r" b="b"/>
                <a:pathLst>
                  <a:path w="22" h="39">
                    <a:moveTo>
                      <a:pt x="22" y="20"/>
                    </a:moveTo>
                    <a:cubicBezTo>
                      <a:pt x="22" y="13"/>
                      <a:pt x="18" y="3"/>
                      <a:pt x="11" y="0"/>
                    </a:cubicBezTo>
                    <a:cubicBezTo>
                      <a:pt x="5" y="3"/>
                      <a:pt x="0" y="13"/>
                      <a:pt x="0" y="20"/>
                    </a:cubicBezTo>
                    <a:cubicBezTo>
                      <a:pt x="0" y="26"/>
                      <a:pt x="5" y="36"/>
                      <a:pt x="11" y="39"/>
                    </a:cubicBezTo>
                    <a:cubicBezTo>
                      <a:pt x="18" y="36"/>
                      <a:pt x="22" y="26"/>
                      <a:pt x="22" y="2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5" name="Freeform 120">
                <a:extLst>
                  <a:ext uri="{FF2B5EF4-FFF2-40B4-BE49-F238E27FC236}">
                    <a16:creationId xmlns:a16="http://schemas.microsoft.com/office/drawing/2014/main" id="{51071D79-3096-6214-7706-66D294155F17}"/>
                  </a:ext>
                </a:extLst>
              </p:cNvPr>
              <p:cNvSpPr>
                <a:spLocks/>
              </p:cNvSpPr>
              <p:nvPr/>
            </p:nvSpPr>
            <p:spPr bwMode="auto">
              <a:xfrm>
                <a:off x="3951" y="1772"/>
                <a:ext cx="61" cy="48"/>
              </a:xfrm>
              <a:custGeom>
                <a:avLst/>
                <a:gdLst>
                  <a:gd name="T0" fmla="*/ 1 w 35"/>
                  <a:gd name="T1" fmla="*/ 23 h 28"/>
                  <a:gd name="T2" fmla="*/ 23 w 35"/>
                  <a:gd name="T3" fmla="*/ 24 h 28"/>
                  <a:gd name="T4" fmla="*/ 34 w 35"/>
                  <a:gd name="T5" fmla="*/ 4 h 28"/>
                  <a:gd name="T6" fmla="*/ 12 w 35"/>
                  <a:gd name="T7" fmla="*/ 4 h 28"/>
                  <a:gd name="T8" fmla="*/ 1 w 35"/>
                  <a:gd name="T9" fmla="*/ 23 h 28"/>
                </a:gdLst>
                <a:ahLst/>
                <a:cxnLst>
                  <a:cxn ang="0">
                    <a:pos x="T0" y="T1"/>
                  </a:cxn>
                  <a:cxn ang="0">
                    <a:pos x="T2" y="T3"/>
                  </a:cxn>
                  <a:cxn ang="0">
                    <a:pos x="T4" y="T5"/>
                  </a:cxn>
                  <a:cxn ang="0">
                    <a:pos x="T6" y="T7"/>
                  </a:cxn>
                  <a:cxn ang="0">
                    <a:pos x="T8" y="T9"/>
                  </a:cxn>
                </a:cxnLst>
                <a:rect l="0" t="0" r="r" b="b"/>
                <a:pathLst>
                  <a:path w="35" h="28">
                    <a:moveTo>
                      <a:pt x="1" y="23"/>
                    </a:moveTo>
                    <a:cubicBezTo>
                      <a:pt x="6" y="28"/>
                      <a:pt x="17" y="27"/>
                      <a:pt x="23" y="24"/>
                    </a:cubicBezTo>
                    <a:cubicBezTo>
                      <a:pt x="29" y="20"/>
                      <a:pt x="35" y="12"/>
                      <a:pt x="34" y="4"/>
                    </a:cubicBezTo>
                    <a:cubicBezTo>
                      <a:pt x="29" y="0"/>
                      <a:pt x="18" y="1"/>
                      <a:pt x="12" y="4"/>
                    </a:cubicBezTo>
                    <a:cubicBezTo>
                      <a:pt x="6" y="8"/>
                      <a:pt x="0" y="16"/>
                      <a:pt x="1" y="2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6" name="Freeform 121">
                <a:extLst>
                  <a:ext uri="{FF2B5EF4-FFF2-40B4-BE49-F238E27FC236}">
                    <a16:creationId xmlns:a16="http://schemas.microsoft.com/office/drawing/2014/main" id="{E3F5ED59-EE86-2A86-8ACF-CBF79E6AA7D8}"/>
                  </a:ext>
                </a:extLst>
              </p:cNvPr>
              <p:cNvSpPr>
                <a:spLocks/>
              </p:cNvSpPr>
              <p:nvPr/>
            </p:nvSpPr>
            <p:spPr bwMode="auto">
              <a:xfrm>
                <a:off x="3951" y="1820"/>
                <a:ext cx="61" cy="49"/>
              </a:xfrm>
              <a:custGeom>
                <a:avLst/>
                <a:gdLst>
                  <a:gd name="T0" fmla="*/ 23 w 35"/>
                  <a:gd name="T1" fmla="*/ 24 h 28"/>
                  <a:gd name="T2" fmla="*/ 34 w 35"/>
                  <a:gd name="T3" fmla="*/ 5 h 28"/>
                  <a:gd name="T4" fmla="*/ 12 w 35"/>
                  <a:gd name="T5" fmla="*/ 4 h 28"/>
                  <a:gd name="T6" fmla="*/ 1 w 35"/>
                  <a:gd name="T7" fmla="*/ 23 h 28"/>
                  <a:gd name="T8" fmla="*/ 23 w 35"/>
                  <a:gd name="T9" fmla="*/ 24 h 28"/>
                </a:gdLst>
                <a:ahLst/>
                <a:cxnLst>
                  <a:cxn ang="0">
                    <a:pos x="T0" y="T1"/>
                  </a:cxn>
                  <a:cxn ang="0">
                    <a:pos x="T2" y="T3"/>
                  </a:cxn>
                  <a:cxn ang="0">
                    <a:pos x="T4" y="T5"/>
                  </a:cxn>
                  <a:cxn ang="0">
                    <a:pos x="T6" y="T7"/>
                  </a:cxn>
                  <a:cxn ang="0">
                    <a:pos x="T8" y="T9"/>
                  </a:cxn>
                </a:cxnLst>
                <a:rect l="0" t="0" r="r" b="b"/>
                <a:pathLst>
                  <a:path w="35" h="28">
                    <a:moveTo>
                      <a:pt x="23" y="24"/>
                    </a:moveTo>
                    <a:cubicBezTo>
                      <a:pt x="29" y="20"/>
                      <a:pt x="35" y="12"/>
                      <a:pt x="34" y="5"/>
                    </a:cubicBezTo>
                    <a:cubicBezTo>
                      <a:pt x="29" y="0"/>
                      <a:pt x="18" y="1"/>
                      <a:pt x="12" y="4"/>
                    </a:cubicBezTo>
                    <a:cubicBezTo>
                      <a:pt x="6" y="8"/>
                      <a:pt x="0" y="16"/>
                      <a:pt x="1" y="23"/>
                    </a:cubicBezTo>
                    <a:cubicBezTo>
                      <a:pt x="6" y="28"/>
                      <a:pt x="17" y="27"/>
                      <a:pt x="2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7" name="Freeform 122">
                <a:extLst>
                  <a:ext uri="{FF2B5EF4-FFF2-40B4-BE49-F238E27FC236}">
                    <a16:creationId xmlns:a16="http://schemas.microsoft.com/office/drawing/2014/main" id="{3831861B-25A8-A89F-909A-6AB678E5B2B6}"/>
                  </a:ext>
                </a:extLst>
              </p:cNvPr>
              <p:cNvSpPr>
                <a:spLocks/>
              </p:cNvSpPr>
              <p:nvPr/>
            </p:nvSpPr>
            <p:spPr bwMode="auto">
              <a:xfrm>
                <a:off x="3873" y="1772"/>
                <a:ext cx="63" cy="48"/>
              </a:xfrm>
              <a:custGeom>
                <a:avLst/>
                <a:gdLst>
                  <a:gd name="T0" fmla="*/ 13 w 36"/>
                  <a:gd name="T1" fmla="*/ 24 h 28"/>
                  <a:gd name="T2" fmla="*/ 35 w 36"/>
                  <a:gd name="T3" fmla="*/ 23 h 28"/>
                  <a:gd name="T4" fmla="*/ 24 w 36"/>
                  <a:gd name="T5" fmla="*/ 4 h 28"/>
                  <a:gd name="T6" fmla="*/ 1 w 36"/>
                  <a:gd name="T7" fmla="*/ 4 h 28"/>
                  <a:gd name="T8" fmla="*/ 13 w 36"/>
                  <a:gd name="T9" fmla="*/ 24 h 28"/>
                </a:gdLst>
                <a:ahLst/>
                <a:cxnLst>
                  <a:cxn ang="0">
                    <a:pos x="T0" y="T1"/>
                  </a:cxn>
                  <a:cxn ang="0">
                    <a:pos x="T2" y="T3"/>
                  </a:cxn>
                  <a:cxn ang="0">
                    <a:pos x="T4" y="T5"/>
                  </a:cxn>
                  <a:cxn ang="0">
                    <a:pos x="T6" y="T7"/>
                  </a:cxn>
                  <a:cxn ang="0">
                    <a:pos x="T8" y="T9"/>
                  </a:cxn>
                </a:cxnLst>
                <a:rect l="0" t="0" r="r" b="b"/>
                <a:pathLst>
                  <a:path w="36" h="28">
                    <a:moveTo>
                      <a:pt x="13" y="24"/>
                    </a:moveTo>
                    <a:cubicBezTo>
                      <a:pt x="19" y="27"/>
                      <a:pt x="29" y="28"/>
                      <a:pt x="35" y="23"/>
                    </a:cubicBezTo>
                    <a:cubicBezTo>
                      <a:pt x="36" y="16"/>
                      <a:pt x="30" y="8"/>
                      <a:pt x="24" y="4"/>
                    </a:cubicBezTo>
                    <a:cubicBezTo>
                      <a:pt x="18" y="1"/>
                      <a:pt x="7" y="0"/>
                      <a:pt x="1" y="4"/>
                    </a:cubicBezTo>
                    <a:cubicBezTo>
                      <a:pt x="0" y="12"/>
                      <a:pt x="7" y="20"/>
                      <a:pt x="1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8" name="Freeform 123">
                <a:extLst>
                  <a:ext uri="{FF2B5EF4-FFF2-40B4-BE49-F238E27FC236}">
                    <a16:creationId xmlns:a16="http://schemas.microsoft.com/office/drawing/2014/main" id="{CE5ECA1F-D2AA-D2A4-6741-2BB7EA5A43B1}"/>
                  </a:ext>
                </a:extLst>
              </p:cNvPr>
              <p:cNvSpPr>
                <a:spLocks/>
              </p:cNvSpPr>
              <p:nvPr/>
            </p:nvSpPr>
            <p:spPr bwMode="auto">
              <a:xfrm>
                <a:off x="3873" y="1820"/>
                <a:ext cx="63" cy="49"/>
              </a:xfrm>
              <a:custGeom>
                <a:avLst/>
                <a:gdLst>
                  <a:gd name="T0" fmla="*/ 13 w 36"/>
                  <a:gd name="T1" fmla="*/ 24 h 28"/>
                  <a:gd name="T2" fmla="*/ 35 w 36"/>
                  <a:gd name="T3" fmla="*/ 23 h 28"/>
                  <a:gd name="T4" fmla="*/ 24 w 36"/>
                  <a:gd name="T5" fmla="*/ 4 h 28"/>
                  <a:gd name="T6" fmla="*/ 1 w 36"/>
                  <a:gd name="T7" fmla="*/ 5 h 28"/>
                  <a:gd name="T8" fmla="*/ 13 w 36"/>
                  <a:gd name="T9" fmla="*/ 24 h 28"/>
                </a:gdLst>
                <a:ahLst/>
                <a:cxnLst>
                  <a:cxn ang="0">
                    <a:pos x="T0" y="T1"/>
                  </a:cxn>
                  <a:cxn ang="0">
                    <a:pos x="T2" y="T3"/>
                  </a:cxn>
                  <a:cxn ang="0">
                    <a:pos x="T4" y="T5"/>
                  </a:cxn>
                  <a:cxn ang="0">
                    <a:pos x="T6" y="T7"/>
                  </a:cxn>
                  <a:cxn ang="0">
                    <a:pos x="T8" y="T9"/>
                  </a:cxn>
                </a:cxnLst>
                <a:rect l="0" t="0" r="r" b="b"/>
                <a:pathLst>
                  <a:path w="36" h="28">
                    <a:moveTo>
                      <a:pt x="13" y="24"/>
                    </a:moveTo>
                    <a:cubicBezTo>
                      <a:pt x="19" y="27"/>
                      <a:pt x="29" y="28"/>
                      <a:pt x="35" y="23"/>
                    </a:cubicBezTo>
                    <a:cubicBezTo>
                      <a:pt x="36" y="16"/>
                      <a:pt x="30" y="8"/>
                      <a:pt x="24" y="4"/>
                    </a:cubicBezTo>
                    <a:cubicBezTo>
                      <a:pt x="18" y="1"/>
                      <a:pt x="7" y="0"/>
                      <a:pt x="1" y="5"/>
                    </a:cubicBezTo>
                    <a:cubicBezTo>
                      <a:pt x="0" y="12"/>
                      <a:pt x="7" y="20"/>
                      <a:pt x="1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9" name="Freeform 124">
                <a:extLst>
                  <a:ext uri="{FF2B5EF4-FFF2-40B4-BE49-F238E27FC236}">
                    <a16:creationId xmlns:a16="http://schemas.microsoft.com/office/drawing/2014/main" id="{E25E50E2-A407-C431-3433-C2369CD99A55}"/>
                  </a:ext>
                </a:extLst>
              </p:cNvPr>
              <p:cNvSpPr>
                <a:spLocks/>
              </p:cNvSpPr>
              <p:nvPr/>
            </p:nvSpPr>
            <p:spPr bwMode="auto">
              <a:xfrm>
                <a:off x="3939" y="1803"/>
                <a:ext cx="7" cy="78"/>
              </a:xfrm>
              <a:custGeom>
                <a:avLst/>
                <a:gdLst>
                  <a:gd name="T0" fmla="*/ 0 w 4"/>
                  <a:gd name="T1" fmla="*/ 1 h 45"/>
                  <a:gd name="T2" fmla="*/ 0 w 4"/>
                  <a:gd name="T3" fmla="*/ 44 h 45"/>
                  <a:gd name="T4" fmla="*/ 2 w 4"/>
                  <a:gd name="T5" fmla="*/ 45 h 45"/>
                  <a:gd name="T6" fmla="*/ 4 w 4"/>
                  <a:gd name="T7" fmla="*/ 44 h 45"/>
                  <a:gd name="T8" fmla="*/ 4 w 4"/>
                  <a:gd name="T9" fmla="*/ 1 h 45"/>
                  <a:gd name="T10" fmla="*/ 2 w 4"/>
                  <a:gd name="T11" fmla="*/ 0 h 45"/>
                  <a:gd name="T12" fmla="*/ 0 w 4"/>
                  <a:gd name="T13" fmla="*/ 1 h 45"/>
                </a:gdLst>
                <a:ahLst/>
                <a:cxnLst>
                  <a:cxn ang="0">
                    <a:pos x="T0" y="T1"/>
                  </a:cxn>
                  <a:cxn ang="0">
                    <a:pos x="T2" y="T3"/>
                  </a:cxn>
                  <a:cxn ang="0">
                    <a:pos x="T4" y="T5"/>
                  </a:cxn>
                  <a:cxn ang="0">
                    <a:pos x="T6" y="T7"/>
                  </a:cxn>
                  <a:cxn ang="0">
                    <a:pos x="T8" y="T9"/>
                  </a:cxn>
                  <a:cxn ang="0">
                    <a:pos x="T10" y="T11"/>
                  </a:cxn>
                  <a:cxn ang="0">
                    <a:pos x="T12" y="T13"/>
                  </a:cxn>
                </a:cxnLst>
                <a:rect l="0" t="0" r="r" b="b"/>
                <a:pathLst>
                  <a:path w="4" h="45">
                    <a:moveTo>
                      <a:pt x="0" y="1"/>
                    </a:moveTo>
                    <a:cubicBezTo>
                      <a:pt x="0" y="44"/>
                      <a:pt x="0" y="44"/>
                      <a:pt x="0" y="44"/>
                    </a:cubicBezTo>
                    <a:cubicBezTo>
                      <a:pt x="0" y="44"/>
                      <a:pt x="1" y="45"/>
                      <a:pt x="2" y="45"/>
                    </a:cubicBezTo>
                    <a:cubicBezTo>
                      <a:pt x="4" y="45"/>
                      <a:pt x="4" y="44"/>
                      <a:pt x="4" y="44"/>
                    </a:cubicBezTo>
                    <a:cubicBezTo>
                      <a:pt x="4" y="1"/>
                      <a:pt x="4" y="1"/>
                      <a:pt x="4" y="1"/>
                    </a:cubicBezTo>
                    <a:cubicBezTo>
                      <a:pt x="4" y="1"/>
                      <a:pt x="4" y="0"/>
                      <a:pt x="2" y="0"/>
                    </a:cubicBezTo>
                    <a:cubicBezTo>
                      <a:pt x="1" y="0"/>
                      <a:pt x="0" y="1"/>
                      <a:pt x="0"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50" name="Freeform 125">
                <a:extLst>
                  <a:ext uri="{FF2B5EF4-FFF2-40B4-BE49-F238E27FC236}">
                    <a16:creationId xmlns:a16="http://schemas.microsoft.com/office/drawing/2014/main" id="{D7601902-2583-4341-B48F-96273AC2AB30}"/>
                  </a:ext>
                </a:extLst>
              </p:cNvPr>
              <p:cNvSpPr>
                <a:spLocks/>
              </p:cNvSpPr>
              <p:nvPr/>
            </p:nvSpPr>
            <p:spPr bwMode="auto">
              <a:xfrm>
                <a:off x="3076" y="2249"/>
                <a:ext cx="92" cy="84"/>
              </a:xfrm>
              <a:custGeom>
                <a:avLst/>
                <a:gdLst>
                  <a:gd name="T0" fmla="*/ 6 w 53"/>
                  <a:gd name="T1" fmla="*/ 5 h 48"/>
                  <a:gd name="T2" fmla="*/ 1 w 53"/>
                  <a:gd name="T3" fmla="*/ 14 h 48"/>
                  <a:gd name="T4" fmla="*/ 0 w 53"/>
                  <a:gd name="T5" fmla="*/ 17 h 48"/>
                  <a:gd name="T6" fmla="*/ 0 w 53"/>
                  <a:gd name="T7" fmla="*/ 17 h 48"/>
                  <a:gd name="T8" fmla="*/ 0 w 53"/>
                  <a:gd name="T9" fmla="*/ 20 h 48"/>
                  <a:gd name="T10" fmla="*/ 0 w 53"/>
                  <a:gd name="T11" fmla="*/ 22 h 48"/>
                  <a:gd name="T12" fmla="*/ 2 w 53"/>
                  <a:gd name="T13" fmla="*/ 31 h 48"/>
                  <a:gd name="T14" fmla="*/ 8 w 53"/>
                  <a:gd name="T15" fmla="*/ 42 h 48"/>
                  <a:gd name="T16" fmla="*/ 8 w 53"/>
                  <a:gd name="T17" fmla="*/ 42 h 48"/>
                  <a:gd name="T18" fmla="*/ 12 w 53"/>
                  <a:gd name="T19" fmla="*/ 46 h 48"/>
                  <a:gd name="T20" fmla="*/ 13 w 53"/>
                  <a:gd name="T21" fmla="*/ 46 h 48"/>
                  <a:gd name="T22" fmla="*/ 19 w 53"/>
                  <a:gd name="T23" fmla="*/ 47 h 48"/>
                  <a:gd name="T24" fmla="*/ 19 w 53"/>
                  <a:gd name="T25" fmla="*/ 47 h 48"/>
                  <a:gd name="T26" fmla="*/ 22 w 53"/>
                  <a:gd name="T27" fmla="*/ 46 h 48"/>
                  <a:gd name="T28" fmla="*/ 23 w 53"/>
                  <a:gd name="T29" fmla="*/ 45 h 48"/>
                  <a:gd name="T30" fmla="*/ 27 w 53"/>
                  <a:gd name="T31" fmla="*/ 45 h 48"/>
                  <a:gd name="T32" fmla="*/ 27 w 53"/>
                  <a:gd name="T33" fmla="*/ 45 h 48"/>
                  <a:gd name="T34" fmla="*/ 30 w 53"/>
                  <a:gd name="T35" fmla="*/ 45 h 48"/>
                  <a:gd name="T36" fmla="*/ 32 w 53"/>
                  <a:gd name="T37" fmla="*/ 46 h 48"/>
                  <a:gd name="T38" fmla="*/ 35 w 53"/>
                  <a:gd name="T39" fmla="*/ 47 h 48"/>
                  <a:gd name="T40" fmla="*/ 35 w 53"/>
                  <a:gd name="T41" fmla="*/ 47 h 48"/>
                  <a:gd name="T42" fmla="*/ 41 w 53"/>
                  <a:gd name="T43" fmla="*/ 46 h 48"/>
                  <a:gd name="T44" fmla="*/ 42 w 53"/>
                  <a:gd name="T45" fmla="*/ 46 h 48"/>
                  <a:gd name="T46" fmla="*/ 45 w 53"/>
                  <a:gd name="T47" fmla="*/ 42 h 48"/>
                  <a:gd name="T48" fmla="*/ 46 w 53"/>
                  <a:gd name="T49" fmla="*/ 42 h 48"/>
                  <a:gd name="T50" fmla="*/ 51 w 53"/>
                  <a:gd name="T51" fmla="*/ 31 h 48"/>
                  <a:gd name="T52" fmla="*/ 53 w 53"/>
                  <a:gd name="T53" fmla="*/ 22 h 48"/>
                  <a:gd name="T54" fmla="*/ 53 w 53"/>
                  <a:gd name="T55" fmla="*/ 20 h 48"/>
                  <a:gd name="T56" fmla="*/ 53 w 53"/>
                  <a:gd name="T57" fmla="*/ 17 h 48"/>
                  <a:gd name="T58" fmla="*/ 53 w 53"/>
                  <a:gd name="T59" fmla="*/ 17 h 48"/>
                  <a:gd name="T60" fmla="*/ 53 w 53"/>
                  <a:gd name="T61" fmla="*/ 14 h 48"/>
                  <a:gd name="T62" fmla="*/ 48 w 53"/>
                  <a:gd name="T63" fmla="*/ 5 h 48"/>
                  <a:gd name="T64" fmla="*/ 47 w 53"/>
                  <a:gd name="T65" fmla="*/ 3 h 48"/>
                  <a:gd name="T66" fmla="*/ 39 w 53"/>
                  <a:gd name="T67" fmla="*/ 0 h 48"/>
                  <a:gd name="T68" fmla="*/ 31 w 53"/>
                  <a:gd name="T69" fmla="*/ 1 h 48"/>
                  <a:gd name="T70" fmla="*/ 27 w 53"/>
                  <a:gd name="T71" fmla="*/ 3 h 48"/>
                  <a:gd name="T72" fmla="*/ 23 w 53"/>
                  <a:gd name="T73" fmla="*/ 1 h 48"/>
                  <a:gd name="T74" fmla="*/ 14 w 53"/>
                  <a:gd name="T75" fmla="*/ 0 h 48"/>
                  <a:gd name="T76" fmla="*/ 7 w 53"/>
                  <a:gd name="T77" fmla="*/ 3 h 48"/>
                  <a:gd name="T78" fmla="*/ 6 w 53"/>
                  <a:gd name="T79"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3" h="48">
                    <a:moveTo>
                      <a:pt x="6" y="5"/>
                    </a:moveTo>
                    <a:cubicBezTo>
                      <a:pt x="3" y="7"/>
                      <a:pt x="1" y="11"/>
                      <a:pt x="1" y="14"/>
                    </a:cubicBezTo>
                    <a:cubicBezTo>
                      <a:pt x="0" y="15"/>
                      <a:pt x="0" y="16"/>
                      <a:pt x="0" y="17"/>
                    </a:cubicBezTo>
                    <a:cubicBezTo>
                      <a:pt x="0" y="17"/>
                      <a:pt x="0" y="17"/>
                      <a:pt x="0" y="17"/>
                    </a:cubicBezTo>
                    <a:cubicBezTo>
                      <a:pt x="0" y="18"/>
                      <a:pt x="0" y="19"/>
                      <a:pt x="0" y="20"/>
                    </a:cubicBezTo>
                    <a:cubicBezTo>
                      <a:pt x="0" y="21"/>
                      <a:pt x="0" y="22"/>
                      <a:pt x="0" y="22"/>
                    </a:cubicBezTo>
                    <a:cubicBezTo>
                      <a:pt x="1" y="25"/>
                      <a:pt x="1" y="28"/>
                      <a:pt x="2" y="31"/>
                    </a:cubicBezTo>
                    <a:cubicBezTo>
                      <a:pt x="4" y="35"/>
                      <a:pt x="6" y="38"/>
                      <a:pt x="8" y="42"/>
                    </a:cubicBezTo>
                    <a:cubicBezTo>
                      <a:pt x="8" y="42"/>
                      <a:pt x="8" y="42"/>
                      <a:pt x="8" y="42"/>
                    </a:cubicBezTo>
                    <a:cubicBezTo>
                      <a:pt x="9" y="43"/>
                      <a:pt x="11" y="45"/>
                      <a:pt x="12" y="46"/>
                    </a:cubicBezTo>
                    <a:cubicBezTo>
                      <a:pt x="12" y="46"/>
                      <a:pt x="13" y="46"/>
                      <a:pt x="13" y="46"/>
                    </a:cubicBezTo>
                    <a:cubicBezTo>
                      <a:pt x="15" y="48"/>
                      <a:pt x="17" y="48"/>
                      <a:pt x="19" y="47"/>
                    </a:cubicBezTo>
                    <a:cubicBezTo>
                      <a:pt x="19" y="47"/>
                      <a:pt x="19" y="47"/>
                      <a:pt x="19" y="47"/>
                    </a:cubicBezTo>
                    <a:cubicBezTo>
                      <a:pt x="20" y="47"/>
                      <a:pt x="21" y="46"/>
                      <a:pt x="22" y="46"/>
                    </a:cubicBezTo>
                    <a:cubicBezTo>
                      <a:pt x="22" y="46"/>
                      <a:pt x="23" y="46"/>
                      <a:pt x="23" y="45"/>
                    </a:cubicBezTo>
                    <a:cubicBezTo>
                      <a:pt x="25" y="45"/>
                      <a:pt x="27" y="45"/>
                      <a:pt x="27" y="45"/>
                    </a:cubicBezTo>
                    <a:cubicBezTo>
                      <a:pt x="27" y="45"/>
                      <a:pt x="27" y="45"/>
                      <a:pt x="27" y="45"/>
                    </a:cubicBezTo>
                    <a:cubicBezTo>
                      <a:pt x="28" y="45"/>
                      <a:pt x="29" y="45"/>
                      <a:pt x="30" y="45"/>
                    </a:cubicBezTo>
                    <a:cubicBezTo>
                      <a:pt x="31" y="46"/>
                      <a:pt x="31" y="46"/>
                      <a:pt x="32" y="46"/>
                    </a:cubicBezTo>
                    <a:cubicBezTo>
                      <a:pt x="33" y="46"/>
                      <a:pt x="34" y="47"/>
                      <a:pt x="35" y="47"/>
                    </a:cubicBezTo>
                    <a:cubicBezTo>
                      <a:pt x="35" y="47"/>
                      <a:pt x="35" y="47"/>
                      <a:pt x="35" y="47"/>
                    </a:cubicBezTo>
                    <a:cubicBezTo>
                      <a:pt x="37" y="48"/>
                      <a:pt x="39" y="48"/>
                      <a:pt x="41" y="46"/>
                    </a:cubicBezTo>
                    <a:cubicBezTo>
                      <a:pt x="41" y="46"/>
                      <a:pt x="41" y="46"/>
                      <a:pt x="42" y="46"/>
                    </a:cubicBezTo>
                    <a:cubicBezTo>
                      <a:pt x="43" y="45"/>
                      <a:pt x="44" y="43"/>
                      <a:pt x="45" y="42"/>
                    </a:cubicBezTo>
                    <a:cubicBezTo>
                      <a:pt x="45" y="42"/>
                      <a:pt x="45" y="42"/>
                      <a:pt x="46" y="42"/>
                    </a:cubicBezTo>
                    <a:cubicBezTo>
                      <a:pt x="48" y="38"/>
                      <a:pt x="50" y="35"/>
                      <a:pt x="51" y="31"/>
                    </a:cubicBezTo>
                    <a:cubicBezTo>
                      <a:pt x="52" y="28"/>
                      <a:pt x="53" y="25"/>
                      <a:pt x="53" y="22"/>
                    </a:cubicBezTo>
                    <a:cubicBezTo>
                      <a:pt x="53" y="22"/>
                      <a:pt x="53" y="21"/>
                      <a:pt x="53" y="20"/>
                    </a:cubicBezTo>
                    <a:cubicBezTo>
                      <a:pt x="53" y="19"/>
                      <a:pt x="53" y="18"/>
                      <a:pt x="53" y="17"/>
                    </a:cubicBezTo>
                    <a:cubicBezTo>
                      <a:pt x="53" y="17"/>
                      <a:pt x="53" y="17"/>
                      <a:pt x="53" y="17"/>
                    </a:cubicBezTo>
                    <a:cubicBezTo>
                      <a:pt x="53" y="16"/>
                      <a:pt x="53" y="15"/>
                      <a:pt x="53" y="14"/>
                    </a:cubicBezTo>
                    <a:cubicBezTo>
                      <a:pt x="52" y="11"/>
                      <a:pt x="51" y="7"/>
                      <a:pt x="48" y="5"/>
                    </a:cubicBezTo>
                    <a:cubicBezTo>
                      <a:pt x="48" y="4"/>
                      <a:pt x="47" y="4"/>
                      <a:pt x="47" y="3"/>
                    </a:cubicBezTo>
                    <a:cubicBezTo>
                      <a:pt x="45" y="2"/>
                      <a:pt x="42" y="1"/>
                      <a:pt x="39" y="0"/>
                    </a:cubicBezTo>
                    <a:cubicBezTo>
                      <a:pt x="36" y="0"/>
                      <a:pt x="34" y="0"/>
                      <a:pt x="31" y="1"/>
                    </a:cubicBezTo>
                    <a:cubicBezTo>
                      <a:pt x="30" y="2"/>
                      <a:pt x="27" y="3"/>
                      <a:pt x="27" y="3"/>
                    </a:cubicBezTo>
                    <a:cubicBezTo>
                      <a:pt x="27" y="3"/>
                      <a:pt x="24" y="2"/>
                      <a:pt x="23" y="1"/>
                    </a:cubicBezTo>
                    <a:cubicBezTo>
                      <a:pt x="20" y="0"/>
                      <a:pt x="17" y="0"/>
                      <a:pt x="14" y="0"/>
                    </a:cubicBezTo>
                    <a:cubicBezTo>
                      <a:pt x="11" y="1"/>
                      <a:pt x="9" y="2"/>
                      <a:pt x="7" y="3"/>
                    </a:cubicBezTo>
                    <a:cubicBezTo>
                      <a:pt x="6" y="4"/>
                      <a:pt x="6" y="4"/>
                      <a:pt x="6" y="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1" name="Freeform 126">
                <a:extLst>
                  <a:ext uri="{FF2B5EF4-FFF2-40B4-BE49-F238E27FC236}">
                    <a16:creationId xmlns:a16="http://schemas.microsoft.com/office/drawing/2014/main" id="{DA8FD0BA-2C0A-3D1A-1B07-C7756563FFE4}"/>
                  </a:ext>
                </a:extLst>
              </p:cNvPr>
              <p:cNvSpPr>
                <a:spLocks/>
              </p:cNvSpPr>
              <p:nvPr/>
            </p:nvSpPr>
            <p:spPr bwMode="auto">
              <a:xfrm>
                <a:off x="3100" y="2223"/>
                <a:ext cx="23" cy="26"/>
              </a:xfrm>
              <a:custGeom>
                <a:avLst/>
                <a:gdLst>
                  <a:gd name="T0" fmla="*/ 4 w 13"/>
                  <a:gd name="T1" fmla="*/ 11 h 15"/>
                  <a:gd name="T2" fmla="*/ 9 w 13"/>
                  <a:gd name="T3" fmla="*/ 14 h 15"/>
                  <a:gd name="T4" fmla="*/ 12 w 13"/>
                  <a:gd name="T5" fmla="*/ 14 h 15"/>
                  <a:gd name="T6" fmla="*/ 13 w 13"/>
                  <a:gd name="T7" fmla="*/ 14 h 15"/>
                  <a:gd name="T8" fmla="*/ 10 w 13"/>
                  <a:gd name="T9" fmla="*/ 6 h 15"/>
                  <a:gd name="T10" fmla="*/ 1 w 13"/>
                  <a:gd name="T11" fmla="*/ 0 h 15"/>
                  <a:gd name="T12" fmla="*/ 1 w 13"/>
                  <a:gd name="T13" fmla="*/ 0 h 15"/>
                  <a:gd name="T14" fmla="*/ 0 w 13"/>
                  <a:gd name="T15" fmla="*/ 0 h 15"/>
                  <a:gd name="T16" fmla="*/ 0 w 13"/>
                  <a:gd name="T17" fmla="*/ 4 h 15"/>
                  <a:gd name="T18" fmla="*/ 4 w 13"/>
                  <a:gd name="T19"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5">
                    <a:moveTo>
                      <a:pt x="4" y="11"/>
                    </a:moveTo>
                    <a:cubicBezTo>
                      <a:pt x="6" y="12"/>
                      <a:pt x="7" y="14"/>
                      <a:pt x="9" y="14"/>
                    </a:cubicBezTo>
                    <a:cubicBezTo>
                      <a:pt x="10" y="14"/>
                      <a:pt x="11" y="15"/>
                      <a:pt x="12" y="14"/>
                    </a:cubicBezTo>
                    <a:cubicBezTo>
                      <a:pt x="13" y="14"/>
                      <a:pt x="13" y="14"/>
                      <a:pt x="13" y="14"/>
                    </a:cubicBezTo>
                    <a:cubicBezTo>
                      <a:pt x="13" y="11"/>
                      <a:pt x="12" y="8"/>
                      <a:pt x="10" y="6"/>
                    </a:cubicBezTo>
                    <a:cubicBezTo>
                      <a:pt x="8" y="3"/>
                      <a:pt x="5" y="1"/>
                      <a:pt x="1" y="0"/>
                    </a:cubicBezTo>
                    <a:cubicBezTo>
                      <a:pt x="1" y="0"/>
                      <a:pt x="1" y="0"/>
                      <a:pt x="1" y="0"/>
                    </a:cubicBezTo>
                    <a:cubicBezTo>
                      <a:pt x="1" y="0"/>
                      <a:pt x="0" y="0"/>
                      <a:pt x="0" y="0"/>
                    </a:cubicBezTo>
                    <a:cubicBezTo>
                      <a:pt x="0" y="1"/>
                      <a:pt x="0" y="2"/>
                      <a:pt x="0" y="4"/>
                    </a:cubicBezTo>
                    <a:cubicBezTo>
                      <a:pt x="1" y="6"/>
                      <a:pt x="2" y="9"/>
                      <a:pt x="4" y="11"/>
                    </a:cubicBez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2" name="Oval 127">
                <a:extLst>
                  <a:ext uri="{FF2B5EF4-FFF2-40B4-BE49-F238E27FC236}">
                    <a16:creationId xmlns:a16="http://schemas.microsoft.com/office/drawing/2014/main" id="{91FD5827-6AF7-7618-90A0-F81304283D4D}"/>
                  </a:ext>
                </a:extLst>
              </p:cNvPr>
              <p:cNvSpPr>
                <a:spLocks noChangeArrowheads="1"/>
              </p:cNvSpPr>
              <p:nvPr/>
            </p:nvSpPr>
            <p:spPr bwMode="auto">
              <a:xfrm>
                <a:off x="1629" y="1635"/>
                <a:ext cx="467" cy="46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3" name="Oval 128">
                <a:extLst>
                  <a:ext uri="{FF2B5EF4-FFF2-40B4-BE49-F238E27FC236}">
                    <a16:creationId xmlns:a16="http://schemas.microsoft.com/office/drawing/2014/main" id="{6E12B887-3B97-7D82-63AB-8789BF4D0AFC}"/>
                  </a:ext>
                </a:extLst>
              </p:cNvPr>
              <p:cNvSpPr>
                <a:spLocks noChangeArrowheads="1"/>
              </p:cNvSpPr>
              <p:nvPr/>
            </p:nvSpPr>
            <p:spPr bwMode="auto">
              <a:xfrm>
                <a:off x="2030" y="3123"/>
                <a:ext cx="464" cy="462"/>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4" name="Oval 129">
                <a:extLst>
                  <a:ext uri="{FF2B5EF4-FFF2-40B4-BE49-F238E27FC236}">
                    <a16:creationId xmlns:a16="http://schemas.microsoft.com/office/drawing/2014/main" id="{F41B6E92-97DD-673B-A29C-2713BA3B03DE}"/>
                  </a:ext>
                </a:extLst>
              </p:cNvPr>
              <p:cNvSpPr>
                <a:spLocks noChangeArrowheads="1"/>
              </p:cNvSpPr>
              <p:nvPr/>
            </p:nvSpPr>
            <p:spPr bwMode="auto">
              <a:xfrm>
                <a:off x="5184" y="-2"/>
                <a:ext cx="466" cy="467"/>
              </a:xfrm>
              <a:prstGeom prst="ellipse">
                <a:avLst/>
              </a:prstGeom>
              <a:solidFill>
                <a:srgbClr val="0F74E3"/>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5" name="Oval 130">
                <a:extLst>
                  <a:ext uri="{FF2B5EF4-FFF2-40B4-BE49-F238E27FC236}">
                    <a16:creationId xmlns:a16="http://schemas.microsoft.com/office/drawing/2014/main" id="{68F0B420-E7F6-B4AE-A9BE-46E21DEB48FD}"/>
                  </a:ext>
                </a:extLst>
              </p:cNvPr>
              <p:cNvSpPr>
                <a:spLocks noChangeArrowheads="1"/>
              </p:cNvSpPr>
              <p:nvPr/>
            </p:nvSpPr>
            <p:spPr bwMode="auto">
              <a:xfrm>
                <a:off x="2029" y="-2"/>
                <a:ext cx="467" cy="46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6" name="Oval 131">
                <a:extLst>
                  <a:ext uri="{FF2B5EF4-FFF2-40B4-BE49-F238E27FC236}">
                    <a16:creationId xmlns:a16="http://schemas.microsoft.com/office/drawing/2014/main" id="{F7725825-E815-6317-FDCA-7A45144CAB8C}"/>
                  </a:ext>
                </a:extLst>
              </p:cNvPr>
              <p:cNvSpPr>
                <a:spLocks noChangeArrowheads="1"/>
              </p:cNvSpPr>
              <p:nvPr/>
            </p:nvSpPr>
            <p:spPr bwMode="auto">
              <a:xfrm>
                <a:off x="5186" y="3121"/>
                <a:ext cx="464" cy="466"/>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7" name="Oval 132">
                <a:extLst>
                  <a:ext uri="{FF2B5EF4-FFF2-40B4-BE49-F238E27FC236}">
                    <a16:creationId xmlns:a16="http://schemas.microsoft.com/office/drawing/2014/main" id="{9F19F9F5-1AAD-683D-E6D2-0A308A759C0B}"/>
                  </a:ext>
                </a:extLst>
              </p:cNvPr>
              <p:cNvSpPr>
                <a:spLocks noChangeArrowheads="1"/>
              </p:cNvSpPr>
              <p:nvPr/>
            </p:nvSpPr>
            <p:spPr bwMode="auto">
              <a:xfrm>
                <a:off x="5585" y="1636"/>
                <a:ext cx="466" cy="46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8" name="Freeform 133">
                <a:extLst>
                  <a:ext uri="{FF2B5EF4-FFF2-40B4-BE49-F238E27FC236}">
                    <a16:creationId xmlns:a16="http://schemas.microsoft.com/office/drawing/2014/main" id="{92270BD8-59F6-E043-EFE1-8DDD2BAAD779}"/>
                  </a:ext>
                </a:extLst>
              </p:cNvPr>
              <p:cNvSpPr>
                <a:spLocks/>
              </p:cNvSpPr>
              <p:nvPr/>
            </p:nvSpPr>
            <p:spPr bwMode="auto">
              <a:xfrm>
                <a:off x="4936" y="448"/>
                <a:ext cx="278" cy="299"/>
              </a:xfrm>
              <a:custGeom>
                <a:avLst/>
                <a:gdLst>
                  <a:gd name="T0" fmla="*/ 0 w 278"/>
                  <a:gd name="T1" fmla="*/ 282 h 299"/>
                  <a:gd name="T2" fmla="*/ 259 w 278"/>
                  <a:gd name="T3" fmla="*/ 0 h 299"/>
                  <a:gd name="T4" fmla="*/ 278 w 278"/>
                  <a:gd name="T5" fmla="*/ 17 h 299"/>
                  <a:gd name="T6" fmla="*/ 19 w 278"/>
                  <a:gd name="T7" fmla="*/ 299 h 299"/>
                  <a:gd name="T8" fmla="*/ 0 w 278"/>
                  <a:gd name="T9" fmla="*/ 282 h 299"/>
                </a:gdLst>
                <a:ahLst/>
                <a:cxnLst>
                  <a:cxn ang="0">
                    <a:pos x="T0" y="T1"/>
                  </a:cxn>
                  <a:cxn ang="0">
                    <a:pos x="T2" y="T3"/>
                  </a:cxn>
                  <a:cxn ang="0">
                    <a:pos x="T4" y="T5"/>
                  </a:cxn>
                  <a:cxn ang="0">
                    <a:pos x="T6" y="T7"/>
                  </a:cxn>
                  <a:cxn ang="0">
                    <a:pos x="T8" y="T9"/>
                  </a:cxn>
                </a:cxnLst>
                <a:rect l="0" t="0" r="r" b="b"/>
                <a:pathLst>
                  <a:path w="278" h="299">
                    <a:moveTo>
                      <a:pt x="0" y="282"/>
                    </a:moveTo>
                    <a:lnTo>
                      <a:pt x="259" y="0"/>
                    </a:lnTo>
                    <a:lnTo>
                      <a:pt x="278" y="17"/>
                    </a:lnTo>
                    <a:lnTo>
                      <a:pt x="19" y="299"/>
                    </a:lnTo>
                    <a:lnTo>
                      <a:pt x="0" y="28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9" name="Freeform 134">
                <a:extLst>
                  <a:ext uri="{FF2B5EF4-FFF2-40B4-BE49-F238E27FC236}">
                    <a16:creationId xmlns:a16="http://schemas.microsoft.com/office/drawing/2014/main" id="{DAE2A1E6-2D88-47C2-C7BF-7C57B2F6D197}"/>
                  </a:ext>
                </a:extLst>
              </p:cNvPr>
              <p:cNvSpPr>
                <a:spLocks/>
              </p:cNvSpPr>
              <p:nvPr/>
            </p:nvSpPr>
            <p:spPr bwMode="auto">
              <a:xfrm>
                <a:off x="4922" y="677"/>
                <a:ext cx="80" cy="86"/>
              </a:xfrm>
              <a:custGeom>
                <a:avLst/>
                <a:gdLst>
                  <a:gd name="T0" fmla="*/ 2 w 80"/>
                  <a:gd name="T1" fmla="*/ 0 h 86"/>
                  <a:gd name="T2" fmla="*/ 80 w 80"/>
                  <a:gd name="T3" fmla="*/ 80 h 86"/>
                  <a:gd name="T4" fmla="*/ 0 w 80"/>
                  <a:gd name="T5" fmla="*/ 86 h 86"/>
                  <a:gd name="T6" fmla="*/ 2 w 80"/>
                  <a:gd name="T7" fmla="*/ 0 h 86"/>
                </a:gdLst>
                <a:ahLst/>
                <a:cxnLst>
                  <a:cxn ang="0">
                    <a:pos x="T0" y="T1"/>
                  </a:cxn>
                  <a:cxn ang="0">
                    <a:pos x="T2" y="T3"/>
                  </a:cxn>
                  <a:cxn ang="0">
                    <a:pos x="T4" y="T5"/>
                  </a:cxn>
                  <a:cxn ang="0">
                    <a:pos x="T6" y="T7"/>
                  </a:cxn>
                </a:cxnLst>
                <a:rect l="0" t="0" r="r" b="b"/>
                <a:pathLst>
                  <a:path w="80" h="86">
                    <a:moveTo>
                      <a:pt x="2" y="0"/>
                    </a:moveTo>
                    <a:lnTo>
                      <a:pt x="80" y="80"/>
                    </a:lnTo>
                    <a:lnTo>
                      <a:pt x="0" y="86"/>
                    </a:lnTo>
                    <a:lnTo>
                      <a:pt x="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0" name="Freeform 135">
                <a:extLst>
                  <a:ext uri="{FF2B5EF4-FFF2-40B4-BE49-F238E27FC236}">
                    <a16:creationId xmlns:a16="http://schemas.microsoft.com/office/drawing/2014/main" id="{637EC0E4-BAF0-7DFB-AD1E-D6C9FD688CD9}"/>
                  </a:ext>
                </a:extLst>
              </p:cNvPr>
              <p:cNvSpPr>
                <a:spLocks/>
              </p:cNvSpPr>
              <p:nvPr/>
            </p:nvSpPr>
            <p:spPr bwMode="auto">
              <a:xfrm>
                <a:off x="5139" y="1874"/>
                <a:ext cx="382" cy="28"/>
              </a:xfrm>
              <a:custGeom>
                <a:avLst/>
                <a:gdLst>
                  <a:gd name="T0" fmla="*/ 0 w 382"/>
                  <a:gd name="T1" fmla="*/ 0 h 28"/>
                  <a:gd name="T2" fmla="*/ 382 w 382"/>
                  <a:gd name="T3" fmla="*/ 2 h 28"/>
                  <a:gd name="T4" fmla="*/ 382 w 382"/>
                  <a:gd name="T5" fmla="*/ 28 h 28"/>
                  <a:gd name="T6" fmla="*/ 0 w 382"/>
                  <a:gd name="T7" fmla="*/ 26 h 28"/>
                  <a:gd name="T8" fmla="*/ 0 w 382"/>
                  <a:gd name="T9" fmla="*/ 0 h 28"/>
                </a:gdLst>
                <a:ahLst/>
                <a:cxnLst>
                  <a:cxn ang="0">
                    <a:pos x="T0" y="T1"/>
                  </a:cxn>
                  <a:cxn ang="0">
                    <a:pos x="T2" y="T3"/>
                  </a:cxn>
                  <a:cxn ang="0">
                    <a:pos x="T4" y="T5"/>
                  </a:cxn>
                  <a:cxn ang="0">
                    <a:pos x="T6" y="T7"/>
                  </a:cxn>
                  <a:cxn ang="0">
                    <a:pos x="T8" y="T9"/>
                  </a:cxn>
                </a:cxnLst>
                <a:rect l="0" t="0" r="r" b="b"/>
                <a:pathLst>
                  <a:path w="382" h="28">
                    <a:moveTo>
                      <a:pt x="0" y="0"/>
                    </a:moveTo>
                    <a:lnTo>
                      <a:pt x="382" y="2"/>
                    </a:lnTo>
                    <a:lnTo>
                      <a:pt x="382" y="28"/>
                    </a:lnTo>
                    <a:lnTo>
                      <a:pt x="0" y="26"/>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1" name="Freeform 136">
                <a:extLst>
                  <a:ext uri="{FF2B5EF4-FFF2-40B4-BE49-F238E27FC236}">
                    <a16:creationId xmlns:a16="http://schemas.microsoft.com/office/drawing/2014/main" id="{4DC19567-D4A8-F5AE-1389-BC137AC690F9}"/>
                  </a:ext>
                </a:extLst>
              </p:cNvPr>
              <p:cNvSpPr>
                <a:spLocks/>
              </p:cNvSpPr>
              <p:nvPr/>
            </p:nvSpPr>
            <p:spPr bwMode="auto">
              <a:xfrm>
                <a:off x="5106" y="1831"/>
                <a:ext cx="63" cy="111"/>
              </a:xfrm>
              <a:custGeom>
                <a:avLst/>
                <a:gdLst>
                  <a:gd name="T0" fmla="*/ 63 w 63"/>
                  <a:gd name="T1" fmla="*/ 0 h 111"/>
                  <a:gd name="T2" fmla="*/ 59 w 63"/>
                  <a:gd name="T3" fmla="*/ 111 h 111"/>
                  <a:gd name="T4" fmla="*/ 0 w 63"/>
                  <a:gd name="T5" fmla="*/ 55 h 111"/>
                  <a:gd name="T6" fmla="*/ 63 w 63"/>
                  <a:gd name="T7" fmla="*/ 0 h 111"/>
                </a:gdLst>
                <a:ahLst/>
                <a:cxnLst>
                  <a:cxn ang="0">
                    <a:pos x="T0" y="T1"/>
                  </a:cxn>
                  <a:cxn ang="0">
                    <a:pos x="T2" y="T3"/>
                  </a:cxn>
                  <a:cxn ang="0">
                    <a:pos x="T4" y="T5"/>
                  </a:cxn>
                  <a:cxn ang="0">
                    <a:pos x="T6" y="T7"/>
                  </a:cxn>
                </a:cxnLst>
                <a:rect l="0" t="0" r="r" b="b"/>
                <a:pathLst>
                  <a:path w="63" h="111">
                    <a:moveTo>
                      <a:pt x="63" y="0"/>
                    </a:moveTo>
                    <a:lnTo>
                      <a:pt x="59" y="111"/>
                    </a:lnTo>
                    <a:lnTo>
                      <a:pt x="0" y="55"/>
                    </a:lnTo>
                    <a:lnTo>
                      <a:pt x="6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2" name="Freeform 137">
                <a:extLst>
                  <a:ext uri="{FF2B5EF4-FFF2-40B4-BE49-F238E27FC236}">
                    <a16:creationId xmlns:a16="http://schemas.microsoft.com/office/drawing/2014/main" id="{464076B7-66B3-8EAA-E3E2-D5833B498AF8}"/>
                  </a:ext>
                </a:extLst>
              </p:cNvPr>
              <p:cNvSpPr>
                <a:spLocks/>
              </p:cNvSpPr>
              <p:nvPr/>
            </p:nvSpPr>
            <p:spPr bwMode="auto">
              <a:xfrm>
                <a:off x="2192" y="1874"/>
                <a:ext cx="382" cy="28"/>
              </a:xfrm>
              <a:custGeom>
                <a:avLst/>
                <a:gdLst>
                  <a:gd name="T0" fmla="*/ 382 w 382"/>
                  <a:gd name="T1" fmla="*/ 0 h 28"/>
                  <a:gd name="T2" fmla="*/ 0 w 382"/>
                  <a:gd name="T3" fmla="*/ 2 h 28"/>
                  <a:gd name="T4" fmla="*/ 0 w 382"/>
                  <a:gd name="T5" fmla="*/ 28 h 28"/>
                  <a:gd name="T6" fmla="*/ 382 w 382"/>
                  <a:gd name="T7" fmla="*/ 26 h 28"/>
                  <a:gd name="T8" fmla="*/ 382 w 382"/>
                  <a:gd name="T9" fmla="*/ 0 h 28"/>
                </a:gdLst>
                <a:ahLst/>
                <a:cxnLst>
                  <a:cxn ang="0">
                    <a:pos x="T0" y="T1"/>
                  </a:cxn>
                  <a:cxn ang="0">
                    <a:pos x="T2" y="T3"/>
                  </a:cxn>
                  <a:cxn ang="0">
                    <a:pos x="T4" y="T5"/>
                  </a:cxn>
                  <a:cxn ang="0">
                    <a:pos x="T6" y="T7"/>
                  </a:cxn>
                  <a:cxn ang="0">
                    <a:pos x="T8" y="T9"/>
                  </a:cxn>
                </a:cxnLst>
                <a:rect l="0" t="0" r="r" b="b"/>
                <a:pathLst>
                  <a:path w="382" h="28">
                    <a:moveTo>
                      <a:pt x="382" y="0"/>
                    </a:moveTo>
                    <a:lnTo>
                      <a:pt x="0" y="2"/>
                    </a:lnTo>
                    <a:lnTo>
                      <a:pt x="0" y="28"/>
                    </a:lnTo>
                    <a:lnTo>
                      <a:pt x="382" y="26"/>
                    </a:lnTo>
                    <a:lnTo>
                      <a:pt x="38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3" name="Freeform 138">
                <a:extLst>
                  <a:ext uri="{FF2B5EF4-FFF2-40B4-BE49-F238E27FC236}">
                    <a16:creationId xmlns:a16="http://schemas.microsoft.com/office/drawing/2014/main" id="{90A3872F-7338-2905-B8EA-B48F35B0B00A}"/>
                  </a:ext>
                </a:extLst>
              </p:cNvPr>
              <p:cNvSpPr>
                <a:spLocks/>
              </p:cNvSpPr>
              <p:nvPr/>
            </p:nvSpPr>
            <p:spPr bwMode="auto">
              <a:xfrm>
                <a:off x="2544" y="1831"/>
                <a:ext cx="65" cy="111"/>
              </a:xfrm>
              <a:custGeom>
                <a:avLst/>
                <a:gdLst>
                  <a:gd name="T0" fmla="*/ 0 w 65"/>
                  <a:gd name="T1" fmla="*/ 0 h 111"/>
                  <a:gd name="T2" fmla="*/ 6 w 65"/>
                  <a:gd name="T3" fmla="*/ 111 h 111"/>
                  <a:gd name="T4" fmla="*/ 65 w 65"/>
                  <a:gd name="T5" fmla="*/ 55 h 111"/>
                  <a:gd name="T6" fmla="*/ 0 w 65"/>
                  <a:gd name="T7" fmla="*/ 0 h 111"/>
                </a:gdLst>
                <a:ahLst/>
                <a:cxnLst>
                  <a:cxn ang="0">
                    <a:pos x="T0" y="T1"/>
                  </a:cxn>
                  <a:cxn ang="0">
                    <a:pos x="T2" y="T3"/>
                  </a:cxn>
                  <a:cxn ang="0">
                    <a:pos x="T4" y="T5"/>
                  </a:cxn>
                  <a:cxn ang="0">
                    <a:pos x="T6" y="T7"/>
                  </a:cxn>
                </a:cxnLst>
                <a:rect l="0" t="0" r="r" b="b"/>
                <a:pathLst>
                  <a:path w="65" h="111">
                    <a:moveTo>
                      <a:pt x="0" y="0"/>
                    </a:moveTo>
                    <a:lnTo>
                      <a:pt x="6" y="111"/>
                    </a:lnTo>
                    <a:lnTo>
                      <a:pt x="65" y="55"/>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4" name="Freeform 139">
                <a:extLst>
                  <a:ext uri="{FF2B5EF4-FFF2-40B4-BE49-F238E27FC236}">
                    <a16:creationId xmlns:a16="http://schemas.microsoft.com/office/drawing/2014/main" id="{8B82C65B-C946-5C86-DD04-25F5DD4D181D}"/>
                  </a:ext>
                </a:extLst>
              </p:cNvPr>
              <p:cNvSpPr>
                <a:spLocks/>
              </p:cNvSpPr>
              <p:nvPr/>
            </p:nvSpPr>
            <p:spPr bwMode="auto">
              <a:xfrm>
                <a:off x="2437" y="448"/>
                <a:ext cx="279" cy="299"/>
              </a:xfrm>
              <a:custGeom>
                <a:avLst/>
                <a:gdLst>
                  <a:gd name="T0" fmla="*/ 279 w 279"/>
                  <a:gd name="T1" fmla="*/ 282 h 299"/>
                  <a:gd name="T2" fmla="*/ 21 w 279"/>
                  <a:gd name="T3" fmla="*/ 0 h 299"/>
                  <a:gd name="T4" fmla="*/ 0 w 279"/>
                  <a:gd name="T5" fmla="*/ 17 h 299"/>
                  <a:gd name="T6" fmla="*/ 259 w 279"/>
                  <a:gd name="T7" fmla="*/ 299 h 299"/>
                  <a:gd name="T8" fmla="*/ 279 w 279"/>
                  <a:gd name="T9" fmla="*/ 282 h 299"/>
                </a:gdLst>
                <a:ahLst/>
                <a:cxnLst>
                  <a:cxn ang="0">
                    <a:pos x="T0" y="T1"/>
                  </a:cxn>
                  <a:cxn ang="0">
                    <a:pos x="T2" y="T3"/>
                  </a:cxn>
                  <a:cxn ang="0">
                    <a:pos x="T4" y="T5"/>
                  </a:cxn>
                  <a:cxn ang="0">
                    <a:pos x="T6" y="T7"/>
                  </a:cxn>
                  <a:cxn ang="0">
                    <a:pos x="T8" y="T9"/>
                  </a:cxn>
                </a:cxnLst>
                <a:rect l="0" t="0" r="r" b="b"/>
                <a:pathLst>
                  <a:path w="279" h="299">
                    <a:moveTo>
                      <a:pt x="279" y="282"/>
                    </a:moveTo>
                    <a:lnTo>
                      <a:pt x="21" y="0"/>
                    </a:lnTo>
                    <a:lnTo>
                      <a:pt x="0" y="17"/>
                    </a:lnTo>
                    <a:lnTo>
                      <a:pt x="259" y="299"/>
                    </a:lnTo>
                    <a:lnTo>
                      <a:pt x="279" y="28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5" name="Freeform 140">
                <a:extLst>
                  <a:ext uri="{FF2B5EF4-FFF2-40B4-BE49-F238E27FC236}">
                    <a16:creationId xmlns:a16="http://schemas.microsoft.com/office/drawing/2014/main" id="{13C8DDE3-126B-CAC9-6210-6EFC97805CC6}"/>
                  </a:ext>
                </a:extLst>
              </p:cNvPr>
              <p:cNvSpPr>
                <a:spLocks/>
              </p:cNvSpPr>
              <p:nvPr/>
            </p:nvSpPr>
            <p:spPr bwMode="auto">
              <a:xfrm>
                <a:off x="2649" y="677"/>
                <a:ext cx="81" cy="86"/>
              </a:xfrm>
              <a:custGeom>
                <a:avLst/>
                <a:gdLst>
                  <a:gd name="T0" fmla="*/ 80 w 81"/>
                  <a:gd name="T1" fmla="*/ 0 h 86"/>
                  <a:gd name="T2" fmla="*/ 0 w 81"/>
                  <a:gd name="T3" fmla="*/ 80 h 86"/>
                  <a:gd name="T4" fmla="*/ 81 w 81"/>
                  <a:gd name="T5" fmla="*/ 86 h 86"/>
                  <a:gd name="T6" fmla="*/ 80 w 81"/>
                  <a:gd name="T7" fmla="*/ 0 h 86"/>
                </a:gdLst>
                <a:ahLst/>
                <a:cxnLst>
                  <a:cxn ang="0">
                    <a:pos x="T0" y="T1"/>
                  </a:cxn>
                  <a:cxn ang="0">
                    <a:pos x="T2" y="T3"/>
                  </a:cxn>
                  <a:cxn ang="0">
                    <a:pos x="T4" y="T5"/>
                  </a:cxn>
                  <a:cxn ang="0">
                    <a:pos x="T6" y="T7"/>
                  </a:cxn>
                </a:cxnLst>
                <a:rect l="0" t="0" r="r" b="b"/>
                <a:pathLst>
                  <a:path w="81" h="86">
                    <a:moveTo>
                      <a:pt x="80" y="0"/>
                    </a:moveTo>
                    <a:lnTo>
                      <a:pt x="0" y="80"/>
                    </a:lnTo>
                    <a:lnTo>
                      <a:pt x="81" y="86"/>
                    </a:lnTo>
                    <a:lnTo>
                      <a:pt x="8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6" name="Freeform 141">
                <a:extLst>
                  <a:ext uri="{FF2B5EF4-FFF2-40B4-BE49-F238E27FC236}">
                    <a16:creationId xmlns:a16="http://schemas.microsoft.com/office/drawing/2014/main" id="{B96D6B87-A955-813D-DCCA-C7BB4E62BEF5}"/>
                  </a:ext>
                </a:extLst>
              </p:cNvPr>
              <p:cNvSpPr>
                <a:spLocks/>
              </p:cNvSpPr>
              <p:nvPr/>
            </p:nvSpPr>
            <p:spPr bwMode="auto">
              <a:xfrm>
                <a:off x="4936" y="2835"/>
                <a:ext cx="278" cy="299"/>
              </a:xfrm>
              <a:custGeom>
                <a:avLst/>
                <a:gdLst>
                  <a:gd name="T0" fmla="*/ 0 w 278"/>
                  <a:gd name="T1" fmla="*/ 17 h 299"/>
                  <a:gd name="T2" fmla="*/ 259 w 278"/>
                  <a:gd name="T3" fmla="*/ 299 h 299"/>
                  <a:gd name="T4" fmla="*/ 278 w 278"/>
                  <a:gd name="T5" fmla="*/ 279 h 299"/>
                  <a:gd name="T6" fmla="*/ 19 w 278"/>
                  <a:gd name="T7" fmla="*/ 0 h 299"/>
                  <a:gd name="T8" fmla="*/ 0 w 278"/>
                  <a:gd name="T9" fmla="*/ 17 h 299"/>
                </a:gdLst>
                <a:ahLst/>
                <a:cxnLst>
                  <a:cxn ang="0">
                    <a:pos x="T0" y="T1"/>
                  </a:cxn>
                  <a:cxn ang="0">
                    <a:pos x="T2" y="T3"/>
                  </a:cxn>
                  <a:cxn ang="0">
                    <a:pos x="T4" y="T5"/>
                  </a:cxn>
                  <a:cxn ang="0">
                    <a:pos x="T6" y="T7"/>
                  </a:cxn>
                  <a:cxn ang="0">
                    <a:pos x="T8" y="T9"/>
                  </a:cxn>
                </a:cxnLst>
                <a:rect l="0" t="0" r="r" b="b"/>
                <a:pathLst>
                  <a:path w="278" h="299">
                    <a:moveTo>
                      <a:pt x="0" y="17"/>
                    </a:moveTo>
                    <a:lnTo>
                      <a:pt x="259" y="299"/>
                    </a:lnTo>
                    <a:lnTo>
                      <a:pt x="278" y="279"/>
                    </a:lnTo>
                    <a:lnTo>
                      <a:pt x="19" y="0"/>
                    </a:lnTo>
                    <a:lnTo>
                      <a:pt x="0"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7" name="Freeform 142">
                <a:extLst>
                  <a:ext uri="{FF2B5EF4-FFF2-40B4-BE49-F238E27FC236}">
                    <a16:creationId xmlns:a16="http://schemas.microsoft.com/office/drawing/2014/main" id="{97230D6C-18DA-03F1-2A93-F7CF64C28635}"/>
                  </a:ext>
                </a:extLst>
              </p:cNvPr>
              <p:cNvSpPr>
                <a:spLocks/>
              </p:cNvSpPr>
              <p:nvPr/>
            </p:nvSpPr>
            <p:spPr bwMode="auto">
              <a:xfrm>
                <a:off x="4922" y="2819"/>
                <a:ext cx="80" cy="85"/>
              </a:xfrm>
              <a:custGeom>
                <a:avLst/>
                <a:gdLst>
                  <a:gd name="T0" fmla="*/ 2 w 80"/>
                  <a:gd name="T1" fmla="*/ 85 h 85"/>
                  <a:gd name="T2" fmla="*/ 80 w 80"/>
                  <a:gd name="T3" fmla="*/ 5 h 85"/>
                  <a:gd name="T4" fmla="*/ 0 w 80"/>
                  <a:gd name="T5" fmla="*/ 0 h 85"/>
                  <a:gd name="T6" fmla="*/ 2 w 80"/>
                  <a:gd name="T7" fmla="*/ 85 h 85"/>
                </a:gdLst>
                <a:ahLst/>
                <a:cxnLst>
                  <a:cxn ang="0">
                    <a:pos x="T0" y="T1"/>
                  </a:cxn>
                  <a:cxn ang="0">
                    <a:pos x="T2" y="T3"/>
                  </a:cxn>
                  <a:cxn ang="0">
                    <a:pos x="T4" y="T5"/>
                  </a:cxn>
                  <a:cxn ang="0">
                    <a:pos x="T6" y="T7"/>
                  </a:cxn>
                </a:cxnLst>
                <a:rect l="0" t="0" r="r" b="b"/>
                <a:pathLst>
                  <a:path w="80" h="85">
                    <a:moveTo>
                      <a:pt x="2" y="85"/>
                    </a:moveTo>
                    <a:lnTo>
                      <a:pt x="80" y="5"/>
                    </a:lnTo>
                    <a:lnTo>
                      <a:pt x="0" y="0"/>
                    </a:lnTo>
                    <a:lnTo>
                      <a:pt x="2" y="8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8" name="Freeform 143">
                <a:extLst>
                  <a:ext uri="{FF2B5EF4-FFF2-40B4-BE49-F238E27FC236}">
                    <a16:creationId xmlns:a16="http://schemas.microsoft.com/office/drawing/2014/main" id="{6FD32A0D-5728-4EB8-C867-808FA32CF71F}"/>
                  </a:ext>
                </a:extLst>
              </p:cNvPr>
              <p:cNvSpPr>
                <a:spLocks/>
              </p:cNvSpPr>
              <p:nvPr/>
            </p:nvSpPr>
            <p:spPr bwMode="auto">
              <a:xfrm>
                <a:off x="2437" y="2835"/>
                <a:ext cx="279" cy="299"/>
              </a:xfrm>
              <a:custGeom>
                <a:avLst/>
                <a:gdLst>
                  <a:gd name="T0" fmla="*/ 279 w 279"/>
                  <a:gd name="T1" fmla="*/ 17 h 299"/>
                  <a:gd name="T2" fmla="*/ 21 w 279"/>
                  <a:gd name="T3" fmla="*/ 299 h 299"/>
                  <a:gd name="T4" fmla="*/ 0 w 279"/>
                  <a:gd name="T5" fmla="*/ 279 h 299"/>
                  <a:gd name="T6" fmla="*/ 259 w 279"/>
                  <a:gd name="T7" fmla="*/ 0 h 299"/>
                  <a:gd name="T8" fmla="*/ 279 w 279"/>
                  <a:gd name="T9" fmla="*/ 17 h 299"/>
                </a:gdLst>
                <a:ahLst/>
                <a:cxnLst>
                  <a:cxn ang="0">
                    <a:pos x="T0" y="T1"/>
                  </a:cxn>
                  <a:cxn ang="0">
                    <a:pos x="T2" y="T3"/>
                  </a:cxn>
                  <a:cxn ang="0">
                    <a:pos x="T4" y="T5"/>
                  </a:cxn>
                  <a:cxn ang="0">
                    <a:pos x="T6" y="T7"/>
                  </a:cxn>
                  <a:cxn ang="0">
                    <a:pos x="T8" y="T9"/>
                  </a:cxn>
                </a:cxnLst>
                <a:rect l="0" t="0" r="r" b="b"/>
                <a:pathLst>
                  <a:path w="279" h="299">
                    <a:moveTo>
                      <a:pt x="279" y="17"/>
                    </a:moveTo>
                    <a:lnTo>
                      <a:pt x="21" y="299"/>
                    </a:lnTo>
                    <a:lnTo>
                      <a:pt x="0" y="279"/>
                    </a:lnTo>
                    <a:lnTo>
                      <a:pt x="259" y="0"/>
                    </a:lnTo>
                    <a:lnTo>
                      <a:pt x="279"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9" name="Freeform 144">
                <a:extLst>
                  <a:ext uri="{FF2B5EF4-FFF2-40B4-BE49-F238E27FC236}">
                    <a16:creationId xmlns:a16="http://schemas.microsoft.com/office/drawing/2014/main" id="{C2ACCB1F-2E4D-A0AA-1C9D-26925B1792BC}"/>
                  </a:ext>
                </a:extLst>
              </p:cNvPr>
              <p:cNvSpPr>
                <a:spLocks/>
              </p:cNvSpPr>
              <p:nvPr/>
            </p:nvSpPr>
            <p:spPr bwMode="auto">
              <a:xfrm>
                <a:off x="2649" y="2819"/>
                <a:ext cx="81" cy="85"/>
              </a:xfrm>
              <a:custGeom>
                <a:avLst/>
                <a:gdLst>
                  <a:gd name="T0" fmla="*/ 80 w 81"/>
                  <a:gd name="T1" fmla="*/ 85 h 85"/>
                  <a:gd name="T2" fmla="*/ 0 w 81"/>
                  <a:gd name="T3" fmla="*/ 5 h 85"/>
                  <a:gd name="T4" fmla="*/ 81 w 81"/>
                  <a:gd name="T5" fmla="*/ 0 h 85"/>
                  <a:gd name="T6" fmla="*/ 80 w 81"/>
                  <a:gd name="T7" fmla="*/ 85 h 85"/>
                </a:gdLst>
                <a:ahLst/>
                <a:cxnLst>
                  <a:cxn ang="0">
                    <a:pos x="T0" y="T1"/>
                  </a:cxn>
                  <a:cxn ang="0">
                    <a:pos x="T2" y="T3"/>
                  </a:cxn>
                  <a:cxn ang="0">
                    <a:pos x="T4" y="T5"/>
                  </a:cxn>
                  <a:cxn ang="0">
                    <a:pos x="T6" y="T7"/>
                  </a:cxn>
                </a:cxnLst>
                <a:rect l="0" t="0" r="r" b="b"/>
                <a:pathLst>
                  <a:path w="81" h="85">
                    <a:moveTo>
                      <a:pt x="80" y="85"/>
                    </a:moveTo>
                    <a:lnTo>
                      <a:pt x="0" y="5"/>
                    </a:lnTo>
                    <a:lnTo>
                      <a:pt x="81" y="0"/>
                    </a:lnTo>
                    <a:lnTo>
                      <a:pt x="80" y="8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grpSp>
        <p:sp>
          <p:nvSpPr>
            <p:cNvPr id="5" name="Oval 8">
              <a:extLst>
                <a:ext uri="{FF2B5EF4-FFF2-40B4-BE49-F238E27FC236}">
                  <a16:creationId xmlns:a16="http://schemas.microsoft.com/office/drawing/2014/main" id="{3FD492E7-4D22-E9F8-04ED-3A929F4E5F38}"/>
                </a:ext>
              </a:extLst>
            </p:cNvPr>
            <p:cNvSpPr/>
            <p:nvPr/>
          </p:nvSpPr>
          <p:spPr>
            <a:xfrm>
              <a:off x="5658835" y="341144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65000"/>
                      <a:lumOff val="35000"/>
                    </a:schemeClr>
                  </a:solidFill>
                  <a:cs typeface="+mn-ea"/>
                  <a:sym typeface="+mn-lt"/>
                </a:rPr>
                <a:t> </a:t>
              </a:r>
            </a:p>
          </p:txBody>
        </p:sp>
        <p:sp>
          <p:nvSpPr>
            <p:cNvPr id="6" name="Oval 9">
              <a:extLst>
                <a:ext uri="{FF2B5EF4-FFF2-40B4-BE49-F238E27FC236}">
                  <a16:creationId xmlns:a16="http://schemas.microsoft.com/office/drawing/2014/main" id="{3099E022-CDA0-F06D-4FF7-8860BBF60411}"/>
                </a:ext>
              </a:extLst>
            </p:cNvPr>
            <p:cNvSpPr/>
            <p:nvPr/>
          </p:nvSpPr>
          <p:spPr>
            <a:xfrm>
              <a:off x="6222593" y="234356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7" name="Oval 10">
              <a:extLst>
                <a:ext uri="{FF2B5EF4-FFF2-40B4-BE49-F238E27FC236}">
                  <a16:creationId xmlns:a16="http://schemas.microsoft.com/office/drawing/2014/main" id="{EE30196E-49B6-4B34-A907-F4B40A8F49DA}"/>
                </a:ext>
              </a:extLst>
            </p:cNvPr>
            <p:cNvSpPr/>
            <p:nvPr/>
          </p:nvSpPr>
          <p:spPr>
            <a:xfrm>
              <a:off x="3683878" y="3204279"/>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65000"/>
                      <a:lumOff val="35000"/>
                    </a:schemeClr>
                  </a:solidFill>
                  <a:cs typeface="+mn-ea"/>
                  <a:sym typeface="+mn-lt"/>
                </a:rPr>
                <a:t> </a:t>
              </a:r>
            </a:p>
          </p:txBody>
        </p:sp>
        <p:sp>
          <p:nvSpPr>
            <p:cNvPr id="8" name="Oval 12">
              <a:extLst>
                <a:ext uri="{FF2B5EF4-FFF2-40B4-BE49-F238E27FC236}">
                  <a16:creationId xmlns:a16="http://schemas.microsoft.com/office/drawing/2014/main" id="{B19B252D-03BA-FCEB-E4EA-9643FFC5C9CC}"/>
                </a:ext>
              </a:extLst>
            </p:cNvPr>
            <p:cNvSpPr/>
            <p:nvPr/>
          </p:nvSpPr>
          <p:spPr>
            <a:xfrm>
              <a:off x="8195302" y="3190608"/>
              <a:ext cx="702068" cy="702069"/>
            </a:xfrm>
            <a:prstGeom prst="ellipse">
              <a:avLst/>
            </a:prstGeom>
            <a:solidFill>
              <a:srgbClr val="0F74E3"/>
            </a:solidFill>
            <a:ln w="6350">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9" name="Oval 13">
              <a:extLst>
                <a:ext uri="{FF2B5EF4-FFF2-40B4-BE49-F238E27FC236}">
                  <a16:creationId xmlns:a16="http://schemas.microsoft.com/office/drawing/2014/main" id="{91C6389E-F590-ADDD-A9AD-890F91563061}"/>
                </a:ext>
              </a:extLst>
            </p:cNvPr>
            <p:cNvSpPr/>
            <p:nvPr/>
          </p:nvSpPr>
          <p:spPr>
            <a:xfrm>
              <a:off x="7746830" y="1322383"/>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10" name="Oval 14">
              <a:extLst>
                <a:ext uri="{FF2B5EF4-FFF2-40B4-BE49-F238E27FC236}">
                  <a16:creationId xmlns:a16="http://schemas.microsoft.com/office/drawing/2014/main" id="{2F2E67F6-EAF4-4671-0528-C10E9859BCCA}"/>
                </a:ext>
              </a:extLst>
            </p:cNvPr>
            <p:cNvSpPr/>
            <p:nvPr/>
          </p:nvSpPr>
          <p:spPr>
            <a:xfrm>
              <a:off x="7754613" y="4845008"/>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11" name="Oval 15">
              <a:extLst>
                <a:ext uri="{FF2B5EF4-FFF2-40B4-BE49-F238E27FC236}">
                  <a16:creationId xmlns:a16="http://schemas.microsoft.com/office/drawing/2014/main" id="{57754910-C3BF-09C6-3CB7-223E3A00E709}"/>
                </a:ext>
              </a:extLst>
            </p:cNvPr>
            <p:cNvSpPr/>
            <p:nvPr/>
          </p:nvSpPr>
          <p:spPr>
            <a:xfrm>
              <a:off x="4136636" y="131183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12" name="Oval 16">
              <a:extLst>
                <a:ext uri="{FF2B5EF4-FFF2-40B4-BE49-F238E27FC236}">
                  <a16:creationId xmlns:a16="http://schemas.microsoft.com/office/drawing/2014/main" id="{E114B014-2FBE-A8FB-9382-EDD2128D7219}"/>
                </a:ext>
              </a:extLst>
            </p:cNvPr>
            <p:cNvSpPr/>
            <p:nvPr/>
          </p:nvSpPr>
          <p:spPr>
            <a:xfrm>
              <a:off x="4140294" y="4920044"/>
              <a:ext cx="702068" cy="702069"/>
            </a:xfrm>
            <a:prstGeom prst="ellipse">
              <a:avLst/>
            </a:prstGeom>
            <a:solidFill>
              <a:srgbClr val="0F74E3"/>
            </a:solidFill>
            <a:ln w="6350">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13" name="Oval 17">
              <a:extLst>
                <a:ext uri="{FF2B5EF4-FFF2-40B4-BE49-F238E27FC236}">
                  <a16:creationId xmlns:a16="http://schemas.microsoft.com/office/drawing/2014/main" id="{7D325CC5-9C00-328E-DC65-F79CC0870FB4}"/>
                </a:ext>
              </a:extLst>
            </p:cNvPr>
            <p:cNvSpPr/>
            <p:nvPr/>
          </p:nvSpPr>
          <p:spPr>
            <a:xfrm>
              <a:off x="5338025" y="2486278"/>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14" name="Oval 18">
              <a:extLst>
                <a:ext uri="{FF2B5EF4-FFF2-40B4-BE49-F238E27FC236}">
                  <a16:creationId xmlns:a16="http://schemas.microsoft.com/office/drawing/2014/main" id="{002F951C-18FC-2C42-101E-4C96FCCA27DF}"/>
                </a:ext>
              </a:extLst>
            </p:cNvPr>
            <p:cNvSpPr/>
            <p:nvPr/>
          </p:nvSpPr>
          <p:spPr>
            <a:xfrm>
              <a:off x="6547050" y="3240324"/>
              <a:ext cx="702068" cy="702069"/>
            </a:xfrm>
            <a:prstGeom prst="ellipse">
              <a:avLst/>
            </a:prstGeom>
            <a:solidFill>
              <a:srgbClr val="0F74E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15" name="Freeform 249">
              <a:extLst>
                <a:ext uri="{FF2B5EF4-FFF2-40B4-BE49-F238E27FC236}">
                  <a16:creationId xmlns:a16="http://schemas.microsoft.com/office/drawing/2014/main" id="{4CBD96D9-E1B5-E004-9458-328C724620E8}"/>
                </a:ext>
              </a:extLst>
            </p:cNvPr>
            <p:cNvSpPr>
              <a:spLocks noEditPoints="1"/>
            </p:cNvSpPr>
            <p:nvPr/>
          </p:nvSpPr>
          <p:spPr bwMode="auto">
            <a:xfrm>
              <a:off x="5572370" y="2690209"/>
              <a:ext cx="217796" cy="256823"/>
            </a:xfrm>
            <a:custGeom>
              <a:avLst/>
              <a:gdLst>
                <a:gd name="T0" fmla="*/ 0 w 78"/>
                <a:gd name="T1" fmla="*/ 84 h 92"/>
                <a:gd name="T2" fmla="*/ 30 w 78"/>
                <a:gd name="T3" fmla="*/ 19 h 92"/>
                <a:gd name="T4" fmla="*/ 39 w 78"/>
                <a:gd name="T5" fmla="*/ 26 h 92"/>
                <a:gd name="T6" fmla="*/ 39 w 78"/>
                <a:gd name="T7" fmla="*/ 26 h 92"/>
                <a:gd name="T8" fmla="*/ 39 w 78"/>
                <a:gd name="T9" fmla="*/ 26 h 92"/>
                <a:gd name="T10" fmla="*/ 40 w 78"/>
                <a:gd name="T11" fmla="*/ 26 h 92"/>
                <a:gd name="T12" fmla="*/ 40 w 78"/>
                <a:gd name="T13" fmla="*/ 27 h 92"/>
                <a:gd name="T14" fmla="*/ 41 w 78"/>
                <a:gd name="T15" fmla="*/ 27 h 92"/>
                <a:gd name="T16" fmla="*/ 41 w 78"/>
                <a:gd name="T17" fmla="*/ 27 h 92"/>
                <a:gd name="T18" fmla="*/ 42 w 78"/>
                <a:gd name="T19" fmla="*/ 28 h 92"/>
                <a:gd name="T20" fmla="*/ 42 w 78"/>
                <a:gd name="T21" fmla="*/ 28 h 92"/>
                <a:gd name="T22" fmla="*/ 43 w 78"/>
                <a:gd name="T23" fmla="*/ 28 h 92"/>
                <a:gd name="T24" fmla="*/ 43 w 78"/>
                <a:gd name="T25" fmla="*/ 29 h 92"/>
                <a:gd name="T26" fmla="*/ 43 w 78"/>
                <a:gd name="T27" fmla="*/ 29 h 92"/>
                <a:gd name="T28" fmla="*/ 44 w 78"/>
                <a:gd name="T29" fmla="*/ 29 h 92"/>
                <a:gd name="T30" fmla="*/ 48 w 78"/>
                <a:gd name="T31" fmla="*/ 32 h 92"/>
                <a:gd name="T32" fmla="*/ 49 w 78"/>
                <a:gd name="T33" fmla="*/ 33 h 92"/>
                <a:gd name="T34" fmla="*/ 49 w 78"/>
                <a:gd name="T35" fmla="*/ 33 h 92"/>
                <a:gd name="T36" fmla="*/ 49 w 78"/>
                <a:gd name="T37" fmla="*/ 33 h 92"/>
                <a:gd name="T38" fmla="*/ 50 w 78"/>
                <a:gd name="T39" fmla="*/ 34 h 92"/>
                <a:gd name="T40" fmla="*/ 50 w 78"/>
                <a:gd name="T41" fmla="*/ 34 h 92"/>
                <a:gd name="T42" fmla="*/ 51 w 78"/>
                <a:gd name="T43" fmla="*/ 34 h 92"/>
                <a:gd name="T44" fmla="*/ 51 w 78"/>
                <a:gd name="T45" fmla="*/ 34 h 92"/>
                <a:gd name="T46" fmla="*/ 52 w 78"/>
                <a:gd name="T47" fmla="*/ 35 h 92"/>
                <a:gd name="T48" fmla="*/ 52 w 78"/>
                <a:gd name="T49" fmla="*/ 35 h 92"/>
                <a:gd name="T50" fmla="*/ 53 w 78"/>
                <a:gd name="T51" fmla="*/ 35 h 92"/>
                <a:gd name="T52" fmla="*/ 53 w 78"/>
                <a:gd name="T53" fmla="*/ 36 h 92"/>
                <a:gd name="T54" fmla="*/ 53 w 78"/>
                <a:gd name="T55" fmla="*/ 36 h 92"/>
                <a:gd name="T56" fmla="*/ 49 w 78"/>
                <a:gd name="T57" fmla="*/ 78 h 92"/>
                <a:gd name="T58" fmla="*/ 8 w 78"/>
                <a:gd name="T59" fmla="*/ 90 h 92"/>
                <a:gd name="T60" fmla="*/ 35 w 78"/>
                <a:gd name="T61" fmla="*/ 63 h 92"/>
                <a:gd name="T62" fmla="*/ 19 w 78"/>
                <a:gd name="T63" fmla="*/ 52 h 92"/>
                <a:gd name="T64" fmla="*/ 3 w 78"/>
                <a:gd name="T65" fmla="*/ 87 h 92"/>
                <a:gd name="T66" fmla="*/ 74 w 78"/>
                <a:gd name="T67" fmla="*/ 92 h 92"/>
                <a:gd name="T68" fmla="*/ 54 w 78"/>
                <a:gd name="T69" fmla="*/ 82 h 92"/>
                <a:gd name="T70" fmla="*/ 69 w 78"/>
                <a:gd name="T71" fmla="*/ 42 h 92"/>
                <a:gd name="T72" fmla="*/ 35 w 78"/>
                <a:gd name="T73" fmla="*/ 0 h 92"/>
                <a:gd name="T74" fmla="*/ 69 w 78"/>
                <a:gd name="T75" fmla="*/ 4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92">
                  <a:moveTo>
                    <a:pt x="3" y="87"/>
                  </a:moveTo>
                  <a:cubicBezTo>
                    <a:pt x="2" y="86"/>
                    <a:pt x="1" y="85"/>
                    <a:pt x="0" y="84"/>
                  </a:cubicBezTo>
                  <a:cubicBezTo>
                    <a:pt x="0" y="71"/>
                    <a:pt x="0" y="58"/>
                    <a:pt x="1" y="44"/>
                  </a:cubicBezTo>
                  <a:cubicBezTo>
                    <a:pt x="12" y="40"/>
                    <a:pt x="22" y="31"/>
                    <a:pt x="30" y="19"/>
                  </a:cubicBezTo>
                  <a:cubicBezTo>
                    <a:pt x="38" y="25"/>
                    <a:pt x="38" y="25"/>
                    <a:pt x="38" y="25"/>
                  </a:cubicBezTo>
                  <a:cubicBezTo>
                    <a:pt x="39" y="26"/>
                    <a:pt x="39" y="26"/>
                    <a:pt x="39" y="26"/>
                  </a:cubicBezTo>
                  <a:cubicBezTo>
                    <a:pt x="39" y="26"/>
                    <a:pt x="39" y="26"/>
                    <a:pt x="39" y="26"/>
                  </a:cubicBezTo>
                  <a:cubicBezTo>
                    <a:pt x="39" y="26"/>
                    <a:pt x="39" y="26"/>
                    <a:pt x="39" y="26"/>
                  </a:cubicBezTo>
                  <a:cubicBezTo>
                    <a:pt x="39" y="26"/>
                    <a:pt x="39" y="26"/>
                    <a:pt x="39" y="26"/>
                  </a:cubicBezTo>
                  <a:cubicBezTo>
                    <a:pt x="39" y="26"/>
                    <a:pt x="39" y="26"/>
                    <a:pt x="39" y="26"/>
                  </a:cubicBezTo>
                  <a:cubicBezTo>
                    <a:pt x="40" y="26"/>
                    <a:pt x="40" y="26"/>
                    <a:pt x="40" y="26"/>
                  </a:cubicBezTo>
                  <a:cubicBezTo>
                    <a:pt x="40" y="26"/>
                    <a:pt x="40" y="26"/>
                    <a:pt x="40" y="26"/>
                  </a:cubicBezTo>
                  <a:cubicBezTo>
                    <a:pt x="40" y="27"/>
                    <a:pt x="40" y="27"/>
                    <a:pt x="40" y="27"/>
                  </a:cubicBezTo>
                  <a:cubicBezTo>
                    <a:pt x="40" y="27"/>
                    <a:pt x="40" y="27"/>
                    <a:pt x="40" y="27"/>
                  </a:cubicBezTo>
                  <a:cubicBezTo>
                    <a:pt x="41" y="27"/>
                    <a:pt x="41" y="27"/>
                    <a:pt x="41" y="27"/>
                  </a:cubicBezTo>
                  <a:cubicBezTo>
                    <a:pt x="41" y="27"/>
                    <a:pt x="41" y="27"/>
                    <a:pt x="41" y="27"/>
                  </a:cubicBezTo>
                  <a:cubicBezTo>
                    <a:pt x="41" y="27"/>
                    <a:pt x="41" y="27"/>
                    <a:pt x="41" y="27"/>
                  </a:cubicBezTo>
                  <a:cubicBezTo>
                    <a:pt x="41" y="27"/>
                    <a:pt x="41" y="27"/>
                    <a:pt x="41" y="27"/>
                  </a:cubicBezTo>
                  <a:cubicBezTo>
                    <a:pt x="41" y="28"/>
                    <a:pt x="41" y="28"/>
                    <a:pt x="41" y="28"/>
                  </a:cubicBezTo>
                  <a:cubicBezTo>
                    <a:pt x="42" y="28"/>
                    <a:pt x="42" y="28"/>
                    <a:pt x="42" y="28"/>
                  </a:cubicBezTo>
                  <a:cubicBezTo>
                    <a:pt x="42" y="28"/>
                    <a:pt x="42" y="28"/>
                    <a:pt x="42" y="28"/>
                  </a:cubicBezTo>
                  <a:cubicBezTo>
                    <a:pt x="42" y="28"/>
                    <a:pt x="42" y="28"/>
                    <a:pt x="42" y="28"/>
                  </a:cubicBezTo>
                  <a:cubicBezTo>
                    <a:pt x="42" y="28"/>
                    <a:pt x="42" y="28"/>
                    <a:pt x="42" y="28"/>
                  </a:cubicBezTo>
                  <a:cubicBezTo>
                    <a:pt x="43" y="28"/>
                    <a:pt x="43" y="28"/>
                    <a:pt x="43" y="28"/>
                  </a:cubicBezTo>
                  <a:cubicBezTo>
                    <a:pt x="43" y="28"/>
                    <a:pt x="43" y="28"/>
                    <a:pt x="43" y="28"/>
                  </a:cubicBezTo>
                  <a:cubicBezTo>
                    <a:pt x="43" y="29"/>
                    <a:pt x="43" y="29"/>
                    <a:pt x="43" y="29"/>
                  </a:cubicBezTo>
                  <a:cubicBezTo>
                    <a:pt x="43" y="29"/>
                    <a:pt x="43" y="29"/>
                    <a:pt x="43" y="29"/>
                  </a:cubicBezTo>
                  <a:cubicBezTo>
                    <a:pt x="43" y="29"/>
                    <a:pt x="43" y="29"/>
                    <a:pt x="43" y="29"/>
                  </a:cubicBezTo>
                  <a:cubicBezTo>
                    <a:pt x="44" y="29"/>
                    <a:pt x="44" y="29"/>
                    <a:pt x="44" y="29"/>
                  </a:cubicBezTo>
                  <a:cubicBezTo>
                    <a:pt x="44" y="29"/>
                    <a:pt x="44" y="29"/>
                    <a:pt x="44" y="29"/>
                  </a:cubicBezTo>
                  <a:cubicBezTo>
                    <a:pt x="44" y="29"/>
                    <a:pt x="44" y="29"/>
                    <a:pt x="44" y="29"/>
                  </a:cubicBezTo>
                  <a:cubicBezTo>
                    <a:pt x="48" y="32"/>
                    <a:pt x="48" y="32"/>
                    <a:pt x="48" y="32"/>
                  </a:cubicBezTo>
                  <a:cubicBezTo>
                    <a:pt x="48" y="32"/>
                    <a:pt x="48" y="32"/>
                    <a:pt x="48" y="32"/>
                  </a:cubicBezTo>
                  <a:cubicBezTo>
                    <a:pt x="49" y="33"/>
                    <a:pt x="49" y="33"/>
                    <a:pt x="49" y="33"/>
                  </a:cubicBezTo>
                  <a:cubicBezTo>
                    <a:pt x="49" y="33"/>
                    <a:pt x="49" y="33"/>
                    <a:pt x="49" y="33"/>
                  </a:cubicBezTo>
                  <a:cubicBezTo>
                    <a:pt x="49" y="33"/>
                    <a:pt x="49" y="33"/>
                    <a:pt x="49" y="33"/>
                  </a:cubicBezTo>
                  <a:cubicBezTo>
                    <a:pt x="49" y="33"/>
                    <a:pt x="49" y="33"/>
                    <a:pt x="49" y="33"/>
                  </a:cubicBezTo>
                  <a:cubicBezTo>
                    <a:pt x="49" y="33"/>
                    <a:pt x="49" y="33"/>
                    <a:pt x="49" y="33"/>
                  </a:cubicBezTo>
                  <a:cubicBezTo>
                    <a:pt x="50" y="33"/>
                    <a:pt x="50" y="33"/>
                    <a:pt x="50" y="33"/>
                  </a:cubicBezTo>
                  <a:cubicBezTo>
                    <a:pt x="50" y="34"/>
                    <a:pt x="50" y="34"/>
                    <a:pt x="50" y="34"/>
                  </a:cubicBezTo>
                  <a:cubicBezTo>
                    <a:pt x="50" y="34"/>
                    <a:pt x="50" y="34"/>
                    <a:pt x="50" y="34"/>
                  </a:cubicBezTo>
                  <a:cubicBezTo>
                    <a:pt x="50" y="34"/>
                    <a:pt x="50" y="34"/>
                    <a:pt x="50" y="34"/>
                  </a:cubicBezTo>
                  <a:cubicBezTo>
                    <a:pt x="51" y="34"/>
                    <a:pt x="51" y="34"/>
                    <a:pt x="51" y="34"/>
                  </a:cubicBezTo>
                  <a:cubicBezTo>
                    <a:pt x="51" y="34"/>
                    <a:pt x="51" y="34"/>
                    <a:pt x="51" y="34"/>
                  </a:cubicBezTo>
                  <a:cubicBezTo>
                    <a:pt x="51" y="34"/>
                    <a:pt x="51" y="34"/>
                    <a:pt x="51" y="34"/>
                  </a:cubicBezTo>
                  <a:cubicBezTo>
                    <a:pt x="51" y="34"/>
                    <a:pt x="51" y="34"/>
                    <a:pt x="51" y="34"/>
                  </a:cubicBezTo>
                  <a:cubicBezTo>
                    <a:pt x="51" y="35"/>
                    <a:pt x="51" y="35"/>
                    <a:pt x="51" y="35"/>
                  </a:cubicBezTo>
                  <a:cubicBezTo>
                    <a:pt x="52" y="35"/>
                    <a:pt x="52" y="35"/>
                    <a:pt x="52" y="35"/>
                  </a:cubicBezTo>
                  <a:cubicBezTo>
                    <a:pt x="52" y="35"/>
                    <a:pt x="52" y="35"/>
                    <a:pt x="52" y="35"/>
                  </a:cubicBezTo>
                  <a:cubicBezTo>
                    <a:pt x="52" y="35"/>
                    <a:pt x="52" y="35"/>
                    <a:pt x="52" y="35"/>
                  </a:cubicBezTo>
                  <a:cubicBezTo>
                    <a:pt x="52" y="35"/>
                    <a:pt x="52" y="35"/>
                    <a:pt x="52" y="35"/>
                  </a:cubicBezTo>
                  <a:cubicBezTo>
                    <a:pt x="53" y="35"/>
                    <a:pt x="53" y="35"/>
                    <a:pt x="53" y="35"/>
                  </a:cubicBezTo>
                  <a:cubicBezTo>
                    <a:pt x="53" y="36"/>
                    <a:pt x="53" y="36"/>
                    <a:pt x="53" y="36"/>
                  </a:cubicBezTo>
                  <a:cubicBezTo>
                    <a:pt x="53" y="36"/>
                    <a:pt x="53" y="36"/>
                    <a:pt x="53" y="36"/>
                  </a:cubicBezTo>
                  <a:cubicBezTo>
                    <a:pt x="53" y="36"/>
                    <a:pt x="53" y="36"/>
                    <a:pt x="53" y="36"/>
                  </a:cubicBezTo>
                  <a:cubicBezTo>
                    <a:pt x="53" y="36"/>
                    <a:pt x="53" y="36"/>
                    <a:pt x="53" y="36"/>
                  </a:cubicBezTo>
                  <a:cubicBezTo>
                    <a:pt x="62" y="42"/>
                    <a:pt x="62" y="42"/>
                    <a:pt x="62" y="42"/>
                  </a:cubicBezTo>
                  <a:cubicBezTo>
                    <a:pt x="54" y="54"/>
                    <a:pt x="49" y="66"/>
                    <a:pt x="49" y="78"/>
                  </a:cubicBezTo>
                  <a:cubicBezTo>
                    <a:pt x="36" y="83"/>
                    <a:pt x="24" y="87"/>
                    <a:pt x="11" y="92"/>
                  </a:cubicBezTo>
                  <a:cubicBezTo>
                    <a:pt x="10" y="91"/>
                    <a:pt x="9" y="91"/>
                    <a:pt x="8" y="90"/>
                  </a:cubicBezTo>
                  <a:cubicBezTo>
                    <a:pt x="24" y="67"/>
                    <a:pt x="24" y="67"/>
                    <a:pt x="24" y="67"/>
                  </a:cubicBezTo>
                  <a:cubicBezTo>
                    <a:pt x="28" y="68"/>
                    <a:pt x="32" y="67"/>
                    <a:pt x="35" y="63"/>
                  </a:cubicBezTo>
                  <a:cubicBezTo>
                    <a:pt x="38" y="59"/>
                    <a:pt x="37" y="53"/>
                    <a:pt x="33" y="50"/>
                  </a:cubicBezTo>
                  <a:cubicBezTo>
                    <a:pt x="28" y="47"/>
                    <a:pt x="22" y="48"/>
                    <a:pt x="19" y="52"/>
                  </a:cubicBezTo>
                  <a:cubicBezTo>
                    <a:pt x="16" y="56"/>
                    <a:pt x="17" y="61"/>
                    <a:pt x="20" y="64"/>
                  </a:cubicBezTo>
                  <a:cubicBezTo>
                    <a:pt x="3" y="87"/>
                    <a:pt x="3" y="87"/>
                    <a:pt x="3" y="87"/>
                  </a:cubicBezTo>
                  <a:close/>
                  <a:moveTo>
                    <a:pt x="27" y="92"/>
                  </a:moveTo>
                  <a:cubicBezTo>
                    <a:pt x="74" y="92"/>
                    <a:pt x="74" y="92"/>
                    <a:pt x="74" y="92"/>
                  </a:cubicBezTo>
                  <a:cubicBezTo>
                    <a:pt x="74" y="82"/>
                    <a:pt x="74" y="82"/>
                    <a:pt x="74" y="82"/>
                  </a:cubicBezTo>
                  <a:cubicBezTo>
                    <a:pt x="54" y="82"/>
                    <a:pt x="54" y="82"/>
                    <a:pt x="54" y="82"/>
                  </a:cubicBezTo>
                  <a:cubicBezTo>
                    <a:pt x="27" y="92"/>
                    <a:pt x="27" y="92"/>
                    <a:pt x="27" y="92"/>
                  </a:cubicBezTo>
                  <a:close/>
                  <a:moveTo>
                    <a:pt x="69" y="42"/>
                  </a:moveTo>
                  <a:cubicBezTo>
                    <a:pt x="78" y="30"/>
                    <a:pt x="78" y="30"/>
                    <a:pt x="78" y="30"/>
                  </a:cubicBezTo>
                  <a:cubicBezTo>
                    <a:pt x="35" y="0"/>
                    <a:pt x="35" y="0"/>
                    <a:pt x="35" y="0"/>
                  </a:cubicBezTo>
                  <a:cubicBezTo>
                    <a:pt x="26" y="11"/>
                    <a:pt x="26" y="11"/>
                    <a:pt x="26" y="11"/>
                  </a:cubicBezTo>
                  <a:lnTo>
                    <a:pt x="69" y="4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16" name="Freeform 252">
              <a:extLst>
                <a:ext uri="{FF2B5EF4-FFF2-40B4-BE49-F238E27FC236}">
                  <a16:creationId xmlns:a16="http://schemas.microsoft.com/office/drawing/2014/main" id="{615848AE-A666-D321-BF31-CC0885CDDFE7}"/>
                </a:ext>
              </a:extLst>
            </p:cNvPr>
            <p:cNvSpPr>
              <a:spLocks noEditPoints="1"/>
            </p:cNvSpPr>
            <p:nvPr/>
          </p:nvSpPr>
          <p:spPr bwMode="auto">
            <a:xfrm>
              <a:off x="8452379" y="3413373"/>
              <a:ext cx="206522" cy="302134"/>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3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4 h 107"/>
                <a:gd name="T86" fmla="*/ 2 w 73"/>
                <a:gd name="T87" fmla="*/ 27 h 107"/>
                <a:gd name="T88" fmla="*/ 8 w 73"/>
                <a:gd name="T89" fmla="*/ 52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3"/>
                    <a:pt x="52" y="43"/>
                    <a:pt x="52" y="43"/>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6"/>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4"/>
                  </a:cubicBezTo>
                  <a:cubicBezTo>
                    <a:pt x="10" y="9"/>
                    <a:pt x="4" y="16"/>
                    <a:pt x="2" y="27"/>
                  </a:cubicBezTo>
                  <a:cubicBezTo>
                    <a:pt x="0" y="36"/>
                    <a:pt x="4" y="44"/>
                    <a:pt x="8" y="52"/>
                  </a:cubicBezTo>
                  <a:cubicBezTo>
                    <a:pt x="10" y="58"/>
                    <a:pt x="13" y="64"/>
                    <a:pt x="15" y="7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17" name="Freeform 258">
              <a:extLst>
                <a:ext uri="{FF2B5EF4-FFF2-40B4-BE49-F238E27FC236}">
                  <a16:creationId xmlns:a16="http://schemas.microsoft.com/office/drawing/2014/main" id="{05394E13-4839-3871-1DD6-13DB5184C50F}"/>
                </a:ext>
              </a:extLst>
            </p:cNvPr>
            <p:cNvSpPr>
              <a:spLocks/>
            </p:cNvSpPr>
            <p:nvPr/>
          </p:nvSpPr>
          <p:spPr bwMode="auto">
            <a:xfrm>
              <a:off x="4337463" y="1551275"/>
              <a:ext cx="286985" cy="258287"/>
            </a:xfrm>
            <a:custGeom>
              <a:avLst/>
              <a:gdLst>
                <a:gd name="T0" fmla="*/ 30 w 86"/>
                <a:gd name="T1" fmla="*/ 0 h 77"/>
                <a:gd name="T2" fmla="*/ 34 w 86"/>
                <a:gd name="T3" fmla="*/ 28 h 77"/>
                <a:gd name="T4" fmla="*/ 8 w 86"/>
                <a:gd name="T5" fmla="*/ 28 h 77"/>
                <a:gd name="T6" fmla="*/ 7 w 86"/>
                <a:gd name="T7" fmla="*/ 28 h 77"/>
                <a:gd name="T8" fmla="*/ 0 w 86"/>
                <a:gd name="T9" fmla="*/ 35 h 77"/>
                <a:gd name="T10" fmla="*/ 0 w 86"/>
                <a:gd name="T11" fmla="*/ 35 h 77"/>
                <a:gd name="T12" fmla="*/ 4 w 86"/>
                <a:gd name="T13" fmla="*/ 41 h 77"/>
                <a:gd name="T14" fmla="*/ 1 w 86"/>
                <a:gd name="T15" fmla="*/ 47 h 77"/>
                <a:gd name="T16" fmla="*/ 1 w 86"/>
                <a:gd name="T17" fmla="*/ 47 h 77"/>
                <a:gd name="T18" fmla="*/ 6 w 86"/>
                <a:gd name="T19" fmla="*/ 54 h 77"/>
                <a:gd name="T20" fmla="*/ 4 w 86"/>
                <a:gd name="T21" fmla="*/ 58 h 77"/>
                <a:gd name="T22" fmla="*/ 4 w 86"/>
                <a:gd name="T23" fmla="*/ 58 h 77"/>
                <a:gd name="T24" fmla="*/ 11 w 86"/>
                <a:gd name="T25" fmla="*/ 65 h 77"/>
                <a:gd name="T26" fmla="*/ 11 w 86"/>
                <a:gd name="T27" fmla="*/ 65 h 77"/>
                <a:gd name="T28" fmla="*/ 9 w 86"/>
                <a:gd name="T29" fmla="*/ 70 h 77"/>
                <a:gd name="T30" fmla="*/ 9 w 86"/>
                <a:gd name="T31" fmla="*/ 70 h 77"/>
                <a:gd name="T32" fmla="*/ 16 w 86"/>
                <a:gd name="T33" fmla="*/ 76 h 77"/>
                <a:gd name="T34" fmla="*/ 29 w 86"/>
                <a:gd name="T35" fmla="*/ 76 h 77"/>
                <a:gd name="T36" fmla="*/ 46 w 86"/>
                <a:gd name="T37" fmla="*/ 76 h 77"/>
                <a:gd name="T38" fmla="*/ 46 w 86"/>
                <a:gd name="T39" fmla="*/ 76 h 77"/>
                <a:gd name="T40" fmla="*/ 52 w 86"/>
                <a:gd name="T41" fmla="*/ 71 h 77"/>
                <a:gd name="T42" fmla="*/ 66 w 86"/>
                <a:gd name="T43" fmla="*/ 69 h 77"/>
                <a:gd name="T44" fmla="*/ 66 w 86"/>
                <a:gd name="T45" fmla="*/ 77 h 77"/>
                <a:gd name="T46" fmla="*/ 86 w 86"/>
                <a:gd name="T47" fmla="*/ 77 h 77"/>
                <a:gd name="T48" fmla="*/ 86 w 86"/>
                <a:gd name="T49" fmla="*/ 25 h 77"/>
                <a:gd name="T50" fmla="*/ 66 w 86"/>
                <a:gd name="T51" fmla="*/ 25 h 77"/>
                <a:gd name="T52" fmla="*/ 66 w 86"/>
                <a:gd name="T53" fmla="*/ 32 h 77"/>
                <a:gd name="T54" fmla="*/ 62 w 86"/>
                <a:gd name="T55" fmla="*/ 32 h 77"/>
                <a:gd name="T56" fmla="*/ 30 w 86"/>
                <a:gd name="T5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 h="77">
                  <a:moveTo>
                    <a:pt x="30" y="0"/>
                  </a:moveTo>
                  <a:cubicBezTo>
                    <a:pt x="2" y="7"/>
                    <a:pt x="34" y="28"/>
                    <a:pt x="34" y="28"/>
                  </a:cubicBezTo>
                  <a:cubicBezTo>
                    <a:pt x="8" y="28"/>
                    <a:pt x="8" y="28"/>
                    <a:pt x="8" y="28"/>
                  </a:cubicBezTo>
                  <a:cubicBezTo>
                    <a:pt x="7" y="28"/>
                    <a:pt x="7" y="28"/>
                    <a:pt x="7" y="28"/>
                  </a:cubicBezTo>
                  <a:cubicBezTo>
                    <a:pt x="3" y="28"/>
                    <a:pt x="0" y="31"/>
                    <a:pt x="0" y="35"/>
                  </a:cubicBezTo>
                  <a:cubicBezTo>
                    <a:pt x="0" y="35"/>
                    <a:pt x="0" y="35"/>
                    <a:pt x="0" y="35"/>
                  </a:cubicBezTo>
                  <a:cubicBezTo>
                    <a:pt x="0" y="38"/>
                    <a:pt x="2" y="40"/>
                    <a:pt x="4" y="41"/>
                  </a:cubicBezTo>
                  <a:cubicBezTo>
                    <a:pt x="2" y="42"/>
                    <a:pt x="1" y="45"/>
                    <a:pt x="1" y="47"/>
                  </a:cubicBezTo>
                  <a:cubicBezTo>
                    <a:pt x="1" y="47"/>
                    <a:pt x="1" y="47"/>
                    <a:pt x="1" y="47"/>
                  </a:cubicBezTo>
                  <a:cubicBezTo>
                    <a:pt x="1" y="50"/>
                    <a:pt x="3" y="53"/>
                    <a:pt x="6" y="54"/>
                  </a:cubicBezTo>
                  <a:cubicBezTo>
                    <a:pt x="5" y="55"/>
                    <a:pt x="4" y="56"/>
                    <a:pt x="4" y="58"/>
                  </a:cubicBezTo>
                  <a:cubicBezTo>
                    <a:pt x="4" y="58"/>
                    <a:pt x="4" y="58"/>
                    <a:pt x="4" y="58"/>
                  </a:cubicBezTo>
                  <a:cubicBezTo>
                    <a:pt x="4" y="62"/>
                    <a:pt x="7" y="65"/>
                    <a:pt x="11" y="65"/>
                  </a:cubicBezTo>
                  <a:cubicBezTo>
                    <a:pt x="11" y="65"/>
                    <a:pt x="11" y="65"/>
                    <a:pt x="11" y="65"/>
                  </a:cubicBezTo>
                  <a:cubicBezTo>
                    <a:pt x="10" y="66"/>
                    <a:pt x="9" y="68"/>
                    <a:pt x="9" y="70"/>
                  </a:cubicBezTo>
                  <a:cubicBezTo>
                    <a:pt x="9" y="70"/>
                    <a:pt x="9" y="70"/>
                    <a:pt x="9" y="70"/>
                  </a:cubicBezTo>
                  <a:cubicBezTo>
                    <a:pt x="9" y="73"/>
                    <a:pt x="12" y="76"/>
                    <a:pt x="16" y="76"/>
                  </a:cubicBezTo>
                  <a:cubicBezTo>
                    <a:pt x="29" y="76"/>
                    <a:pt x="29" y="76"/>
                    <a:pt x="29" y="76"/>
                  </a:cubicBezTo>
                  <a:cubicBezTo>
                    <a:pt x="46" y="76"/>
                    <a:pt x="46" y="76"/>
                    <a:pt x="46" y="76"/>
                  </a:cubicBezTo>
                  <a:cubicBezTo>
                    <a:pt x="46" y="76"/>
                    <a:pt x="46" y="76"/>
                    <a:pt x="46" y="76"/>
                  </a:cubicBezTo>
                  <a:cubicBezTo>
                    <a:pt x="52" y="71"/>
                    <a:pt x="52" y="71"/>
                    <a:pt x="52" y="71"/>
                  </a:cubicBezTo>
                  <a:cubicBezTo>
                    <a:pt x="66" y="69"/>
                    <a:pt x="66" y="69"/>
                    <a:pt x="66" y="69"/>
                  </a:cubicBezTo>
                  <a:cubicBezTo>
                    <a:pt x="66" y="77"/>
                    <a:pt x="66" y="77"/>
                    <a:pt x="66" y="77"/>
                  </a:cubicBezTo>
                  <a:cubicBezTo>
                    <a:pt x="86" y="77"/>
                    <a:pt x="86" y="77"/>
                    <a:pt x="86" y="77"/>
                  </a:cubicBezTo>
                  <a:cubicBezTo>
                    <a:pt x="86" y="25"/>
                    <a:pt x="86" y="25"/>
                    <a:pt x="86" y="25"/>
                  </a:cubicBezTo>
                  <a:cubicBezTo>
                    <a:pt x="66" y="25"/>
                    <a:pt x="66" y="25"/>
                    <a:pt x="66" y="25"/>
                  </a:cubicBezTo>
                  <a:cubicBezTo>
                    <a:pt x="66" y="32"/>
                    <a:pt x="66" y="32"/>
                    <a:pt x="66" y="32"/>
                  </a:cubicBezTo>
                  <a:cubicBezTo>
                    <a:pt x="62" y="32"/>
                    <a:pt x="62" y="32"/>
                    <a:pt x="62" y="32"/>
                  </a:cubicBezTo>
                  <a:cubicBezTo>
                    <a:pt x="58" y="16"/>
                    <a:pt x="32" y="17"/>
                    <a:pt x="3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20" name="Freeform 264">
              <a:extLst>
                <a:ext uri="{FF2B5EF4-FFF2-40B4-BE49-F238E27FC236}">
                  <a16:creationId xmlns:a16="http://schemas.microsoft.com/office/drawing/2014/main" id="{0D3F9CF3-EF9B-B152-68BC-83F0A399E084}"/>
                </a:ext>
              </a:extLst>
            </p:cNvPr>
            <p:cNvSpPr>
              <a:spLocks noEditPoints="1"/>
            </p:cNvSpPr>
            <p:nvPr/>
          </p:nvSpPr>
          <p:spPr bwMode="auto">
            <a:xfrm>
              <a:off x="3928435" y="3444513"/>
              <a:ext cx="239609" cy="268923"/>
            </a:xfrm>
            <a:custGeom>
              <a:avLst/>
              <a:gdLst>
                <a:gd name="T0" fmla="*/ 50 w 85"/>
                <a:gd name="T1" fmla="*/ 91 h 95"/>
                <a:gd name="T2" fmla="*/ 58 w 85"/>
                <a:gd name="T3" fmla="*/ 80 h 95"/>
                <a:gd name="T4" fmla="*/ 57 w 85"/>
                <a:gd name="T5" fmla="*/ 74 h 95"/>
                <a:gd name="T6" fmla="*/ 44 w 85"/>
                <a:gd name="T7" fmla="*/ 62 h 95"/>
                <a:gd name="T8" fmla="*/ 38 w 85"/>
                <a:gd name="T9" fmla="*/ 61 h 95"/>
                <a:gd name="T10" fmla="*/ 30 w 85"/>
                <a:gd name="T11" fmla="*/ 66 h 95"/>
                <a:gd name="T12" fmla="*/ 18 w 85"/>
                <a:gd name="T13" fmla="*/ 35 h 95"/>
                <a:gd name="T14" fmla="*/ 26 w 85"/>
                <a:gd name="T15" fmla="*/ 30 h 95"/>
                <a:gd name="T16" fmla="*/ 28 w 85"/>
                <a:gd name="T17" fmla="*/ 24 h 95"/>
                <a:gd name="T18" fmla="*/ 23 w 85"/>
                <a:gd name="T19" fmla="*/ 7 h 95"/>
                <a:gd name="T20" fmla="*/ 19 w 85"/>
                <a:gd name="T21" fmla="*/ 4 h 95"/>
                <a:gd name="T22" fmla="*/ 5 w 85"/>
                <a:gd name="T23" fmla="*/ 5 h 95"/>
                <a:gd name="T24" fmla="*/ 0 w 85"/>
                <a:gd name="T25" fmla="*/ 10 h 95"/>
                <a:gd name="T26" fmla="*/ 43 w 85"/>
                <a:gd name="T27" fmla="*/ 93 h 95"/>
                <a:gd name="T28" fmla="*/ 50 w 85"/>
                <a:gd name="T29" fmla="*/ 91 h 95"/>
                <a:gd name="T30" fmla="*/ 46 w 85"/>
                <a:gd name="T31" fmla="*/ 52 h 95"/>
                <a:gd name="T32" fmla="*/ 32 w 85"/>
                <a:gd name="T33" fmla="*/ 52 h 95"/>
                <a:gd name="T34" fmla="*/ 33 w 85"/>
                <a:gd name="T35" fmla="*/ 49 h 95"/>
                <a:gd name="T36" fmla="*/ 41 w 85"/>
                <a:gd name="T37" fmla="*/ 37 h 95"/>
                <a:gd name="T38" fmla="*/ 42 w 85"/>
                <a:gd name="T39" fmla="*/ 31 h 95"/>
                <a:gd name="T40" fmla="*/ 41 w 85"/>
                <a:gd name="T41" fmla="*/ 29 h 95"/>
                <a:gd name="T42" fmla="*/ 40 w 85"/>
                <a:gd name="T43" fmla="*/ 31 h 95"/>
                <a:gd name="T44" fmla="*/ 39 w 85"/>
                <a:gd name="T45" fmla="*/ 35 h 95"/>
                <a:gd name="T46" fmla="*/ 34 w 85"/>
                <a:gd name="T47" fmla="*/ 35 h 95"/>
                <a:gd name="T48" fmla="*/ 35 w 85"/>
                <a:gd name="T49" fmla="*/ 30 h 95"/>
                <a:gd name="T50" fmla="*/ 42 w 85"/>
                <a:gd name="T51" fmla="*/ 25 h 95"/>
                <a:gd name="T52" fmla="*/ 47 w 85"/>
                <a:gd name="T53" fmla="*/ 27 h 95"/>
                <a:gd name="T54" fmla="*/ 48 w 85"/>
                <a:gd name="T55" fmla="*/ 33 h 95"/>
                <a:gd name="T56" fmla="*/ 47 w 85"/>
                <a:gd name="T57" fmla="*/ 36 h 95"/>
                <a:gd name="T58" fmla="*/ 39 w 85"/>
                <a:gd name="T59" fmla="*/ 49 h 95"/>
                <a:gd name="T60" fmla="*/ 46 w 85"/>
                <a:gd name="T61" fmla="*/ 49 h 95"/>
                <a:gd name="T62" fmla="*/ 46 w 85"/>
                <a:gd name="T63" fmla="*/ 52 h 95"/>
                <a:gd name="T64" fmla="*/ 63 w 85"/>
                <a:gd name="T65" fmla="*/ 49 h 95"/>
                <a:gd name="T66" fmla="*/ 60 w 85"/>
                <a:gd name="T67" fmla="*/ 49 h 95"/>
                <a:gd name="T68" fmla="*/ 60 w 85"/>
                <a:gd name="T69" fmla="*/ 52 h 95"/>
                <a:gd name="T70" fmla="*/ 54 w 85"/>
                <a:gd name="T71" fmla="*/ 52 h 95"/>
                <a:gd name="T72" fmla="*/ 55 w 85"/>
                <a:gd name="T73" fmla="*/ 49 h 95"/>
                <a:gd name="T74" fmla="*/ 47 w 85"/>
                <a:gd name="T75" fmla="*/ 49 h 95"/>
                <a:gd name="T76" fmla="*/ 47 w 85"/>
                <a:gd name="T77" fmla="*/ 45 h 95"/>
                <a:gd name="T78" fmla="*/ 55 w 85"/>
                <a:gd name="T79" fmla="*/ 26 h 95"/>
                <a:gd name="T80" fmla="*/ 63 w 85"/>
                <a:gd name="T81" fmla="*/ 26 h 95"/>
                <a:gd name="T82" fmla="*/ 61 w 85"/>
                <a:gd name="T83" fmla="*/ 45 h 95"/>
                <a:gd name="T84" fmla="*/ 64 w 85"/>
                <a:gd name="T85" fmla="*/ 45 h 95"/>
                <a:gd name="T86" fmla="*/ 63 w 85"/>
                <a:gd name="T87" fmla="*/ 49 h 95"/>
                <a:gd name="T88" fmla="*/ 55 w 85"/>
                <a:gd name="T89" fmla="*/ 45 h 95"/>
                <a:gd name="T90" fmla="*/ 52 w 85"/>
                <a:gd name="T91" fmla="*/ 45 h 95"/>
                <a:gd name="T92" fmla="*/ 56 w 85"/>
                <a:gd name="T93" fmla="*/ 34 h 95"/>
                <a:gd name="T94" fmla="*/ 55 w 85"/>
                <a:gd name="T95" fmla="*/ 45 h 95"/>
                <a:gd name="T96" fmla="*/ 43 w 85"/>
                <a:gd name="T97" fmla="*/ 0 h 95"/>
                <a:gd name="T98" fmla="*/ 72 w 85"/>
                <a:gd name="T99" fmla="*/ 12 h 95"/>
                <a:gd name="T100" fmla="*/ 85 w 85"/>
                <a:gd name="T101" fmla="*/ 41 h 95"/>
                <a:gd name="T102" fmla="*/ 72 w 85"/>
                <a:gd name="T103" fmla="*/ 70 h 95"/>
                <a:gd name="T104" fmla="*/ 65 w 85"/>
                <a:gd name="T105" fmla="*/ 75 h 95"/>
                <a:gd name="T106" fmla="*/ 64 w 85"/>
                <a:gd name="T107" fmla="*/ 72 h 95"/>
                <a:gd name="T108" fmla="*/ 59 w 85"/>
                <a:gd name="T109" fmla="*/ 68 h 95"/>
                <a:gd name="T110" fmla="*/ 66 w 85"/>
                <a:gd name="T111" fmla="*/ 63 h 95"/>
                <a:gd name="T112" fmla="*/ 75 w 85"/>
                <a:gd name="T113" fmla="*/ 41 h 95"/>
                <a:gd name="T114" fmla="*/ 66 w 85"/>
                <a:gd name="T115" fmla="*/ 18 h 95"/>
                <a:gd name="T116" fmla="*/ 43 w 85"/>
                <a:gd name="T117" fmla="*/ 9 h 95"/>
                <a:gd name="T118" fmla="*/ 31 w 85"/>
                <a:gd name="T119" fmla="*/ 11 h 95"/>
                <a:gd name="T120" fmla="*/ 30 w 85"/>
                <a:gd name="T121" fmla="*/ 5 h 95"/>
                <a:gd name="T122" fmla="*/ 28 w 85"/>
                <a:gd name="T123" fmla="*/ 2 h 95"/>
                <a:gd name="T124" fmla="*/ 43 w 85"/>
                <a:gd name="T125"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5" h="95">
                  <a:moveTo>
                    <a:pt x="50" y="91"/>
                  </a:moveTo>
                  <a:cubicBezTo>
                    <a:pt x="53" y="87"/>
                    <a:pt x="55" y="83"/>
                    <a:pt x="58" y="80"/>
                  </a:cubicBezTo>
                  <a:cubicBezTo>
                    <a:pt x="59" y="78"/>
                    <a:pt x="58" y="76"/>
                    <a:pt x="57" y="74"/>
                  </a:cubicBezTo>
                  <a:cubicBezTo>
                    <a:pt x="52" y="70"/>
                    <a:pt x="48" y="66"/>
                    <a:pt x="44" y="62"/>
                  </a:cubicBezTo>
                  <a:cubicBezTo>
                    <a:pt x="42" y="60"/>
                    <a:pt x="40" y="60"/>
                    <a:pt x="38" y="61"/>
                  </a:cubicBezTo>
                  <a:cubicBezTo>
                    <a:pt x="36" y="62"/>
                    <a:pt x="33" y="64"/>
                    <a:pt x="30" y="66"/>
                  </a:cubicBezTo>
                  <a:cubicBezTo>
                    <a:pt x="21" y="52"/>
                    <a:pt x="20" y="45"/>
                    <a:pt x="18" y="35"/>
                  </a:cubicBezTo>
                  <a:cubicBezTo>
                    <a:pt x="20" y="33"/>
                    <a:pt x="23" y="31"/>
                    <a:pt x="26" y="30"/>
                  </a:cubicBezTo>
                  <a:cubicBezTo>
                    <a:pt x="28" y="29"/>
                    <a:pt x="28" y="27"/>
                    <a:pt x="28" y="24"/>
                  </a:cubicBezTo>
                  <a:cubicBezTo>
                    <a:pt x="26" y="19"/>
                    <a:pt x="24" y="13"/>
                    <a:pt x="23" y="7"/>
                  </a:cubicBezTo>
                  <a:cubicBezTo>
                    <a:pt x="22" y="5"/>
                    <a:pt x="21" y="3"/>
                    <a:pt x="19" y="4"/>
                  </a:cubicBezTo>
                  <a:cubicBezTo>
                    <a:pt x="14" y="4"/>
                    <a:pt x="9" y="4"/>
                    <a:pt x="5" y="5"/>
                  </a:cubicBezTo>
                  <a:cubicBezTo>
                    <a:pt x="1" y="5"/>
                    <a:pt x="0" y="7"/>
                    <a:pt x="0" y="10"/>
                  </a:cubicBezTo>
                  <a:cubicBezTo>
                    <a:pt x="2" y="45"/>
                    <a:pt x="15" y="77"/>
                    <a:pt x="43" y="93"/>
                  </a:cubicBezTo>
                  <a:cubicBezTo>
                    <a:pt x="46" y="95"/>
                    <a:pt x="48" y="95"/>
                    <a:pt x="50" y="91"/>
                  </a:cubicBezTo>
                  <a:close/>
                  <a:moveTo>
                    <a:pt x="46" y="52"/>
                  </a:moveTo>
                  <a:cubicBezTo>
                    <a:pt x="32" y="52"/>
                    <a:pt x="32" y="52"/>
                    <a:pt x="32" y="52"/>
                  </a:cubicBezTo>
                  <a:cubicBezTo>
                    <a:pt x="33" y="49"/>
                    <a:pt x="33" y="49"/>
                    <a:pt x="33" y="49"/>
                  </a:cubicBezTo>
                  <a:cubicBezTo>
                    <a:pt x="41" y="37"/>
                    <a:pt x="41" y="37"/>
                    <a:pt x="41" y="37"/>
                  </a:cubicBezTo>
                  <a:cubicBezTo>
                    <a:pt x="41" y="35"/>
                    <a:pt x="42" y="34"/>
                    <a:pt x="42" y="31"/>
                  </a:cubicBezTo>
                  <a:cubicBezTo>
                    <a:pt x="42" y="30"/>
                    <a:pt x="42" y="29"/>
                    <a:pt x="41" y="29"/>
                  </a:cubicBezTo>
                  <a:cubicBezTo>
                    <a:pt x="41" y="29"/>
                    <a:pt x="40" y="30"/>
                    <a:pt x="40" y="31"/>
                  </a:cubicBezTo>
                  <a:cubicBezTo>
                    <a:pt x="39" y="35"/>
                    <a:pt x="39" y="35"/>
                    <a:pt x="39" y="35"/>
                  </a:cubicBezTo>
                  <a:cubicBezTo>
                    <a:pt x="34" y="35"/>
                    <a:pt x="34" y="35"/>
                    <a:pt x="34" y="35"/>
                  </a:cubicBezTo>
                  <a:cubicBezTo>
                    <a:pt x="35" y="30"/>
                    <a:pt x="35" y="30"/>
                    <a:pt x="35" y="30"/>
                  </a:cubicBezTo>
                  <a:cubicBezTo>
                    <a:pt x="35" y="27"/>
                    <a:pt x="38" y="25"/>
                    <a:pt x="42" y="25"/>
                  </a:cubicBezTo>
                  <a:cubicBezTo>
                    <a:pt x="45" y="25"/>
                    <a:pt x="46" y="26"/>
                    <a:pt x="47" y="27"/>
                  </a:cubicBezTo>
                  <a:cubicBezTo>
                    <a:pt x="48" y="28"/>
                    <a:pt x="48" y="31"/>
                    <a:pt x="48" y="33"/>
                  </a:cubicBezTo>
                  <a:cubicBezTo>
                    <a:pt x="48" y="35"/>
                    <a:pt x="47" y="36"/>
                    <a:pt x="47" y="36"/>
                  </a:cubicBezTo>
                  <a:cubicBezTo>
                    <a:pt x="39" y="49"/>
                    <a:pt x="39" y="49"/>
                    <a:pt x="39" y="49"/>
                  </a:cubicBezTo>
                  <a:cubicBezTo>
                    <a:pt x="46" y="49"/>
                    <a:pt x="46" y="49"/>
                    <a:pt x="46" y="49"/>
                  </a:cubicBezTo>
                  <a:cubicBezTo>
                    <a:pt x="46" y="52"/>
                    <a:pt x="46" y="52"/>
                    <a:pt x="46" y="52"/>
                  </a:cubicBezTo>
                  <a:close/>
                  <a:moveTo>
                    <a:pt x="63" y="49"/>
                  </a:moveTo>
                  <a:cubicBezTo>
                    <a:pt x="60" y="49"/>
                    <a:pt x="60" y="49"/>
                    <a:pt x="60" y="49"/>
                  </a:cubicBezTo>
                  <a:cubicBezTo>
                    <a:pt x="60" y="52"/>
                    <a:pt x="60" y="52"/>
                    <a:pt x="60" y="52"/>
                  </a:cubicBezTo>
                  <a:cubicBezTo>
                    <a:pt x="54" y="52"/>
                    <a:pt x="54" y="52"/>
                    <a:pt x="54" y="52"/>
                  </a:cubicBezTo>
                  <a:cubicBezTo>
                    <a:pt x="55" y="49"/>
                    <a:pt x="55" y="49"/>
                    <a:pt x="55" y="49"/>
                  </a:cubicBezTo>
                  <a:cubicBezTo>
                    <a:pt x="47" y="49"/>
                    <a:pt x="47" y="49"/>
                    <a:pt x="47" y="49"/>
                  </a:cubicBezTo>
                  <a:cubicBezTo>
                    <a:pt x="47" y="45"/>
                    <a:pt x="47" y="45"/>
                    <a:pt x="47" y="45"/>
                  </a:cubicBezTo>
                  <a:cubicBezTo>
                    <a:pt x="55" y="26"/>
                    <a:pt x="55" y="26"/>
                    <a:pt x="55" y="26"/>
                  </a:cubicBezTo>
                  <a:cubicBezTo>
                    <a:pt x="63" y="26"/>
                    <a:pt x="63" y="26"/>
                    <a:pt x="63" y="26"/>
                  </a:cubicBezTo>
                  <a:cubicBezTo>
                    <a:pt x="61" y="45"/>
                    <a:pt x="61" y="45"/>
                    <a:pt x="61" y="45"/>
                  </a:cubicBezTo>
                  <a:cubicBezTo>
                    <a:pt x="64" y="45"/>
                    <a:pt x="64" y="45"/>
                    <a:pt x="64" y="45"/>
                  </a:cubicBezTo>
                  <a:cubicBezTo>
                    <a:pt x="63" y="49"/>
                    <a:pt x="63" y="49"/>
                    <a:pt x="63" y="49"/>
                  </a:cubicBezTo>
                  <a:close/>
                  <a:moveTo>
                    <a:pt x="55" y="45"/>
                  </a:moveTo>
                  <a:cubicBezTo>
                    <a:pt x="52" y="45"/>
                    <a:pt x="52" y="45"/>
                    <a:pt x="52" y="45"/>
                  </a:cubicBezTo>
                  <a:cubicBezTo>
                    <a:pt x="56" y="34"/>
                    <a:pt x="56" y="34"/>
                    <a:pt x="56" y="34"/>
                  </a:cubicBezTo>
                  <a:cubicBezTo>
                    <a:pt x="55" y="45"/>
                    <a:pt x="55" y="45"/>
                    <a:pt x="55" y="45"/>
                  </a:cubicBezTo>
                  <a:close/>
                  <a:moveTo>
                    <a:pt x="43" y="0"/>
                  </a:moveTo>
                  <a:cubicBezTo>
                    <a:pt x="55" y="0"/>
                    <a:pt x="65" y="4"/>
                    <a:pt x="72" y="12"/>
                  </a:cubicBezTo>
                  <a:cubicBezTo>
                    <a:pt x="80" y="19"/>
                    <a:pt x="85" y="29"/>
                    <a:pt x="85" y="41"/>
                  </a:cubicBezTo>
                  <a:cubicBezTo>
                    <a:pt x="85" y="52"/>
                    <a:pt x="80" y="62"/>
                    <a:pt x="72" y="70"/>
                  </a:cubicBezTo>
                  <a:cubicBezTo>
                    <a:pt x="70" y="72"/>
                    <a:pt x="68" y="74"/>
                    <a:pt x="65" y="75"/>
                  </a:cubicBezTo>
                  <a:cubicBezTo>
                    <a:pt x="65" y="74"/>
                    <a:pt x="65" y="73"/>
                    <a:pt x="64" y="72"/>
                  </a:cubicBezTo>
                  <a:cubicBezTo>
                    <a:pt x="59" y="68"/>
                    <a:pt x="59" y="68"/>
                    <a:pt x="59" y="68"/>
                  </a:cubicBezTo>
                  <a:cubicBezTo>
                    <a:pt x="62" y="67"/>
                    <a:pt x="64" y="65"/>
                    <a:pt x="66" y="63"/>
                  </a:cubicBezTo>
                  <a:cubicBezTo>
                    <a:pt x="72" y="57"/>
                    <a:pt x="75" y="49"/>
                    <a:pt x="75" y="41"/>
                  </a:cubicBezTo>
                  <a:cubicBezTo>
                    <a:pt x="75" y="32"/>
                    <a:pt x="72" y="24"/>
                    <a:pt x="66" y="18"/>
                  </a:cubicBezTo>
                  <a:cubicBezTo>
                    <a:pt x="60" y="12"/>
                    <a:pt x="52" y="9"/>
                    <a:pt x="43" y="9"/>
                  </a:cubicBezTo>
                  <a:cubicBezTo>
                    <a:pt x="39" y="9"/>
                    <a:pt x="35" y="10"/>
                    <a:pt x="31" y="11"/>
                  </a:cubicBezTo>
                  <a:cubicBezTo>
                    <a:pt x="30" y="5"/>
                    <a:pt x="30" y="5"/>
                    <a:pt x="30" y="5"/>
                  </a:cubicBezTo>
                  <a:cubicBezTo>
                    <a:pt x="29" y="4"/>
                    <a:pt x="29" y="3"/>
                    <a:pt x="28" y="2"/>
                  </a:cubicBezTo>
                  <a:cubicBezTo>
                    <a:pt x="33" y="1"/>
                    <a:pt x="38" y="0"/>
                    <a:pt x="4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22" name="Freeform 266">
              <a:extLst>
                <a:ext uri="{FF2B5EF4-FFF2-40B4-BE49-F238E27FC236}">
                  <a16:creationId xmlns:a16="http://schemas.microsoft.com/office/drawing/2014/main" id="{85023022-0C96-E929-97E8-78C4B6ED935E}"/>
                </a:ext>
              </a:extLst>
            </p:cNvPr>
            <p:cNvSpPr>
              <a:spLocks noEditPoints="1"/>
            </p:cNvSpPr>
            <p:nvPr/>
          </p:nvSpPr>
          <p:spPr bwMode="auto">
            <a:xfrm>
              <a:off x="7945399" y="1583320"/>
              <a:ext cx="293602" cy="220202"/>
            </a:xfrm>
            <a:custGeom>
              <a:avLst/>
              <a:gdLst>
                <a:gd name="T0" fmla="*/ 3 w 108"/>
                <a:gd name="T1" fmla="*/ 54 h 81"/>
                <a:gd name="T2" fmla="*/ 21 w 108"/>
                <a:gd name="T3" fmla="*/ 47 h 81"/>
                <a:gd name="T4" fmla="*/ 26 w 108"/>
                <a:gd name="T5" fmla="*/ 43 h 81"/>
                <a:gd name="T6" fmla="*/ 35 w 108"/>
                <a:gd name="T7" fmla="*/ 62 h 81"/>
                <a:gd name="T8" fmla="*/ 43 w 108"/>
                <a:gd name="T9" fmla="*/ 43 h 81"/>
                <a:gd name="T10" fmla="*/ 48 w 108"/>
                <a:gd name="T11" fmla="*/ 47 h 81"/>
                <a:gd name="T12" fmla="*/ 60 w 108"/>
                <a:gd name="T13" fmla="*/ 51 h 81"/>
                <a:gd name="T14" fmla="*/ 61 w 108"/>
                <a:gd name="T15" fmla="*/ 50 h 81"/>
                <a:gd name="T16" fmla="*/ 72 w 108"/>
                <a:gd name="T17" fmla="*/ 46 h 81"/>
                <a:gd name="T18" fmla="*/ 84 w 108"/>
                <a:gd name="T19" fmla="*/ 60 h 81"/>
                <a:gd name="T20" fmla="*/ 96 w 108"/>
                <a:gd name="T21" fmla="*/ 46 h 81"/>
                <a:gd name="T22" fmla="*/ 105 w 108"/>
                <a:gd name="T23" fmla="*/ 48 h 81"/>
                <a:gd name="T24" fmla="*/ 108 w 108"/>
                <a:gd name="T25" fmla="*/ 71 h 81"/>
                <a:gd name="T26" fmla="*/ 70 w 108"/>
                <a:gd name="T27" fmla="*/ 71 h 81"/>
                <a:gd name="T28" fmla="*/ 70 w 108"/>
                <a:gd name="T29" fmla="*/ 81 h 81"/>
                <a:gd name="T30" fmla="*/ 0 w 108"/>
                <a:gd name="T31" fmla="*/ 81 h 81"/>
                <a:gd name="T32" fmla="*/ 3 w 108"/>
                <a:gd name="T33" fmla="*/ 54 h 81"/>
                <a:gd name="T34" fmla="*/ 74 w 108"/>
                <a:gd name="T35" fmla="*/ 26 h 81"/>
                <a:gd name="T36" fmla="*/ 94 w 108"/>
                <a:gd name="T37" fmla="*/ 24 h 81"/>
                <a:gd name="T38" fmla="*/ 92 w 108"/>
                <a:gd name="T39" fmla="*/ 37 h 81"/>
                <a:gd name="T40" fmla="*/ 89 w 108"/>
                <a:gd name="T41" fmla="*/ 41 h 81"/>
                <a:gd name="T42" fmla="*/ 99 w 108"/>
                <a:gd name="T43" fmla="*/ 42 h 81"/>
                <a:gd name="T44" fmla="*/ 98 w 108"/>
                <a:gd name="T45" fmla="*/ 31 h 81"/>
                <a:gd name="T46" fmla="*/ 69 w 108"/>
                <a:gd name="T47" fmla="*/ 31 h 81"/>
                <a:gd name="T48" fmla="*/ 68 w 108"/>
                <a:gd name="T49" fmla="*/ 42 h 81"/>
                <a:gd name="T50" fmla="*/ 78 w 108"/>
                <a:gd name="T51" fmla="*/ 41 h 81"/>
                <a:gd name="T52" fmla="*/ 75 w 108"/>
                <a:gd name="T53" fmla="*/ 37 h 81"/>
                <a:gd name="T54" fmla="*/ 74 w 108"/>
                <a:gd name="T55" fmla="*/ 26 h 81"/>
                <a:gd name="T56" fmla="*/ 74 w 108"/>
                <a:gd name="T57" fmla="*/ 26 h 81"/>
                <a:gd name="T58" fmla="*/ 22 w 108"/>
                <a:gd name="T59" fmla="*/ 30 h 81"/>
                <a:gd name="T60" fmla="*/ 23 w 108"/>
                <a:gd name="T61" fmla="*/ 15 h 81"/>
                <a:gd name="T62" fmla="*/ 47 w 108"/>
                <a:gd name="T63" fmla="*/ 15 h 81"/>
                <a:gd name="T64" fmla="*/ 48 w 108"/>
                <a:gd name="T65" fmla="*/ 31 h 81"/>
                <a:gd name="T66" fmla="*/ 52 w 108"/>
                <a:gd name="T67" fmla="*/ 25 h 81"/>
                <a:gd name="T68" fmla="*/ 50 w 108"/>
                <a:gd name="T69" fmla="*/ 8 h 81"/>
                <a:gd name="T70" fmla="*/ 20 w 108"/>
                <a:gd name="T71" fmla="*/ 6 h 81"/>
                <a:gd name="T72" fmla="*/ 18 w 108"/>
                <a:gd name="T73" fmla="*/ 27 h 81"/>
                <a:gd name="T74" fmla="*/ 22 w 108"/>
                <a:gd name="T75"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81">
                  <a:moveTo>
                    <a:pt x="3" y="54"/>
                  </a:moveTo>
                  <a:cubicBezTo>
                    <a:pt x="9" y="51"/>
                    <a:pt x="15" y="49"/>
                    <a:pt x="21" y="47"/>
                  </a:cubicBezTo>
                  <a:cubicBezTo>
                    <a:pt x="23" y="45"/>
                    <a:pt x="24" y="44"/>
                    <a:pt x="26" y="43"/>
                  </a:cubicBezTo>
                  <a:cubicBezTo>
                    <a:pt x="35" y="62"/>
                    <a:pt x="35" y="62"/>
                    <a:pt x="35" y="62"/>
                  </a:cubicBezTo>
                  <a:cubicBezTo>
                    <a:pt x="43" y="43"/>
                    <a:pt x="43" y="43"/>
                    <a:pt x="43" y="43"/>
                  </a:cubicBezTo>
                  <a:cubicBezTo>
                    <a:pt x="45" y="44"/>
                    <a:pt x="46" y="46"/>
                    <a:pt x="48" y="47"/>
                  </a:cubicBezTo>
                  <a:cubicBezTo>
                    <a:pt x="60" y="51"/>
                    <a:pt x="60" y="51"/>
                    <a:pt x="60" y="51"/>
                  </a:cubicBezTo>
                  <a:cubicBezTo>
                    <a:pt x="60" y="51"/>
                    <a:pt x="61" y="50"/>
                    <a:pt x="61" y="50"/>
                  </a:cubicBezTo>
                  <a:cubicBezTo>
                    <a:pt x="65" y="48"/>
                    <a:pt x="69" y="47"/>
                    <a:pt x="72" y="46"/>
                  </a:cubicBezTo>
                  <a:cubicBezTo>
                    <a:pt x="75" y="52"/>
                    <a:pt x="79" y="57"/>
                    <a:pt x="84" y="60"/>
                  </a:cubicBezTo>
                  <a:cubicBezTo>
                    <a:pt x="89" y="57"/>
                    <a:pt x="93" y="52"/>
                    <a:pt x="96" y="46"/>
                  </a:cubicBezTo>
                  <a:cubicBezTo>
                    <a:pt x="99" y="47"/>
                    <a:pt x="102" y="48"/>
                    <a:pt x="105" y="48"/>
                  </a:cubicBezTo>
                  <a:cubicBezTo>
                    <a:pt x="108" y="53"/>
                    <a:pt x="108" y="64"/>
                    <a:pt x="108" y="71"/>
                  </a:cubicBezTo>
                  <a:cubicBezTo>
                    <a:pt x="70" y="71"/>
                    <a:pt x="70" y="71"/>
                    <a:pt x="70" y="71"/>
                  </a:cubicBezTo>
                  <a:cubicBezTo>
                    <a:pt x="70" y="74"/>
                    <a:pt x="70" y="77"/>
                    <a:pt x="70" y="81"/>
                  </a:cubicBezTo>
                  <a:cubicBezTo>
                    <a:pt x="47" y="81"/>
                    <a:pt x="24" y="81"/>
                    <a:pt x="0" y="81"/>
                  </a:cubicBezTo>
                  <a:cubicBezTo>
                    <a:pt x="0" y="68"/>
                    <a:pt x="1" y="58"/>
                    <a:pt x="3" y="54"/>
                  </a:cubicBezTo>
                  <a:close/>
                  <a:moveTo>
                    <a:pt x="74" y="26"/>
                  </a:moveTo>
                  <a:cubicBezTo>
                    <a:pt x="79" y="27"/>
                    <a:pt x="89" y="26"/>
                    <a:pt x="94" y="24"/>
                  </a:cubicBezTo>
                  <a:cubicBezTo>
                    <a:pt x="94" y="27"/>
                    <a:pt x="94" y="32"/>
                    <a:pt x="92" y="37"/>
                  </a:cubicBezTo>
                  <a:cubicBezTo>
                    <a:pt x="91" y="39"/>
                    <a:pt x="90" y="40"/>
                    <a:pt x="89" y="41"/>
                  </a:cubicBezTo>
                  <a:cubicBezTo>
                    <a:pt x="99" y="42"/>
                    <a:pt x="99" y="42"/>
                    <a:pt x="99" y="42"/>
                  </a:cubicBezTo>
                  <a:cubicBezTo>
                    <a:pt x="99" y="42"/>
                    <a:pt x="98" y="33"/>
                    <a:pt x="98" y="31"/>
                  </a:cubicBezTo>
                  <a:cubicBezTo>
                    <a:pt x="102" y="2"/>
                    <a:pt x="65" y="2"/>
                    <a:pt x="69" y="31"/>
                  </a:cubicBezTo>
                  <a:cubicBezTo>
                    <a:pt x="69" y="33"/>
                    <a:pt x="68" y="42"/>
                    <a:pt x="68" y="42"/>
                  </a:cubicBezTo>
                  <a:cubicBezTo>
                    <a:pt x="78" y="41"/>
                    <a:pt x="78" y="41"/>
                    <a:pt x="78" y="41"/>
                  </a:cubicBezTo>
                  <a:cubicBezTo>
                    <a:pt x="77" y="40"/>
                    <a:pt x="76" y="39"/>
                    <a:pt x="75" y="37"/>
                  </a:cubicBezTo>
                  <a:cubicBezTo>
                    <a:pt x="74" y="33"/>
                    <a:pt x="73" y="29"/>
                    <a:pt x="74" y="26"/>
                  </a:cubicBezTo>
                  <a:cubicBezTo>
                    <a:pt x="74" y="26"/>
                    <a:pt x="74" y="26"/>
                    <a:pt x="74" y="26"/>
                  </a:cubicBezTo>
                  <a:close/>
                  <a:moveTo>
                    <a:pt x="22" y="30"/>
                  </a:moveTo>
                  <a:cubicBezTo>
                    <a:pt x="21" y="25"/>
                    <a:pt x="21" y="21"/>
                    <a:pt x="23" y="15"/>
                  </a:cubicBezTo>
                  <a:cubicBezTo>
                    <a:pt x="29" y="11"/>
                    <a:pt x="37" y="17"/>
                    <a:pt x="47" y="15"/>
                  </a:cubicBezTo>
                  <a:cubicBezTo>
                    <a:pt x="48" y="20"/>
                    <a:pt x="48" y="24"/>
                    <a:pt x="48" y="31"/>
                  </a:cubicBezTo>
                  <a:cubicBezTo>
                    <a:pt x="48" y="31"/>
                    <a:pt x="52" y="27"/>
                    <a:pt x="52" y="25"/>
                  </a:cubicBezTo>
                  <a:cubicBezTo>
                    <a:pt x="53" y="22"/>
                    <a:pt x="52" y="10"/>
                    <a:pt x="50" y="8"/>
                  </a:cubicBezTo>
                  <a:cubicBezTo>
                    <a:pt x="45" y="0"/>
                    <a:pt x="26" y="0"/>
                    <a:pt x="20" y="6"/>
                  </a:cubicBezTo>
                  <a:cubicBezTo>
                    <a:pt x="18" y="8"/>
                    <a:pt x="16" y="25"/>
                    <a:pt x="18" y="27"/>
                  </a:cubicBezTo>
                  <a:cubicBezTo>
                    <a:pt x="20" y="29"/>
                    <a:pt x="22" y="30"/>
                    <a:pt x="22" y="3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23" name="Freeform 269">
              <a:extLst>
                <a:ext uri="{FF2B5EF4-FFF2-40B4-BE49-F238E27FC236}">
                  <a16:creationId xmlns:a16="http://schemas.microsoft.com/office/drawing/2014/main" id="{72AD07E6-D4B9-A169-6DD3-0EAD5D0D3049}"/>
                </a:ext>
              </a:extLst>
            </p:cNvPr>
            <p:cNvSpPr>
              <a:spLocks noEditPoints="1"/>
            </p:cNvSpPr>
            <p:nvPr/>
          </p:nvSpPr>
          <p:spPr bwMode="auto">
            <a:xfrm>
              <a:off x="6444927" y="2507312"/>
              <a:ext cx="320675" cy="328613"/>
            </a:xfrm>
            <a:custGeom>
              <a:avLst/>
              <a:gdLst>
                <a:gd name="T0" fmla="*/ 81 w 91"/>
                <a:gd name="T1" fmla="*/ 44 h 93"/>
                <a:gd name="T2" fmla="*/ 88 w 91"/>
                <a:gd name="T3" fmla="*/ 37 h 93"/>
                <a:gd name="T4" fmla="*/ 88 w 91"/>
                <a:gd name="T5" fmla="*/ 23 h 93"/>
                <a:gd name="T6" fmla="*/ 68 w 91"/>
                <a:gd name="T7" fmla="*/ 4 h 93"/>
                <a:gd name="T8" fmla="*/ 54 w 91"/>
                <a:gd name="T9" fmla="*/ 4 h 93"/>
                <a:gd name="T10" fmla="*/ 47 w 91"/>
                <a:gd name="T11" fmla="*/ 10 h 93"/>
                <a:gd name="T12" fmla="*/ 81 w 91"/>
                <a:gd name="T13" fmla="*/ 44 h 93"/>
                <a:gd name="T14" fmla="*/ 52 w 91"/>
                <a:gd name="T15" fmla="*/ 23 h 93"/>
                <a:gd name="T16" fmla="*/ 68 w 91"/>
                <a:gd name="T17" fmla="*/ 39 h 93"/>
                <a:gd name="T18" fmla="*/ 77 w 91"/>
                <a:gd name="T19" fmla="*/ 47 h 93"/>
                <a:gd name="T20" fmla="*/ 43 w 91"/>
                <a:gd name="T21" fmla="*/ 81 h 93"/>
                <a:gd name="T22" fmla="*/ 35 w 91"/>
                <a:gd name="T23" fmla="*/ 72 h 93"/>
                <a:gd name="T24" fmla="*/ 19 w 91"/>
                <a:gd name="T25" fmla="*/ 58 h 93"/>
                <a:gd name="T26" fmla="*/ 42 w 91"/>
                <a:gd name="T27" fmla="*/ 36 h 93"/>
                <a:gd name="T28" fmla="*/ 40 w 91"/>
                <a:gd name="T29" fmla="*/ 34 h 93"/>
                <a:gd name="T30" fmla="*/ 16 w 91"/>
                <a:gd name="T31" fmla="*/ 57 h 93"/>
                <a:gd name="T32" fmla="*/ 10 w 91"/>
                <a:gd name="T33" fmla="*/ 48 h 93"/>
                <a:gd name="T34" fmla="*/ 44 w 91"/>
                <a:gd name="T35" fmla="*/ 14 h 93"/>
                <a:gd name="T36" fmla="*/ 52 w 91"/>
                <a:gd name="T37" fmla="*/ 23 h 93"/>
                <a:gd name="T38" fmla="*/ 4 w 91"/>
                <a:gd name="T39" fmla="*/ 68 h 93"/>
                <a:gd name="T40" fmla="*/ 0 w 91"/>
                <a:gd name="T41" fmla="*/ 86 h 93"/>
                <a:gd name="T42" fmla="*/ 7 w 91"/>
                <a:gd name="T43" fmla="*/ 93 h 93"/>
                <a:gd name="T44" fmla="*/ 25 w 91"/>
                <a:gd name="T45" fmla="*/ 89 h 93"/>
                <a:gd name="T46" fmla="*/ 4 w 91"/>
                <a:gd name="T47" fmla="*/ 6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1" h="93">
                  <a:moveTo>
                    <a:pt x="81" y="44"/>
                  </a:moveTo>
                  <a:cubicBezTo>
                    <a:pt x="88" y="37"/>
                    <a:pt x="88" y="37"/>
                    <a:pt x="88" y="37"/>
                  </a:cubicBezTo>
                  <a:cubicBezTo>
                    <a:pt x="91" y="33"/>
                    <a:pt x="91" y="27"/>
                    <a:pt x="88" y="23"/>
                  </a:cubicBezTo>
                  <a:cubicBezTo>
                    <a:pt x="68" y="4"/>
                    <a:pt x="68" y="4"/>
                    <a:pt x="68" y="4"/>
                  </a:cubicBezTo>
                  <a:cubicBezTo>
                    <a:pt x="64" y="0"/>
                    <a:pt x="58" y="0"/>
                    <a:pt x="54" y="4"/>
                  </a:cubicBezTo>
                  <a:cubicBezTo>
                    <a:pt x="47" y="10"/>
                    <a:pt x="47" y="10"/>
                    <a:pt x="47" y="10"/>
                  </a:cubicBezTo>
                  <a:cubicBezTo>
                    <a:pt x="81" y="44"/>
                    <a:pt x="81" y="44"/>
                    <a:pt x="81" y="44"/>
                  </a:cubicBezTo>
                  <a:close/>
                  <a:moveTo>
                    <a:pt x="52" y="23"/>
                  </a:moveTo>
                  <a:cubicBezTo>
                    <a:pt x="68" y="39"/>
                    <a:pt x="68" y="39"/>
                    <a:pt x="68" y="39"/>
                  </a:cubicBezTo>
                  <a:cubicBezTo>
                    <a:pt x="77" y="47"/>
                    <a:pt x="77" y="47"/>
                    <a:pt x="77" y="47"/>
                  </a:cubicBezTo>
                  <a:cubicBezTo>
                    <a:pt x="43" y="81"/>
                    <a:pt x="43" y="81"/>
                    <a:pt x="43" y="81"/>
                  </a:cubicBezTo>
                  <a:cubicBezTo>
                    <a:pt x="35" y="83"/>
                    <a:pt x="33" y="79"/>
                    <a:pt x="35" y="72"/>
                  </a:cubicBezTo>
                  <a:cubicBezTo>
                    <a:pt x="26" y="71"/>
                    <a:pt x="20" y="68"/>
                    <a:pt x="19" y="58"/>
                  </a:cubicBezTo>
                  <a:cubicBezTo>
                    <a:pt x="42" y="36"/>
                    <a:pt x="42" y="36"/>
                    <a:pt x="42" y="36"/>
                  </a:cubicBezTo>
                  <a:cubicBezTo>
                    <a:pt x="40" y="34"/>
                    <a:pt x="40" y="34"/>
                    <a:pt x="40" y="34"/>
                  </a:cubicBezTo>
                  <a:cubicBezTo>
                    <a:pt x="16" y="57"/>
                    <a:pt x="16" y="57"/>
                    <a:pt x="16" y="57"/>
                  </a:cubicBezTo>
                  <a:cubicBezTo>
                    <a:pt x="10" y="57"/>
                    <a:pt x="9" y="54"/>
                    <a:pt x="10" y="48"/>
                  </a:cubicBezTo>
                  <a:cubicBezTo>
                    <a:pt x="21" y="37"/>
                    <a:pt x="33" y="25"/>
                    <a:pt x="44" y="14"/>
                  </a:cubicBezTo>
                  <a:cubicBezTo>
                    <a:pt x="52" y="23"/>
                    <a:pt x="52" y="23"/>
                    <a:pt x="52" y="23"/>
                  </a:cubicBezTo>
                  <a:close/>
                  <a:moveTo>
                    <a:pt x="4" y="68"/>
                  </a:moveTo>
                  <a:cubicBezTo>
                    <a:pt x="0" y="86"/>
                    <a:pt x="0" y="86"/>
                    <a:pt x="0" y="86"/>
                  </a:cubicBezTo>
                  <a:cubicBezTo>
                    <a:pt x="7" y="93"/>
                    <a:pt x="7" y="93"/>
                    <a:pt x="7" y="93"/>
                  </a:cubicBezTo>
                  <a:cubicBezTo>
                    <a:pt x="25" y="89"/>
                    <a:pt x="25" y="89"/>
                    <a:pt x="25" y="89"/>
                  </a:cubicBezTo>
                  <a:lnTo>
                    <a:pt x="4" y="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24" name="Freeform 274">
              <a:extLst>
                <a:ext uri="{FF2B5EF4-FFF2-40B4-BE49-F238E27FC236}">
                  <a16:creationId xmlns:a16="http://schemas.microsoft.com/office/drawing/2014/main" id="{16E529E1-440A-BB09-36C5-D8CC5B589F24}"/>
                </a:ext>
              </a:extLst>
            </p:cNvPr>
            <p:cNvSpPr>
              <a:spLocks noEditPoints="1"/>
            </p:cNvSpPr>
            <p:nvPr/>
          </p:nvSpPr>
          <p:spPr bwMode="auto">
            <a:xfrm>
              <a:off x="6702002" y="3435254"/>
              <a:ext cx="309746" cy="311186"/>
            </a:xfrm>
            <a:custGeom>
              <a:avLst/>
              <a:gdLst>
                <a:gd name="T0" fmla="*/ 49 w 97"/>
                <a:gd name="T1" fmla="*/ 0 h 97"/>
                <a:gd name="T2" fmla="*/ 83 w 97"/>
                <a:gd name="T3" fmla="*/ 14 h 97"/>
                <a:gd name="T4" fmla="*/ 97 w 97"/>
                <a:gd name="T5" fmla="*/ 49 h 97"/>
                <a:gd name="T6" fmla="*/ 83 w 97"/>
                <a:gd name="T7" fmla="*/ 83 h 97"/>
                <a:gd name="T8" fmla="*/ 49 w 97"/>
                <a:gd name="T9" fmla="*/ 97 h 97"/>
                <a:gd name="T10" fmla="*/ 14 w 97"/>
                <a:gd name="T11" fmla="*/ 83 h 97"/>
                <a:gd name="T12" fmla="*/ 0 w 97"/>
                <a:gd name="T13" fmla="*/ 49 h 97"/>
                <a:gd name="T14" fmla="*/ 14 w 97"/>
                <a:gd name="T15" fmla="*/ 14 h 97"/>
                <a:gd name="T16" fmla="*/ 49 w 97"/>
                <a:gd name="T17" fmla="*/ 0 h 97"/>
                <a:gd name="T18" fmla="*/ 55 w 97"/>
                <a:gd name="T19" fmla="*/ 47 h 97"/>
                <a:gd name="T20" fmla="*/ 54 w 97"/>
                <a:gd name="T21" fmla="*/ 45 h 97"/>
                <a:gd name="T22" fmla="*/ 68 w 97"/>
                <a:gd name="T23" fmla="*/ 24 h 97"/>
                <a:gd name="T24" fmla="*/ 65 w 97"/>
                <a:gd name="T25" fmla="*/ 21 h 97"/>
                <a:gd name="T26" fmla="*/ 50 w 97"/>
                <a:gd name="T27" fmla="*/ 43 h 97"/>
                <a:gd name="T28" fmla="*/ 45 w 97"/>
                <a:gd name="T29" fmla="*/ 43 h 97"/>
                <a:gd name="T30" fmla="*/ 42 w 97"/>
                <a:gd name="T31" fmla="*/ 52 h 97"/>
                <a:gd name="T32" fmla="*/ 51 w 97"/>
                <a:gd name="T33" fmla="*/ 56 h 97"/>
                <a:gd name="T34" fmla="*/ 52 w 97"/>
                <a:gd name="T35" fmla="*/ 55 h 97"/>
                <a:gd name="T36" fmla="*/ 69 w 97"/>
                <a:gd name="T37" fmla="*/ 61 h 97"/>
                <a:gd name="T38" fmla="*/ 71 w 97"/>
                <a:gd name="T39" fmla="*/ 56 h 97"/>
                <a:gd name="T40" fmla="*/ 55 w 97"/>
                <a:gd name="T41" fmla="*/ 50 h 97"/>
                <a:gd name="T42" fmla="*/ 55 w 97"/>
                <a:gd name="T43" fmla="*/ 47 h 97"/>
                <a:gd name="T44" fmla="*/ 74 w 97"/>
                <a:gd name="T45" fmla="*/ 24 h 97"/>
                <a:gd name="T46" fmla="*/ 49 w 97"/>
                <a:gd name="T47" fmla="*/ 13 h 97"/>
                <a:gd name="T48" fmla="*/ 23 w 97"/>
                <a:gd name="T49" fmla="*/ 24 h 97"/>
                <a:gd name="T50" fmla="*/ 13 w 97"/>
                <a:gd name="T51" fmla="*/ 49 h 97"/>
                <a:gd name="T52" fmla="*/ 23 w 97"/>
                <a:gd name="T53" fmla="*/ 74 h 97"/>
                <a:gd name="T54" fmla="*/ 49 w 97"/>
                <a:gd name="T55" fmla="*/ 84 h 97"/>
                <a:gd name="T56" fmla="*/ 74 w 97"/>
                <a:gd name="T57" fmla="*/ 74 h 97"/>
                <a:gd name="T58" fmla="*/ 84 w 97"/>
                <a:gd name="T59" fmla="*/ 49 h 97"/>
                <a:gd name="T60" fmla="*/ 74 w 97"/>
                <a:gd name="T61"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97">
                  <a:moveTo>
                    <a:pt x="49" y="0"/>
                  </a:moveTo>
                  <a:cubicBezTo>
                    <a:pt x="62" y="0"/>
                    <a:pt x="74" y="5"/>
                    <a:pt x="83" y="14"/>
                  </a:cubicBezTo>
                  <a:cubicBezTo>
                    <a:pt x="92" y="23"/>
                    <a:pt x="97" y="35"/>
                    <a:pt x="97" y="49"/>
                  </a:cubicBezTo>
                  <a:cubicBezTo>
                    <a:pt x="97" y="62"/>
                    <a:pt x="92" y="74"/>
                    <a:pt x="83" y="83"/>
                  </a:cubicBezTo>
                  <a:cubicBezTo>
                    <a:pt x="74" y="92"/>
                    <a:pt x="62" y="97"/>
                    <a:pt x="49" y="97"/>
                  </a:cubicBezTo>
                  <a:cubicBezTo>
                    <a:pt x="35" y="97"/>
                    <a:pt x="23" y="92"/>
                    <a:pt x="14" y="83"/>
                  </a:cubicBezTo>
                  <a:cubicBezTo>
                    <a:pt x="5" y="74"/>
                    <a:pt x="0" y="62"/>
                    <a:pt x="0" y="49"/>
                  </a:cubicBezTo>
                  <a:cubicBezTo>
                    <a:pt x="0" y="35"/>
                    <a:pt x="5" y="23"/>
                    <a:pt x="14" y="14"/>
                  </a:cubicBezTo>
                  <a:cubicBezTo>
                    <a:pt x="23" y="5"/>
                    <a:pt x="35" y="0"/>
                    <a:pt x="49" y="0"/>
                  </a:cubicBezTo>
                  <a:close/>
                  <a:moveTo>
                    <a:pt x="55" y="47"/>
                  </a:moveTo>
                  <a:cubicBezTo>
                    <a:pt x="54" y="46"/>
                    <a:pt x="54" y="45"/>
                    <a:pt x="54" y="45"/>
                  </a:cubicBezTo>
                  <a:cubicBezTo>
                    <a:pt x="59" y="38"/>
                    <a:pt x="64" y="31"/>
                    <a:pt x="68" y="24"/>
                  </a:cubicBezTo>
                  <a:cubicBezTo>
                    <a:pt x="67" y="23"/>
                    <a:pt x="66" y="22"/>
                    <a:pt x="65" y="21"/>
                  </a:cubicBezTo>
                  <a:cubicBezTo>
                    <a:pt x="59" y="28"/>
                    <a:pt x="54" y="35"/>
                    <a:pt x="50" y="43"/>
                  </a:cubicBezTo>
                  <a:cubicBezTo>
                    <a:pt x="48" y="42"/>
                    <a:pt x="47" y="43"/>
                    <a:pt x="45" y="43"/>
                  </a:cubicBezTo>
                  <a:cubicBezTo>
                    <a:pt x="42" y="45"/>
                    <a:pt x="40" y="49"/>
                    <a:pt x="42" y="52"/>
                  </a:cubicBezTo>
                  <a:cubicBezTo>
                    <a:pt x="43" y="56"/>
                    <a:pt x="47" y="58"/>
                    <a:pt x="51" y="56"/>
                  </a:cubicBezTo>
                  <a:cubicBezTo>
                    <a:pt x="51" y="56"/>
                    <a:pt x="52" y="56"/>
                    <a:pt x="52" y="55"/>
                  </a:cubicBezTo>
                  <a:cubicBezTo>
                    <a:pt x="58" y="58"/>
                    <a:pt x="63" y="60"/>
                    <a:pt x="69" y="61"/>
                  </a:cubicBezTo>
                  <a:cubicBezTo>
                    <a:pt x="70" y="59"/>
                    <a:pt x="71" y="58"/>
                    <a:pt x="71" y="56"/>
                  </a:cubicBezTo>
                  <a:cubicBezTo>
                    <a:pt x="66" y="54"/>
                    <a:pt x="61" y="51"/>
                    <a:pt x="55" y="50"/>
                  </a:cubicBezTo>
                  <a:cubicBezTo>
                    <a:pt x="55" y="49"/>
                    <a:pt x="55" y="48"/>
                    <a:pt x="55" y="47"/>
                  </a:cubicBezTo>
                  <a:close/>
                  <a:moveTo>
                    <a:pt x="74" y="24"/>
                  </a:moveTo>
                  <a:cubicBezTo>
                    <a:pt x="67" y="17"/>
                    <a:pt x="58" y="13"/>
                    <a:pt x="49" y="13"/>
                  </a:cubicBezTo>
                  <a:cubicBezTo>
                    <a:pt x="39" y="13"/>
                    <a:pt x="30" y="17"/>
                    <a:pt x="23" y="24"/>
                  </a:cubicBezTo>
                  <a:cubicBezTo>
                    <a:pt x="17" y="30"/>
                    <a:pt x="13" y="39"/>
                    <a:pt x="13" y="49"/>
                  </a:cubicBezTo>
                  <a:cubicBezTo>
                    <a:pt x="13" y="58"/>
                    <a:pt x="17" y="67"/>
                    <a:pt x="23" y="74"/>
                  </a:cubicBezTo>
                  <a:cubicBezTo>
                    <a:pt x="30" y="80"/>
                    <a:pt x="39" y="84"/>
                    <a:pt x="49" y="84"/>
                  </a:cubicBezTo>
                  <a:cubicBezTo>
                    <a:pt x="58" y="84"/>
                    <a:pt x="67" y="80"/>
                    <a:pt x="74" y="74"/>
                  </a:cubicBezTo>
                  <a:cubicBezTo>
                    <a:pt x="80" y="67"/>
                    <a:pt x="84" y="58"/>
                    <a:pt x="84" y="49"/>
                  </a:cubicBezTo>
                  <a:cubicBezTo>
                    <a:pt x="84" y="39"/>
                    <a:pt x="80" y="30"/>
                    <a:pt x="74" y="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25" name="Freeform 298">
              <a:extLst>
                <a:ext uri="{FF2B5EF4-FFF2-40B4-BE49-F238E27FC236}">
                  <a16:creationId xmlns:a16="http://schemas.microsoft.com/office/drawing/2014/main" id="{927884F4-1296-83A4-69FD-A911C4E0C22B}"/>
                </a:ext>
              </a:extLst>
            </p:cNvPr>
            <p:cNvSpPr>
              <a:spLocks noEditPoints="1"/>
            </p:cNvSpPr>
            <p:nvPr/>
          </p:nvSpPr>
          <p:spPr bwMode="auto">
            <a:xfrm>
              <a:off x="4359448" y="5136130"/>
              <a:ext cx="265000" cy="219471"/>
            </a:xfrm>
            <a:custGeom>
              <a:avLst/>
              <a:gdLst>
                <a:gd name="T0" fmla="*/ 19 w 102"/>
                <a:gd name="T1" fmla="*/ 33 h 85"/>
                <a:gd name="T2" fmla="*/ 9 w 102"/>
                <a:gd name="T3" fmla="*/ 32 h 85"/>
                <a:gd name="T4" fmla="*/ 18 w 102"/>
                <a:gd name="T5" fmla="*/ 35 h 85"/>
                <a:gd name="T6" fmla="*/ 28 w 102"/>
                <a:gd name="T7" fmla="*/ 37 h 85"/>
                <a:gd name="T8" fmla="*/ 88 w 102"/>
                <a:gd name="T9" fmla="*/ 51 h 85"/>
                <a:gd name="T10" fmla="*/ 102 w 102"/>
                <a:gd name="T11" fmla="*/ 47 h 85"/>
                <a:gd name="T12" fmla="*/ 88 w 102"/>
                <a:gd name="T13" fmla="*/ 85 h 85"/>
                <a:gd name="T14" fmla="*/ 70 w 102"/>
                <a:gd name="T15" fmla="*/ 72 h 85"/>
                <a:gd name="T16" fmla="*/ 3 w 102"/>
                <a:gd name="T17" fmla="*/ 65 h 85"/>
                <a:gd name="T18" fmla="*/ 0 w 102"/>
                <a:gd name="T19" fmla="*/ 58 h 85"/>
                <a:gd name="T20" fmla="*/ 0 w 102"/>
                <a:gd name="T21" fmla="*/ 51 h 85"/>
                <a:gd name="T22" fmla="*/ 31 w 102"/>
                <a:gd name="T23" fmla="*/ 53 h 85"/>
                <a:gd name="T24" fmla="*/ 54 w 102"/>
                <a:gd name="T25" fmla="*/ 45 h 85"/>
                <a:gd name="T26" fmla="*/ 40 w 102"/>
                <a:gd name="T27" fmla="*/ 37 h 85"/>
                <a:gd name="T28" fmla="*/ 86 w 102"/>
                <a:gd name="T29" fmla="*/ 50 h 85"/>
                <a:gd name="T30" fmla="*/ 19 w 102"/>
                <a:gd name="T31" fmla="*/ 32 h 85"/>
                <a:gd name="T32" fmla="*/ 31 w 102"/>
                <a:gd name="T33" fmla="*/ 37 h 85"/>
                <a:gd name="T34" fmla="*/ 30 w 102"/>
                <a:gd name="T35" fmla="*/ 43 h 85"/>
                <a:gd name="T36" fmla="*/ 5 w 102"/>
                <a:gd name="T37" fmla="*/ 38 h 85"/>
                <a:gd name="T38" fmla="*/ 6 w 102"/>
                <a:gd name="T39" fmla="*/ 31 h 85"/>
                <a:gd name="T40" fmla="*/ 11 w 102"/>
                <a:gd name="T41" fmla="*/ 30 h 85"/>
                <a:gd name="T42" fmla="*/ 38 w 102"/>
                <a:gd name="T43" fmla="*/ 27 h 85"/>
                <a:gd name="T44" fmla="*/ 31 w 102"/>
                <a:gd name="T45" fmla="*/ 13 h 85"/>
                <a:gd name="T46" fmla="*/ 30 w 102"/>
                <a:gd name="T47" fmla="*/ 14 h 85"/>
                <a:gd name="T48" fmla="*/ 37 w 102"/>
                <a:gd name="T49" fmla="*/ 28 h 85"/>
                <a:gd name="T50" fmla="*/ 38 w 102"/>
                <a:gd name="T51" fmla="*/ 27 h 85"/>
                <a:gd name="T52" fmla="*/ 40 w 102"/>
                <a:gd name="T53" fmla="*/ 27 h 85"/>
                <a:gd name="T54" fmla="*/ 40 w 102"/>
                <a:gd name="T55" fmla="*/ 32 h 85"/>
                <a:gd name="T56" fmla="*/ 34 w 102"/>
                <a:gd name="T57" fmla="*/ 35 h 85"/>
                <a:gd name="T58" fmla="*/ 23 w 102"/>
                <a:gd name="T59" fmla="*/ 12 h 85"/>
                <a:gd name="T60" fmla="*/ 29 w 102"/>
                <a:gd name="T61" fmla="*/ 9 h 85"/>
                <a:gd name="T62" fmla="*/ 37 w 102"/>
                <a:gd name="T63" fmla="*/ 19 h 85"/>
                <a:gd name="T64" fmla="*/ 45 w 102"/>
                <a:gd name="T65" fmla="*/ 11 h 85"/>
                <a:gd name="T66" fmla="*/ 43 w 102"/>
                <a:gd name="T67" fmla="*/ 19 h 85"/>
                <a:gd name="T68" fmla="*/ 47 w 102"/>
                <a:gd name="T69" fmla="*/ 12 h 85"/>
                <a:gd name="T70" fmla="*/ 49 w 102"/>
                <a:gd name="T71" fmla="*/ 3 h 85"/>
                <a:gd name="T72" fmla="*/ 43 w 102"/>
                <a:gd name="T73" fmla="*/ 10 h 85"/>
                <a:gd name="T74" fmla="*/ 41 w 102"/>
                <a:gd name="T75" fmla="*/ 21 h 85"/>
                <a:gd name="T76" fmla="*/ 46 w 102"/>
                <a:gd name="T77" fmla="*/ 24 h 85"/>
                <a:gd name="T78" fmla="*/ 56 w 102"/>
                <a:gd name="T79" fmla="*/ 3 h 85"/>
                <a:gd name="T80" fmla="*/ 50 w 102"/>
                <a:gd name="T81" fmla="*/ 0 h 85"/>
                <a:gd name="T82" fmla="*/ 47 w 102"/>
                <a:gd name="T83" fmla="*/ 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5">
                  <a:moveTo>
                    <a:pt x="26" y="36"/>
                  </a:moveTo>
                  <a:cubicBezTo>
                    <a:pt x="25" y="35"/>
                    <a:pt x="22" y="34"/>
                    <a:pt x="19" y="33"/>
                  </a:cubicBezTo>
                  <a:cubicBezTo>
                    <a:pt x="16" y="33"/>
                    <a:pt x="13" y="32"/>
                    <a:pt x="11" y="32"/>
                  </a:cubicBezTo>
                  <a:cubicBezTo>
                    <a:pt x="10" y="32"/>
                    <a:pt x="9" y="32"/>
                    <a:pt x="9" y="32"/>
                  </a:cubicBezTo>
                  <a:cubicBezTo>
                    <a:pt x="9" y="32"/>
                    <a:pt x="10" y="32"/>
                    <a:pt x="11" y="33"/>
                  </a:cubicBezTo>
                  <a:cubicBezTo>
                    <a:pt x="13" y="34"/>
                    <a:pt x="15" y="35"/>
                    <a:pt x="18" y="35"/>
                  </a:cubicBezTo>
                  <a:cubicBezTo>
                    <a:pt x="21" y="36"/>
                    <a:pt x="24" y="37"/>
                    <a:pt x="26" y="37"/>
                  </a:cubicBezTo>
                  <a:cubicBezTo>
                    <a:pt x="28" y="37"/>
                    <a:pt x="28" y="37"/>
                    <a:pt x="28" y="37"/>
                  </a:cubicBezTo>
                  <a:cubicBezTo>
                    <a:pt x="28" y="37"/>
                    <a:pt x="28" y="36"/>
                    <a:pt x="26" y="36"/>
                  </a:cubicBezTo>
                  <a:close/>
                  <a:moveTo>
                    <a:pt x="88" y="51"/>
                  </a:moveTo>
                  <a:cubicBezTo>
                    <a:pt x="88" y="47"/>
                    <a:pt x="88" y="47"/>
                    <a:pt x="88" y="47"/>
                  </a:cubicBezTo>
                  <a:cubicBezTo>
                    <a:pt x="102" y="47"/>
                    <a:pt x="102" y="47"/>
                    <a:pt x="102" y="47"/>
                  </a:cubicBezTo>
                  <a:cubicBezTo>
                    <a:pt x="102" y="85"/>
                    <a:pt x="102" y="85"/>
                    <a:pt x="102" y="85"/>
                  </a:cubicBezTo>
                  <a:cubicBezTo>
                    <a:pt x="88" y="85"/>
                    <a:pt x="88" y="85"/>
                    <a:pt x="88" y="85"/>
                  </a:cubicBezTo>
                  <a:cubicBezTo>
                    <a:pt x="88" y="79"/>
                    <a:pt x="88" y="79"/>
                    <a:pt x="88" y="79"/>
                  </a:cubicBezTo>
                  <a:cubicBezTo>
                    <a:pt x="70" y="72"/>
                    <a:pt x="70" y="72"/>
                    <a:pt x="70" y="72"/>
                  </a:cubicBezTo>
                  <a:cubicBezTo>
                    <a:pt x="27" y="77"/>
                    <a:pt x="27" y="77"/>
                    <a:pt x="27" y="77"/>
                  </a:cubicBezTo>
                  <a:cubicBezTo>
                    <a:pt x="3" y="65"/>
                    <a:pt x="3" y="65"/>
                    <a:pt x="3" y="65"/>
                  </a:cubicBezTo>
                  <a:cubicBezTo>
                    <a:pt x="4" y="60"/>
                    <a:pt x="4" y="60"/>
                    <a:pt x="4" y="60"/>
                  </a:cubicBezTo>
                  <a:cubicBezTo>
                    <a:pt x="0" y="58"/>
                    <a:pt x="0" y="58"/>
                    <a:pt x="0" y="58"/>
                  </a:cubicBezTo>
                  <a:cubicBezTo>
                    <a:pt x="1" y="53"/>
                    <a:pt x="1" y="53"/>
                    <a:pt x="1" y="53"/>
                  </a:cubicBezTo>
                  <a:cubicBezTo>
                    <a:pt x="0" y="51"/>
                    <a:pt x="0" y="51"/>
                    <a:pt x="0" y="51"/>
                  </a:cubicBezTo>
                  <a:cubicBezTo>
                    <a:pt x="2" y="44"/>
                    <a:pt x="2" y="44"/>
                    <a:pt x="2" y="44"/>
                  </a:cubicBezTo>
                  <a:cubicBezTo>
                    <a:pt x="31" y="53"/>
                    <a:pt x="31" y="53"/>
                    <a:pt x="31" y="53"/>
                  </a:cubicBezTo>
                  <a:cubicBezTo>
                    <a:pt x="54" y="47"/>
                    <a:pt x="54" y="47"/>
                    <a:pt x="54" y="47"/>
                  </a:cubicBezTo>
                  <a:cubicBezTo>
                    <a:pt x="54" y="45"/>
                    <a:pt x="54" y="45"/>
                    <a:pt x="54" y="45"/>
                  </a:cubicBezTo>
                  <a:cubicBezTo>
                    <a:pt x="36" y="45"/>
                    <a:pt x="36" y="45"/>
                    <a:pt x="36" y="45"/>
                  </a:cubicBezTo>
                  <a:cubicBezTo>
                    <a:pt x="40" y="37"/>
                    <a:pt x="40" y="37"/>
                    <a:pt x="40" y="37"/>
                  </a:cubicBezTo>
                  <a:cubicBezTo>
                    <a:pt x="72" y="31"/>
                    <a:pt x="72" y="31"/>
                    <a:pt x="72" y="31"/>
                  </a:cubicBezTo>
                  <a:cubicBezTo>
                    <a:pt x="86" y="50"/>
                    <a:pt x="86" y="50"/>
                    <a:pt x="86" y="50"/>
                  </a:cubicBezTo>
                  <a:cubicBezTo>
                    <a:pt x="88" y="51"/>
                    <a:pt x="88" y="51"/>
                    <a:pt x="88" y="51"/>
                  </a:cubicBezTo>
                  <a:close/>
                  <a:moveTo>
                    <a:pt x="19" y="32"/>
                  </a:moveTo>
                  <a:cubicBezTo>
                    <a:pt x="23" y="32"/>
                    <a:pt x="25" y="33"/>
                    <a:pt x="27" y="34"/>
                  </a:cubicBezTo>
                  <a:cubicBezTo>
                    <a:pt x="29" y="35"/>
                    <a:pt x="30" y="36"/>
                    <a:pt x="31" y="37"/>
                  </a:cubicBezTo>
                  <a:cubicBezTo>
                    <a:pt x="31" y="37"/>
                    <a:pt x="31" y="38"/>
                    <a:pt x="31" y="38"/>
                  </a:cubicBezTo>
                  <a:cubicBezTo>
                    <a:pt x="31" y="40"/>
                    <a:pt x="30" y="42"/>
                    <a:pt x="30" y="43"/>
                  </a:cubicBezTo>
                  <a:cubicBezTo>
                    <a:pt x="30" y="44"/>
                    <a:pt x="29" y="44"/>
                    <a:pt x="29" y="44"/>
                  </a:cubicBezTo>
                  <a:cubicBezTo>
                    <a:pt x="25" y="46"/>
                    <a:pt x="7" y="42"/>
                    <a:pt x="5" y="38"/>
                  </a:cubicBezTo>
                  <a:cubicBezTo>
                    <a:pt x="5" y="38"/>
                    <a:pt x="4" y="37"/>
                    <a:pt x="5" y="37"/>
                  </a:cubicBezTo>
                  <a:cubicBezTo>
                    <a:pt x="5" y="35"/>
                    <a:pt x="6" y="33"/>
                    <a:pt x="6" y="31"/>
                  </a:cubicBezTo>
                  <a:cubicBezTo>
                    <a:pt x="6" y="31"/>
                    <a:pt x="6" y="31"/>
                    <a:pt x="7" y="30"/>
                  </a:cubicBezTo>
                  <a:cubicBezTo>
                    <a:pt x="8" y="30"/>
                    <a:pt x="9" y="30"/>
                    <a:pt x="11" y="30"/>
                  </a:cubicBezTo>
                  <a:cubicBezTo>
                    <a:pt x="13" y="30"/>
                    <a:pt x="16" y="31"/>
                    <a:pt x="19" y="32"/>
                  </a:cubicBezTo>
                  <a:close/>
                  <a:moveTo>
                    <a:pt x="38" y="27"/>
                  </a:moveTo>
                  <a:cubicBezTo>
                    <a:pt x="38" y="25"/>
                    <a:pt x="36" y="23"/>
                    <a:pt x="35" y="20"/>
                  </a:cubicBezTo>
                  <a:cubicBezTo>
                    <a:pt x="33" y="17"/>
                    <a:pt x="32" y="15"/>
                    <a:pt x="31" y="13"/>
                  </a:cubicBezTo>
                  <a:cubicBezTo>
                    <a:pt x="30" y="12"/>
                    <a:pt x="29" y="12"/>
                    <a:pt x="29" y="12"/>
                  </a:cubicBezTo>
                  <a:cubicBezTo>
                    <a:pt x="29" y="12"/>
                    <a:pt x="29" y="12"/>
                    <a:pt x="30" y="14"/>
                  </a:cubicBezTo>
                  <a:cubicBezTo>
                    <a:pt x="30" y="16"/>
                    <a:pt x="32" y="18"/>
                    <a:pt x="33" y="21"/>
                  </a:cubicBezTo>
                  <a:cubicBezTo>
                    <a:pt x="35" y="24"/>
                    <a:pt x="36" y="26"/>
                    <a:pt x="37" y="28"/>
                  </a:cubicBezTo>
                  <a:cubicBezTo>
                    <a:pt x="38" y="29"/>
                    <a:pt x="39" y="29"/>
                    <a:pt x="39" y="29"/>
                  </a:cubicBezTo>
                  <a:cubicBezTo>
                    <a:pt x="39" y="29"/>
                    <a:pt x="39" y="28"/>
                    <a:pt x="38" y="27"/>
                  </a:cubicBezTo>
                  <a:close/>
                  <a:moveTo>
                    <a:pt x="37" y="19"/>
                  </a:moveTo>
                  <a:cubicBezTo>
                    <a:pt x="38" y="22"/>
                    <a:pt x="39" y="25"/>
                    <a:pt x="40" y="27"/>
                  </a:cubicBezTo>
                  <a:cubicBezTo>
                    <a:pt x="41" y="29"/>
                    <a:pt x="41" y="30"/>
                    <a:pt x="41" y="31"/>
                  </a:cubicBezTo>
                  <a:cubicBezTo>
                    <a:pt x="41" y="32"/>
                    <a:pt x="40" y="32"/>
                    <a:pt x="40" y="32"/>
                  </a:cubicBezTo>
                  <a:cubicBezTo>
                    <a:pt x="38" y="33"/>
                    <a:pt x="37" y="34"/>
                    <a:pt x="35" y="35"/>
                  </a:cubicBezTo>
                  <a:cubicBezTo>
                    <a:pt x="34" y="35"/>
                    <a:pt x="34" y="35"/>
                    <a:pt x="34" y="35"/>
                  </a:cubicBezTo>
                  <a:cubicBezTo>
                    <a:pt x="30" y="33"/>
                    <a:pt x="21" y="17"/>
                    <a:pt x="22" y="13"/>
                  </a:cubicBezTo>
                  <a:cubicBezTo>
                    <a:pt x="22" y="12"/>
                    <a:pt x="22" y="12"/>
                    <a:pt x="23" y="12"/>
                  </a:cubicBezTo>
                  <a:cubicBezTo>
                    <a:pt x="24" y="11"/>
                    <a:pt x="26" y="10"/>
                    <a:pt x="27" y="9"/>
                  </a:cubicBezTo>
                  <a:cubicBezTo>
                    <a:pt x="28" y="9"/>
                    <a:pt x="28" y="9"/>
                    <a:pt x="29" y="9"/>
                  </a:cubicBezTo>
                  <a:cubicBezTo>
                    <a:pt x="30" y="9"/>
                    <a:pt x="31" y="10"/>
                    <a:pt x="32" y="12"/>
                  </a:cubicBezTo>
                  <a:cubicBezTo>
                    <a:pt x="33" y="14"/>
                    <a:pt x="35" y="16"/>
                    <a:pt x="37" y="19"/>
                  </a:cubicBezTo>
                  <a:close/>
                  <a:moveTo>
                    <a:pt x="48" y="4"/>
                  </a:moveTo>
                  <a:cubicBezTo>
                    <a:pt x="47" y="6"/>
                    <a:pt x="46" y="8"/>
                    <a:pt x="45" y="11"/>
                  </a:cubicBezTo>
                  <a:cubicBezTo>
                    <a:pt x="44" y="13"/>
                    <a:pt x="43" y="16"/>
                    <a:pt x="43" y="18"/>
                  </a:cubicBezTo>
                  <a:cubicBezTo>
                    <a:pt x="43" y="19"/>
                    <a:pt x="42" y="19"/>
                    <a:pt x="43" y="19"/>
                  </a:cubicBezTo>
                  <a:cubicBezTo>
                    <a:pt x="43" y="19"/>
                    <a:pt x="43" y="19"/>
                    <a:pt x="44" y="18"/>
                  </a:cubicBezTo>
                  <a:cubicBezTo>
                    <a:pt x="45" y="16"/>
                    <a:pt x="46" y="14"/>
                    <a:pt x="47" y="12"/>
                  </a:cubicBezTo>
                  <a:cubicBezTo>
                    <a:pt x="48" y="9"/>
                    <a:pt x="49" y="7"/>
                    <a:pt x="49" y="5"/>
                  </a:cubicBezTo>
                  <a:cubicBezTo>
                    <a:pt x="49" y="4"/>
                    <a:pt x="49" y="3"/>
                    <a:pt x="49" y="3"/>
                  </a:cubicBezTo>
                  <a:cubicBezTo>
                    <a:pt x="49" y="3"/>
                    <a:pt x="49" y="3"/>
                    <a:pt x="48" y="4"/>
                  </a:cubicBezTo>
                  <a:close/>
                  <a:moveTo>
                    <a:pt x="43" y="10"/>
                  </a:moveTo>
                  <a:cubicBezTo>
                    <a:pt x="42" y="13"/>
                    <a:pt x="42" y="16"/>
                    <a:pt x="41" y="17"/>
                  </a:cubicBezTo>
                  <a:cubicBezTo>
                    <a:pt x="41" y="19"/>
                    <a:pt x="41" y="21"/>
                    <a:pt x="41" y="21"/>
                  </a:cubicBezTo>
                  <a:cubicBezTo>
                    <a:pt x="41" y="22"/>
                    <a:pt x="41" y="22"/>
                    <a:pt x="42" y="22"/>
                  </a:cubicBezTo>
                  <a:cubicBezTo>
                    <a:pt x="43" y="23"/>
                    <a:pt x="45" y="23"/>
                    <a:pt x="46" y="24"/>
                  </a:cubicBezTo>
                  <a:cubicBezTo>
                    <a:pt x="47" y="24"/>
                    <a:pt x="47" y="24"/>
                    <a:pt x="48" y="24"/>
                  </a:cubicBezTo>
                  <a:cubicBezTo>
                    <a:pt x="51" y="22"/>
                    <a:pt x="57" y="7"/>
                    <a:pt x="56" y="3"/>
                  </a:cubicBezTo>
                  <a:cubicBezTo>
                    <a:pt x="56" y="3"/>
                    <a:pt x="56" y="3"/>
                    <a:pt x="55" y="2"/>
                  </a:cubicBezTo>
                  <a:cubicBezTo>
                    <a:pt x="54" y="2"/>
                    <a:pt x="52" y="1"/>
                    <a:pt x="50" y="0"/>
                  </a:cubicBezTo>
                  <a:cubicBezTo>
                    <a:pt x="50" y="0"/>
                    <a:pt x="50" y="0"/>
                    <a:pt x="49" y="1"/>
                  </a:cubicBezTo>
                  <a:cubicBezTo>
                    <a:pt x="49" y="1"/>
                    <a:pt x="48" y="2"/>
                    <a:pt x="47" y="3"/>
                  </a:cubicBezTo>
                  <a:cubicBezTo>
                    <a:pt x="46" y="5"/>
                    <a:pt x="45" y="8"/>
                    <a:pt x="43" y="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30" name="Freeform 320">
              <a:extLst>
                <a:ext uri="{FF2B5EF4-FFF2-40B4-BE49-F238E27FC236}">
                  <a16:creationId xmlns:a16="http://schemas.microsoft.com/office/drawing/2014/main" id="{6F4B90D8-6B7B-D539-4087-2D0F9824C385}"/>
                </a:ext>
              </a:extLst>
            </p:cNvPr>
            <p:cNvSpPr>
              <a:spLocks noEditPoints="1"/>
            </p:cNvSpPr>
            <p:nvPr/>
          </p:nvSpPr>
          <p:spPr bwMode="auto">
            <a:xfrm>
              <a:off x="7975265" y="5146454"/>
              <a:ext cx="235525" cy="210372"/>
            </a:xfrm>
            <a:custGeom>
              <a:avLst/>
              <a:gdLst>
                <a:gd name="T0" fmla="*/ 17 w 93"/>
                <a:gd name="T1" fmla="*/ 18 h 83"/>
                <a:gd name="T2" fmla="*/ 9 w 93"/>
                <a:gd name="T3" fmla="*/ 28 h 83"/>
                <a:gd name="T4" fmla="*/ 84 w 93"/>
                <a:gd name="T5" fmla="*/ 74 h 83"/>
                <a:gd name="T6" fmla="*/ 70 w 93"/>
                <a:gd name="T7" fmla="*/ 28 h 83"/>
                <a:gd name="T8" fmla="*/ 24 w 93"/>
                <a:gd name="T9" fmla="*/ 34 h 83"/>
                <a:gd name="T10" fmla="*/ 24 w 93"/>
                <a:gd name="T11" fmla="*/ 18 h 83"/>
                <a:gd name="T12" fmla="*/ 30 w 93"/>
                <a:gd name="T13" fmla="*/ 13 h 83"/>
                <a:gd name="T14" fmla="*/ 46 w 93"/>
                <a:gd name="T15" fmla="*/ 0 h 83"/>
                <a:gd name="T16" fmla="*/ 63 w 93"/>
                <a:gd name="T17" fmla="*/ 13 h 83"/>
                <a:gd name="T18" fmla="*/ 70 w 93"/>
                <a:gd name="T19" fmla="*/ 18 h 83"/>
                <a:gd name="T20" fmla="*/ 93 w 93"/>
                <a:gd name="T21" fmla="*/ 18 h 83"/>
                <a:gd name="T22" fmla="*/ 93 w 93"/>
                <a:gd name="T23" fmla="*/ 79 h 83"/>
                <a:gd name="T24" fmla="*/ 89 w 93"/>
                <a:gd name="T25" fmla="*/ 83 h 83"/>
                <a:gd name="T26" fmla="*/ 0 w 93"/>
                <a:gd name="T27" fmla="*/ 83 h 83"/>
                <a:gd name="T28" fmla="*/ 0 w 93"/>
                <a:gd name="T29" fmla="*/ 23 h 83"/>
                <a:gd name="T30" fmla="*/ 5 w 93"/>
                <a:gd name="T31" fmla="*/ 18 h 83"/>
                <a:gd name="T32" fmla="*/ 14 w 93"/>
                <a:gd name="T33" fmla="*/ 70 h 83"/>
                <a:gd name="T34" fmla="*/ 39 w 93"/>
                <a:gd name="T35" fmla="*/ 62 h 83"/>
                <a:gd name="T36" fmla="*/ 29 w 93"/>
                <a:gd name="T37" fmla="*/ 63 h 83"/>
                <a:gd name="T38" fmla="*/ 29 w 93"/>
                <a:gd name="T39" fmla="*/ 60 h 83"/>
                <a:gd name="T40" fmla="*/ 26 w 93"/>
                <a:gd name="T41" fmla="*/ 59 h 83"/>
                <a:gd name="T42" fmla="*/ 26 w 93"/>
                <a:gd name="T43" fmla="*/ 61 h 83"/>
                <a:gd name="T44" fmla="*/ 21 w 93"/>
                <a:gd name="T45" fmla="*/ 59 h 83"/>
                <a:gd name="T46" fmla="*/ 35 w 93"/>
                <a:gd name="T47" fmla="*/ 42 h 83"/>
                <a:gd name="T48" fmla="*/ 23 w 93"/>
                <a:gd name="T49" fmla="*/ 57 h 83"/>
                <a:gd name="T50" fmla="*/ 24 w 93"/>
                <a:gd name="T51" fmla="*/ 57 h 83"/>
                <a:gd name="T52" fmla="*/ 30 w 93"/>
                <a:gd name="T53" fmla="*/ 57 h 83"/>
                <a:gd name="T54" fmla="*/ 30 w 93"/>
                <a:gd name="T55" fmla="*/ 57 h 83"/>
                <a:gd name="T56" fmla="*/ 31 w 93"/>
                <a:gd name="T57" fmla="*/ 65 h 83"/>
                <a:gd name="T58" fmla="*/ 36 w 93"/>
                <a:gd name="T59" fmla="*/ 66 h 83"/>
                <a:gd name="T60" fmla="*/ 31 w 93"/>
                <a:gd name="T61" fmla="*/ 65 h 83"/>
                <a:gd name="T62" fmla="*/ 44 w 93"/>
                <a:gd name="T63" fmla="*/ 55 h 83"/>
                <a:gd name="T64" fmla="*/ 78 w 93"/>
                <a:gd name="T65" fmla="*/ 51 h 83"/>
                <a:gd name="T66" fmla="*/ 44 w 93"/>
                <a:gd name="T67" fmla="*/ 60 h 83"/>
                <a:gd name="T68" fmla="*/ 59 w 93"/>
                <a:gd name="T69" fmla="*/ 65 h 83"/>
                <a:gd name="T70" fmla="*/ 44 w 93"/>
                <a:gd name="T71" fmla="*/ 60 h 83"/>
                <a:gd name="T72" fmla="*/ 44 w 93"/>
                <a:gd name="T73" fmla="*/ 46 h 83"/>
                <a:gd name="T74" fmla="*/ 78 w 93"/>
                <a:gd name="T75" fmla="*/ 42 h 83"/>
                <a:gd name="T76" fmla="*/ 39 w 93"/>
                <a:gd name="T77" fmla="*/ 13 h 83"/>
                <a:gd name="T78" fmla="*/ 52 w 93"/>
                <a:gd name="T79" fmla="*/ 12 h 83"/>
                <a:gd name="T80" fmla="*/ 41 w 93"/>
                <a:gd name="T81" fmla="*/ 1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 h="83">
                  <a:moveTo>
                    <a:pt x="5" y="18"/>
                  </a:moveTo>
                  <a:cubicBezTo>
                    <a:pt x="17" y="18"/>
                    <a:pt x="17" y="18"/>
                    <a:pt x="17" y="18"/>
                  </a:cubicBezTo>
                  <a:cubicBezTo>
                    <a:pt x="17" y="28"/>
                    <a:pt x="17" y="28"/>
                    <a:pt x="17" y="28"/>
                  </a:cubicBezTo>
                  <a:cubicBezTo>
                    <a:pt x="9" y="28"/>
                    <a:pt x="9" y="28"/>
                    <a:pt x="9" y="28"/>
                  </a:cubicBezTo>
                  <a:cubicBezTo>
                    <a:pt x="9" y="74"/>
                    <a:pt x="9" y="74"/>
                    <a:pt x="9" y="74"/>
                  </a:cubicBezTo>
                  <a:cubicBezTo>
                    <a:pt x="84" y="74"/>
                    <a:pt x="84" y="74"/>
                    <a:pt x="84" y="74"/>
                  </a:cubicBezTo>
                  <a:cubicBezTo>
                    <a:pt x="84" y="28"/>
                    <a:pt x="84" y="28"/>
                    <a:pt x="84" y="28"/>
                  </a:cubicBezTo>
                  <a:cubicBezTo>
                    <a:pt x="70" y="28"/>
                    <a:pt x="70" y="28"/>
                    <a:pt x="70" y="28"/>
                  </a:cubicBezTo>
                  <a:cubicBezTo>
                    <a:pt x="70" y="34"/>
                    <a:pt x="70" y="34"/>
                    <a:pt x="70" y="34"/>
                  </a:cubicBezTo>
                  <a:cubicBezTo>
                    <a:pt x="54" y="34"/>
                    <a:pt x="39" y="34"/>
                    <a:pt x="24" y="34"/>
                  </a:cubicBezTo>
                  <a:cubicBezTo>
                    <a:pt x="24" y="28"/>
                    <a:pt x="24" y="28"/>
                    <a:pt x="24" y="28"/>
                  </a:cubicBezTo>
                  <a:cubicBezTo>
                    <a:pt x="24" y="18"/>
                    <a:pt x="24" y="18"/>
                    <a:pt x="24" y="18"/>
                  </a:cubicBezTo>
                  <a:cubicBezTo>
                    <a:pt x="24" y="13"/>
                    <a:pt x="24" y="13"/>
                    <a:pt x="24" y="13"/>
                  </a:cubicBezTo>
                  <a:cubicBezTo>
                    <a:pt x="30" y="13"/>
                    <a:pt x="30" y="13"/>
                    <a:pt x="30" y="13"/>
                  </a:cubicBezTo>
                  <a:cubicBezTo>
                    <a:pt x="30" y="10"/>
                    <a:pt x="32" y="7"/>
                    <a:pt x="34" y="5"/>
                  </a:cubicBezTo>
                  <a:cubicBezTo>
                    <a:pt x="37" y="2"/>
                    <a:pt x="41" y="0"/>
                    <a:pt x="46" y="0"/>
                  </a:cubicBezTo>
                  <a:cubicBezTo>
                    <a:pt x="51" y="0"/>
                    <a:pt x="55" y="2"/>
                    <a:pt x="58" y="5"/>
                  </a:cubicBezTo>
                  <a:cubicBezTo>
                    <a:pt x="61" y="7"/>
                    <a:pt x="62" y="10"/>
                    <a:pt x="63" y="13"/>
                  </a:cubicBezTo>
                  <a:cubicBezTo>
                    <a:pt x="70" y="13"/>
                    <a:pt x="70" y="13"/>
                    <a:pt x="70" y="13"/>
                  </a:cubicBezTo>
                  <a:cubicBezTo>
                    <a:pt x="70" y="18"/>
                    <a:pt x="70" y="18"/>
                    <a:pt x="70" y="18"/>
                  </a:cubicBezTo>
                  <a:cubicBezTo>
                    <a:pt x="89" y="18"/>
                    <a:pt x="89" y="18"/>
                    <a:pt x="89" y="18"/>
                  </a:cubicBezTo>
                  <a:cubicBezTo>
                    <a:pt x="93" y="18"/>
                    <a:pt x="93" y="18"/>
                    <a:pt x="93" y="18"/>
                  </a:cubicBezTo>
                  <a:cubicBezTo>
                    <a:pt x="93" y="23"/>
                    <a:pt x="93" y="23"/>
                    <a:pt x="93" y="23"/>
                  </a:cubicBezTo>
                  <a:cubicBezTo>
                    <a:pt x="93" y="79"/>
                    <a:pt x="93" y="79"/>
                    <a:pt x="93" y="79"/>
                  </a:cubicBezTo>
                  <a:cubicBezTo>
                    <a:pt x="93" y="83"/>
                    <a:pt x="93" y="83"/>
                    <a:pt x="93" y="83"/>
                  </a:cubicBezTo>
                  <a:cubicBezTo>
                    <a:pt x="89" y="83"/>
                    <a:pt x="89" y="83"/>
                    <a:pt x="89" y="83"/>
                  </a:cubicBezTo>
                  <a:cubicBezTo>
                    <a:pt x="5" y="83"/>
                    <a:pt x="5" y="83"/>
                    <a:pt x="5" y="83"/>
                  </a:cubicBezTo>
                  <a:cubicBezTo>
                    <a:pt x="0" y="83"/>
                    <a:pt x="0" y="83"/>
                    <a:pt x="0" y="83"/>
                  </a:cubicBezTo>
                  <a:cubicBezTo>
                    <a:pt x="0" y="79"/>
                    <a:pt x="0" y="79"/>
                    <a:pt x="0" y="79"/>
                  </a:cubicBezTo>
                  <a:cubicBezTo>
                    <a:pt x="0" y="23"/>
                    <a:pt x="0" y="23"/>
                    <a:pt x="0" y="23"/>
                  </a:cubicBezTo>
                  <a:cubicBezTo>
                    <a:pt x="0" y="18"/>
                    <a:pt x="0" y="18"/>
                    <a:pt x="0" y="18"/>
                  </a:cubicBezTo>
                  <a:cubicBezTo>
                    <a:pt x="5" y="18"/>
                    <a:pt x="5" y="18"/>
                    <a:pt x="5" y="18"/>
                  </a:cubicBezTo>
                  <a:close/>
                  <a:moveTo>
                    <a:pt x="14" y="62"/>
                  </a:moveTo>
                  <a:cubicBezTo>
                    <a:pt x="14" y="70"/>
                    <a:pt x="14" y="70"/>
                    <a:pt x="14" y="70"/>
                  </a:cubicBezTo>
                  <a:cubicBezTo>
                    <a:pt x="39" y="70"/>
                    <a:pt x="39" y="70"/>
                    <a:pt x="39" y="70"/>
                  </a:cubicBezTo>
                  <a:cubicBezTo>
                    <a:pt x="39" y="62"/>
                    <a:pt x="39" y="62"/>
                    <a:pt x="39" y="62"/>
                  </a:cubicBezTo>
                  <a:cubicBezTo>
                    <a:pt x="33" y="59"/>
                    <a:pt x="33" y="59"/>
                    <a:pt x="33" y="59"/>
                  </a:cubicBezTo>
                  <a:cubicBezTo>
                    <a:pt x="29" y="63"/>
                    <a:pt x="29" y="63"/>
                    <a:pt x="29" y="63"/>
                  </a:cubicBezTo>
                  <a:cubicBezTo>
                    <a:pt x="28" y="61"/>
                    <a:pt x="28" y="61"/>
                    <a:pt x="28" y="61"/>
                  </a:cubicBezTo>
                  <a:cubicBezTo>
                    <a:pt x="29" y="60"/>
                    <a:pt x="29" y="60"/>
                    <a:pt x="29" y="60"/>
                  </a:cubicBezTo>
                  <a:cubicBezTo>
                    <a:pt x="28" y="59"/>
                    <a:pt x="28" y="59"/>
                    <a:pt x="28" y="59"/>
                  </a:cubicBezTo>
                  <a:cubicBezTo>
                    <a:pt x="26" y="59"/>
                    <a:pt x="26" y="59"/>
                    <a:pt x="26" y="59"/>
                  </a:cubicBezTo>
                  <a:cubicBezTo>
                    <a:pt x="25" y="60"/>
                    <a:pt x="25" y="60"/>
                    <a:pt x="25" y="60"/>
                  </a:cubicBezTo>
                  <a:cubicBezTo>
                    <a:pt x="26" y="61"/>
                    <a:pt x="26" y="61"/>
                    <a:pt x="26" y="61"/>
                  </a:cubicBezTo>
                  <a:cubicBezTo>
                    <a:pt x="25" y="64"/>
                    <a:pt x="25" y="64"/>
                    <a:pt x="25" y="64"/>
                  </a:cubicBezTo>
                  <a:cubicBezTo>
                    <a:pt x="21" y="59"/>
                    <a:pt x="21" y="59"/>
                    <a:pt x="21" y="59"/>
                  </a:cubicBezTo>
                  <a:cubicBezTo>
                    <a:pt x="14" y="62"/>
                    <a:pt x="14" y="62"/>
                    <a:pt x="14" y="62"/>
                  </a:cubicBezTo>
                  <a:close/>
                  <a:moveTo>
                    <a:pt x="35" y="42"/>
                  </a:moveTo>
                  <a:cubicBezTo>
                    <a:pt x="32" y="42"/>
                    <a:pt x="26" y="35"/>
                    <a:pt x="19" y="42"/>
                  </a:cubicBezTo>
                  <a:cubicBezTo>
                    <a:pt x="20" y="47"/>
                    <a:pt x="20" y="53"/>
                    <a:pt x="23" y="57"/>
                  </a:cubicBezTo>
                  <a:cubicBezTo>
                    <a:pt x="24" y="57"/>
                    <a:pt x="24" y="57"/>
                    <a:pt x="24" y="57"/>
                  </a:cubicBezTo>
                  <a:cubicBezTo>
                    <a:pt x="24" y="57"/>
                    <a:pt x="24" y="57"/>
                    <a:pt x="24" y="57"/>
                  </a:cubicBezTo>
                  <a:cubicBezTo>
                    <a:pt x="25" y="57"/>
                    <a:pt x="26" y="57"/>
                    <a:pt x="27" y="57"/>
                  </a:cubicBezTo>
                  <a:cubicBezTo>
                    <a:pt x="28" y="57"/>
                    <a:pt x="29" y="57"/>
                    <a:pt x="30" y="57"/>
                  </a:cubicBezTo>
                  <a:cubicBezTo>
                    <a:pt x="30" y="57"/>
                    <a:pt x="30" y="57"/>
                    <a:pt x="30" y="57"/>
                  </a:cubicBezTo>
                  <a:cubicBezTo>
                    <a:pt x="30" y="57"/>
                    <a:pt x="30" y="57"/>
                    <a:pt x="30" y="57"/>
                  </a:cubicBezTo>
                  <a:cubicBezTo>
                    <a:pt x="34" y="53"/>
                    <a:pt x="34" y="47"/>
                    <a:pt x="35" y="42"/>
                  </a:cubicBezTo>
                  <a:close/>
                  <a:moveTo>
                    <a:pt x="31" y="65"/>
                  </a:moveTo>
                  <a:cubicBezTo>
                    <a:pt x="31" y="66"/>
                    <a:pt x="31" y="66"/>
                    <a:pt x="31" y="66"/>
                  </a:cubicBezTo>
                  <a:cubicBezTo>
                    <a:pt x="36" y="66"/>
                    <a:pt x="36" y="66"/>
                    <a:pt x="36" y="66"/>
                  </a:cubicBezTo>
                  <a:cubicBezTo>
                    <a:pt x="36" y="65"/>
                    <a:pt x="36" y="65"/>
                    <a:pt x="36" y="65"/>
                  </a:cubicBezTo>
                  <a:cubicBezTo>
                    <a:pt x="31" y="65"/>
                    <a:pt x="31" y="65"/>
                    <a:pt x="31" y="65"/>
                  </a:cubicBezTo>
                  <a:close/>
                  <a:moveTo>
                    <a:pt x="44" y="51"/>
                  </a:moveTo>
                  <a:cubicBezTo>
                    <a:pt x="44" y="55"/>
                    <a:pt x="44" y="55"/>
                    <a:pt x="44" y="55"/>
                  </a:cubicBezTo>
                  <a:cubicBezTo>
                    <a:pt x="78" y="55"/>
                    <a:pt x="78" y="55"/>
                    <a:pt x="78" y="55"/>
                  </a:cubicBezTo>
                  <a:cubicBezTo>
                    <a:pt x="78" y="51"/>
                    <a:pt x="78" y="51"/>
                    <a:pt x="78" y="51"/>
                  </a:cubicBezTo>
                  <a:cubicBezTo>
                    <a:pt x="44" y="51"/>
                    <a:pt x="44" y="51"/>
                    <a:pt x="44" y="51"/>
                  </a:cubicBezTo>
                  <a:close/>
                  <a:moveTo>
                    <a:pt x="44" y="60"/>
                  </a:moveTo>
                  <a:cubicBezTo>
                    <a:pt x="44" y="65"/>
                    <a:pt x="44" y="65"/>
                    <a:pt x="44" y="65"/>
                  </a:cubicBezTo>
                  <a:cubicBezTo>
                    <a:pt x="59" y="65"/>
                    <a:pt x="59" y="65"/>
                    <a:pt x="59" y="65"/>
                  </a:cubicBezTo>
                  <a:cubicBezTo>
                    <a:pt x="59" y="60"/>
                    <a:pt x="59" y="60"/>
                    <a:pt x="59" y="60"/>
                  </a:cubicBezTo>
                  <a:cubicBezTo>
                    <a:pt x="44" y="60"/>
                    <a:pt x="44" y="60"/>
                    <a:pt x="44" y="60"/>
                  </a:cubicBezTo>
                  <a:close/>
                  <a:moveTo>
                    <a:pt x="44" y="42"/>
                  </a:moveTo>
                  <a:cubicBezTo>
                    <a:pt x="44" y="46"/>
                    <a:pt x="44" y="46"/>
                    <a:pt x="44" y="46"/>
                  </a:cubicBezTo>
                  <a:cubicBezTo>
                    <a:pt x="78" y="46"/>
                    <a:pt x="78" y="46"/>
                    <a:pt x="78" y="46"/>
                  </a:cubicBezTo>
                  <a:cubicBezTo>
                    <a:pt x="78" y="42"/>
                    <a:pt x="78" y="42"/>
                    <a:pt x="78" y="42"/>
                  </a:cubicBezTo>
                  <a:cubicBezTo>
                    <a:pt x="44" y="42"/>
                    <a:pt x="44" y="42"/>
                    <a:pt x="44" y="42"/>
                  </a:cubicBezTo>
                  <a:close/>
                  <a:moveTo>
                    <a:pt x="39" y="13"/>
                  </a:moveTo>
                  <a:cubicBezTo>
                    <a:pt x="53" y="13"/>
                    <a:pt x="53" y="13"/>
                    <a:pt x="53" y="13"/>
                  </a:cubicBezTo>
                  <a:cubicBezTo>
                    <a:pt x="53" y="13"/>
                    <a:pt x="52" y="12"/>
                    <a:pt x="52" y="12"/>
                  </a:cubicBezTo>
                  <a:cubicBezTo>
                    <a:pt x="50" y="10"/>
                    <a:pt x="48" y="9"/>
                    <a:pt x="46" y="9"/>
                  </a:cubicBezTo>
                  <a:cubicBezTo>
                    <a:pt x="44" y="9"/>
                    <a:pt x="42" y="10"/>
                    <a:pt x="41" y="12"/>
                  </a:cubicBezTo>
                  <a:cubicBezTo>
                    <a:pt x="40" y="12"/>
                    <a:pt x="40" y="13"/>
                    <a:pt x="39" y="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31" name="Freeform 322">
              <a:extLst>
                <a:ext uri="{FF2B5EF4-FFF2-40B4-BE49-F238E27FC236}">
                  <a16:creationId xmlns:a16="http://schemas.microsoft.com/office/drawing/2014/main" id="{D58C3B7A-7002-F38D-F62B-8218CD05F971}"/>
                </a:ext>
              </a:extLst>
            </p:cNvPr>
            <p:cNvSpPr>
              <a:spLocks/>
            </p:cNvSpPr>
            <p:nvPr/>
          </p:nvSpPr>
          <p:spPr bwMode="auto">
            <a:xfrm>
              <a:off x="5739082" y="3706517"/>
              <a:ext cx="494368" cy="294517"/>
            </a:xfrm>
            <a:custGeom>
              <a:avLst/>
              <a:gdLst>
                <a:gd name="T0" fmla="*/ 49 w 106"/>
                <a:gd name="T1" fmla="*/ 1 h 63"/>
                <a:gd name="T2" fmla="*/ 43 w 106"/>
                <a:gd name="T3" fmla="*/ 9 h 63"/>
                <a:gd name="T4" fmla="*/ 37 w 106"/>
                <a:gd name="T5" fmla="*/ 9 h 63"/>
                <a:gd name="T6" fmla="*/ 29 w 106"/>
                <a:gd name="T7" fmla="*/ 9 h 63"/>
                <a:gd name="T8" fmla="*/ 8 w 106"/>
                <a:gd name="T9" fmla="*/ 9 h 63"/>
                <a:gd name="T10" fmla="*/ 0 w 106"/>
                <a:gd name="T11" fmla="*/ 17 h 63"/>
                <a:gd name="T12" fmla="*/ 0 w 106"/>
                <a:gd name="T13" fmla="*/ 17 h 63"/>
                <a:gd name="T14" fmla="*/ 8 w 106"/>
                <a:gd name="T15" fmla="*/ 25 h 63"/>
                <a:gd name="T16" fmla="*/ 24 w 106"/>
                <a:gd name="T17" fmla="*/ 25 h 63"/>
                <a:gd name="T18" fmla="*/ 23 w 106"/>
                <a:gd name="T19" fmla="*/ 30 h 63"/>
                <a:gd name="T20" fmla="*/ 23 w 106"/>
                <a:gd name="T21" fmla="*/ 30 h 63"/>
                <a:gd name="T22" fmla="*/ 28 w 106"/>
                <a:gd name="T23" fmla="*/ 37 h 63"/>
                <a:gd name="T24" fmla="*/ 26 w 106"/>
                <a:gd name="T25" fmla="*/ 42 h 63"/>
                <a:gd name="T26" fmla="*/ 26 w 106"/>
                <a:gd name="T27" fmla="*/ 42 h 63"/>
                <a:gd name="T28" fmla="*/ 34 w 106"/>
                <a:gd name="T29" fmla="*/ 50 h 63"/>
                <a:gd name="T30" fmla="*/ 34 w 106"/>
                <a:gd name="T31" fmla="*/ 50 h 63"/>
                <a:gd name="T32" fmla="*/ 32 w 106"/>
                <a:gd name="T33" fmla="*/ 55 h 63"/>
                <a:gd name="T34" fmla="*/ 32 w 106"/>
                <a:gd name="T35" fmla="*/ 55 h 63"/>
                <a:gd name="T36" fmla="*/ 39 w 106"/>
                <a:gd name="T37" fmla="*/ 62 h 63"/>
                <a:gd name="T38" fmla="*/ 70 w 106"/>
                <a:gd name="T39" fmla="*/ 62 h 63"/>
                <a:gd name="T40" fmla="*/ 77 w 106"/>
                <a:gd name="T41" fmla="*/ 56 h 63"/>
                <a:gd name="T42" fmla="*/ 89 w 106"/>
                <a:gd name="T43" fmla="*/ 54 h 63"/>
                <a:gd name="T44" fmla="*/ 89 w 106"/>
                <a:gd name="T45" fmla="*/ 63 h 63"/>
                <a:gd name="T46" fmla="*/ 106 w 106"/>
                <a:gd name="T47" fmla="*/ 63 h 63"/>
                <a:gd name="T48" fmla="*/ 106 w 106"/>
                <a:gd name="T49" fmla="*/ 7 h 63"/>
                <a:gd name="T50" fmla="*/ 89 w 106"/>
                <a:gd name="T51" fmla="*/ 7 h 63"/>
                <a:gd name="T52" fmla="*/ 89 w 106"/>
                <a:gd name="T53" fmla="*/ 10 h 63"/>
                <a:gd name="T54" fmla="*/ 89 w 106"/>
                <a:gd name="T55" fmla="*/ 33 h 63"/>
                <a:gd name="T56" fmla="*/ 86 w 106"/>
                <a:gd name="T57" fmla="*/ 34 h 63"/>
                <a:gd name="T58" fmla="*/ 84 w 106"/>
                <a:gd name="T59" fmla="*/ 13 h 63"/>
                <a:gd name="T60" fmla="*/ 49 w 106"/>
                <a:gd name="T61" fmla="*/ 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63">
                  <a:moveTo>
                    <a:pt x="49" y="1"/>
                  </a:moveTo>
                  <a:cubicBezTo>
                    <a:pt x="43" y="9"/>
                    <a:pt x="43" y="9"/>
                    <a:pt x="43" y="9"/>
                  </a:cubicBezTo>
                  <a:cubicBezTo>
                    <a:pt x="37" y="9"/>
                    <a:pt x="37" y="9"/>
                    <a:pt x="37" y="9"/>
                  </a:cubicBezTo>
                  <a:cubicBezTo>
                    <a:pt x="29" y="9"/>
                    <a:pt x="29" y="9"/>
                    <a:pt x="29" y="9"/>
                  </a:cubicBezTo>
                  <a:cubicBezTo>
                    <a:pt x="8" y="9"/>
                    <a:pt x="8" y="9"/>
                    <a:pt x="8" y="9"/>
                  </a:cubicBezTo>
                  <a:cubicBezTo>
                    <a:pt x="4" y="9"/>
                    <a:pt x="0" y="13"/>
                    <a:pt x="0" y="17"/>
                  </a:cubicBezTo>
                  <a:cubicBezTo>
                    <a:pt x="0" y="17"/>
                    <a:pt x="0" y="17"/>
                    <a:pt x="0" y="17"/>
                  </a:cubicBezTo>
                  <a:cubicBezTo>
                    <a:pt x="0" y="22"/>
                    <a:pt x="4" y="25"/>
                    <a:pt x="8" y="25"/>
                  </a:cubicBezTo>
                  <a:cubicBezTo>
                    <a:pt x="24" y="25"/>
                    <a:pt x="24" y="25"/>
                    <a:pt x="24" y="25"/>
                  </a:cubicBezTo>
                  <a:cubicBezTo>
                    <a:pt x="23" y="27"/>
                    <a:pt x="23" y="28"/>
                    <a:pt x="23" y="30"/>
                  </a:cubicBezTo>
                  <a:cubicBezTo>
                    <a:pt x="23" y="30"/>
                    <a:pt x="23" y="30"/>
                    <a:pt x="23" y="30"/>
                  </a:cubicBezTo>
                  <a:cubicBezTo>
                    <a:pt x="23" y="34"/>
                    <a:pt x="25" y="37"/>
                    <a:pt x="28" y="37"/>
                  </a:cubicBezTo>
                  <a:cubicBezTo>
                    <a:pt x="27" y="39"/>
                    <a:pt x="26" y="40"/>
                    <a:pt x="26" y="42"/>
                  </a:cubicBezTo>
                  <a:cubicBezTo>
                    <a:pt x="26" y="42"/>
                    <a:pt x="26" y="42"/>
                    <a:pt x="26" y="42"/>
                  </a:cubicBezTo>
                  <a:cubicBezTo>
                    <a:pt x="26" y="46"/>
                    <a:pt x="30" y="50"/>
                    <a:pt x="34" y="50"/>
                  </a:cubicBezTo>
                  <a:cubicBezTo>
                    <a:pt x="34" y="50"/>
                    <a:pt x="34" y="50"/>
                    <a:pt x="34" y="50"/>
                  </a:cubicBezTo>
                  <a:cubicBezTo>
                    <a:pt x="33" y="51"/>
                    <a:pt x="32" y="53"/>
                    <a:pt x="32" y="55"/>
                  </a:cubicBezTo>
                  <a:cubicBezTo>
                    <a:pt x="32" y="55"/>
                    <a:pt x="32" y="55"/>
                    <a:pt x="32" y="55"/>
                  </a:cubicBezTo>
                  <a:cubicBezTo>
                    <a:pt x="32" y="59"/>
                    <a:pt x="35" y="62"/>
                    <a:pt x="39" y="62"/>
                  </a:cubicBezTo>
                  <a:cubicBezTo>
                    <a:pt x="70" y="62"/>
                    <a:pt x="70" y="62"/>
                    <a:pt x="70" y="62"/>
                  </a:cubicBezTo>
                  <a:cubicBezTo>
                    <a:pt x="77" y="56"/>
                    <a:pt x="77" y="56"/>
                    <a:pt x="77" y="56"/>
                  </a:cubicBezTo>
                  <a:cubicBezTo>
                    <a:pt x="89" y="54"/>
                    <a:pt x="89" y="54"/>
                    <a:pt x="89" y="54"/>
                  </a:cubicBezTo>
                  <a:cubicBezTo>
                    <a:pt x="89" y="63"/>
                    <a:pt x="89" y="63"/>
                    <a:pt x="89" y="63"/>
                  </a:cubicBezTo>
                  <a:cubicBezTo>
                    <a:pt x="106" y="63"/>
                    <a:pt x="106" y="63"/>
                    <a:pt x="106" y="63"/>
                  </a:cubicBezTo>
                  <a:cubicBezTo>
                    <a:pt x="106" y="7"/>
                    <a:pt x="106" y="7"/>
                    <a:pt x="106" y="7"/>
                  </a:cubicBezTo>
                  <a:cubicBezTo>
                    <a:pt x="89" y="7"/>
                    <a:pt x="89" y="7"/>
                    <a:pt x="89" y="7"/>
                  </a:cubicBezTo>
                  <a:cubicBezTo>
                    <a:pt x="89" y="10"/>
                    <a:pt x="89" y="10"/>
                    <a:pt x="89" y="10"/>
                  </a:cubicBezTo>
                  <a:cubicBezTo>
                    <a:pt x="89" y="33"/>
                    <a:pt x="89" y="33"/>
                    <a:pt x="89" y="33"/>
                  </a:cubicBezTo>
                  <a:cubicBezTo>
                    <a:pt x="86" y="34"/>
                    <a:pt x="86" y="34"/>
                    <a:pt x="86" y="34"/>
                  </a:cubicBezTo>
                  <a:cubicBezTo>
                    <a:pt x="84" y="13"/>
                    <a:pt x="84" y="13"/>
                    <a:pt x="84" y="13"/>
                  </a:cubicBezTo>
                  <a:cubicBezTo>
                    <a:pt x="72" y="9"/>
                    <a:pt x="62" y="0"/>
                    <a:pt x="4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grpSp>
      <p:sp>
        <p:nvSpPr>
          <p:cNvPr id="170" name="矩形 55">
            <a:extLst>
              <a:ext uri="{FF2B5EF4-FFF2-40B4-BE49-F238E27FC236}">
                <a16:creationId xmlns:a16="http://schemas.microsoft.com/office/drawing/2014/main" id="{B315945F-EDDA-9E53-2A97-5F8BFDE9347C}"/>
              </a:ext>
            </a:extLst>
          </p:cNvPr>
          <p:cNvSpPr/>
          <p:nvPr/>
        </p:nvSpPr>
        <p:spPr>
          <a:xfrm>
            <a:off x="869373" y="1692682"/>
            <a:ext cx="323618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a:t>
            </a:r>
          </a:p>
        </p:txBody>
      </p:sp>
      <p:sp>
        <p:nvSpPr>
          <p:cNvPr id="171" name="矩形 170">
            <a:extLst>
              <a:ext uri="{FF2B5EF4-FFF2-40B4-BE49-F238E27FC236}">
                <a16:creationId xmlns:a16="http://schemas.microsoft.com/office/drawing/2014/main" id="{4005426C-1277-2183-B7C4-E4B4A0D49425}"/>
              </a:ext>
            </a:extLst>
          </p:cNvPr>
          <p:cNvSpPr/>
          <p:nvPr/>
        </p:nvSpPr>
        <p:spPr>
          <a:xfrm>
            <a:off x="2804147" y="1246844"/>
            <a:ext cx="1258678" cy="446276"/>
          </a:xfrm>
          <a:prstGeom prst="rect">
            <a:avLst/>
          </a:prstGeom>
          <a:noFill/>
        </p:spPr>
        <p:txBody>
          <a:bodyPr wrap="none">
            <a:spAutoFit/>
            <a:scene3d>
              <a:camera prst="orthographicFront"/>
              <a:lightRig rig="threePt" dir="t"/>
            </a:scene3d>
            <a:sp3d contourW="12700"/>
          </a:bodyPr>
          <a:lstStyle/>
          <a:p>
            <a:pPr algn="r">
              <a:spcBef>
                <a:spcPct val="0"/>
              </a:spcBef>
            </a:pPr>
            <a:r>
              <a:rPr lang="en-US"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Django</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72" name="矩形 55">
            <a:extLst>
              <a:ext uri="{FF2B5EF4-FFF2-40B4-BE49-F238E27FC236}">
                <a16:creationId xmlns:a16="http://schemas.microsoft.com/office/drawing/2014/main" id="{163BD1CC-6A76-1D65-7A67-790C0C54DD2E}"/>
              </a:ext>
            </a:extLst>
          </p:cNvPr>
          <p:cNvSpPr/>
          <p:nvPr/>
        </p:nvSpPr>
        <p:spPr>
          <a:xfrm>
            <a:off x="554864" y="3317102"/>
            <a:ext cx="311507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a:t>
            </a:r>
          </a:p>
        </p:txBody>
      </p:sp>
      <p:sp>
        <p:nvSpPr>
          <p:cNvPr id="173" name="矩形 172">
            <a:extLst>
              <a:ext uri="{FF2B5EF4-FFF2-40B4-BE49-F238E27FC236}">
                <a16:creationId xmlns:a16="http://schemas.microsoft.com/office/drawing/2014/main" id="{32DAE0E3-5EF7-F7B6-8B6D-B8EE7FD9E6D9}"/>
              </a:ext>
            </a:extLst>
          </p:cNvPr>
          <p:cNvSpPr/>
          <p:nvPr/>
        </p:nvSpPr>
        <p:spPr>
          <a:xfrm>
            <a:off x="2938193" y="2856996"/>
            <a:ext cx="739305" cy="446276"/>
          </a:xfrm>
          <a:prstGeom prst="rect">
            <a:avLst/>
          </a:prstGeom>
          <a:noFill/>
        </p:spPr>
        <p:txBody>
          <a:bodyPr wrap="none">
            <a:spAutoFit/>
            <a:scene3d>
              <a:camera prst="orthographicFront"/>
              <a:lightRig rig="threePt" dir="t"/>
            </a:scene3d>
            <a:sp3d contourW="12700"/>
          </a:bodyPr>
          <a:lstStyle/>
          <a:p>
            <a:pPr algn="r">
              <a:spcBef>
                <a:spcPct val="0"/>
              </a:spcBef>
            </a:pPr>
            <a:r>
              <a:rPr lang="en-US"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CSS</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74" name="矩形 55">
            <a:extLst>
              <a:ext uri="{FF2B5EF4-FFF2-40B4-BE49-F238E27FC236}">
                <a16:creationId xmlns:a16="http://schemas.microsoft.com/office/drawing/2014/main" id="{E78C515F-DD6E-F662-316C-2482CDD0A81A}"/>
              </a:ext>
            </a:extLst>
          </p:cNvPr>
          <p:cNvSpPr/>
          <p:nvPr/>
        </p:nvSpPr>
        <p:spPr>
          <a:xfrm>
            <a:off x="874713" y="4763314"/>
            <a:ext cx="323618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a:t>
            </a:r>
          </a:p>
        </p:txBody>
      </p:sp>
      <p:sp>
        <p:nvSpPr>
          <p:cNvPr id="175" name="矩形 174">
            <a:extLst>
              <a:ext uri="{FF2B5EF4-FFF2-40B4-BE49-F238E27FC236}">
                <a16:creationId xmlns:a16="http://schemas.microsoft.com/office/drawing/2014/main" id="{93044149-225A-B644-88BC-823F909ED7CE}"/>
              </a:ext>
            </a:extLst>
          </p:cNvPr>
          <p:cNvSpPr/>
          <p:nvPr/>
        </p:nvSpPr>
        <p:spPr>
          <a:xfrm>
            <a:off x="2686120" y="4329789"/>
            <a:ext cx="1364476" cy="446276"/>
          </a:xfrm>
          <a:prstGeom prst="rect">
            <a:avLst/>
          </a:prstGeom>
          <a:noFill/>
        </p:spPr>
        <p:txBody>
          <a:bodyPr wrap="none">
            <a:spAutoFit/>
            <a:scene3d>
              <a:camera prst="orthographicFront"/>
              <a:lightRig rig="threePt" dir="t"/>
            </a:scene3d>
            <a:sp3d contourW="12700"/>
          </a:bodyPr>
          <a:lstStyle/>
          <a:p>
            <a:pPr algn="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76" name="矩形 55">
            <a:extLst>
              <a:ext uri="{FF2B5EF4-FFF2-40B4-BE49-F238E27FC236}">
                <a16:creationId xmlns:a16="http://schemas.microsoft.com/office/drawing/2014/main" id="{3AF9EFBA-1CFF-239A-62D6-97E0387F8DE3}"/>
              </a:ext>
            </a:extLst>
          </p:cNvPr>
          <p:cNvSpPr/>
          <p:nvPr/>
        </p:nvSpPr>
        <p:spPr>
          <a:xfrm>
            <a:off x="8231978" y="1697936"/>
            <a:ext cx="3090709"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a:t>
            </a:r>
          </a:p>
        </p:txBody>
      </p:sp>
      <p:sp>
        <p:nvSpPr>
          <p:cNvPr id="177" name="矩形 176">
            <a:extLst>
              <a:ext uri="{FF2B5EF4-FFF2-40B4-BE49-F238E27FC236}">
                <a16:creationId xmlns:a16="http://schemas.microsoft.com/office/drawing/2014/main" id="{980326C0-BE0E-EB8E-104A-FB7511444EE0}"/>
              </a:ext>
            </a:extLst>
          </p:cNvPr>
          <p:cNvSpPr/>
          <p:nvPr/>
        </p:nvSpPr>
        <p:spPr>
          <a:xfrm>
            <a:off x="8216028" y="1239269"/>
            <a:ext cx="1786066" cy="446276"/>
          </a:xfrm>
          <a:prstGeom prst="rect">
            <a:avLst/>
          </a:prstGeom>
          <a:noFill/>
        </p:spPr>
        <p:txBody>
          <a:bodyPr wrap="none">
            <a:spAutoFit/>
            <a:scene3d>
              <a:camera prst="orthographicFront"/>
              <a:lightRig rig="threePt" dir="t"/>
            </a:scene3d>
            <a:sp3d contourW="12700"/>
          </a:bodyPr>
          <a:lstStyle/>
          <a:p>
            <a:pPr>
              <a:spcBef>
                <a:spcPct val="0"/>
              </a:spcBef>
            </a:pPr>
            <a:r>
              <a:rPr lang="en-US" altLang="zh-CN" sz="2300" b="1" dirty="0" err="1">
                <a:latin typeface="思源黑体 CN Bold" panose="020B0800000000000000" pitchFamily="34" charset="-122"/>
                <a:ea typeface="思源黑体 CN Bold" panose="020B0800000000000000" pitchFamily="34" charset="-122"/>
                <a:cs typeface="Arial" panose="020B0604020202020204" pitchFamily="34" charset="0"/>
                <a:sym typeface="+mn-lt"/>
              </a:rPr>
              <a:t>opengauss</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78" name="矩形 55">
            <a:extLst>
              <a:ext uri="{FF2B5EF4-FFF2-40B4-BE49-F238E27FC236}">
                <a16:creationId xmlns:a16="http://schemas.microsoft.com/office/drawing/2014/main" id="{DB149ACB-6737-8D72-CCB5-CE591558A916}"/>
              </a:ext>
            </a:extLst>
          </p:cNvPr>
          <p:cNvSpPr/>
          <p:nvPr/>
        </p:nvSpPr>
        <p:spPr>
          <a:xfrm>
            <a:off x="8711643" y="3332361"/>
            <a:ext cx="2950265"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a:t>
            </a:r>
          </a:p>
        </p:txBody>
      </p:sp>
      <p:sp>
        <p:nvSpPr>
          <p:cNvPr id="179" name="矩形 178">
            <a:extLst>
              <a:ext uri="{FF2B5EF4-FFF2-40B4-BE49-F238E27FC236}">
                <a16:creationId xmlns:a16="http://schemas.microsoft.com/office/drawing/2014/main" id="{E4DF76CF-929C-1BFD-1A4E-A741140A1658}"/>
              </a:ext>
            </a:extLst>
          </p:cNvPr>
          <p:cNvSpPr/>
          <p:nvPr/>
        </p:nvSpPr>
        <p:spPr>
          <a:xfrm>
            <a:off x="8734875" y="2852671"/>
            <a:ext cx="1364476" cy="446276"/>
          </a:xfrm>
          <a:prstGeom prst="rect">
            <a:avLst/>
          </a:prstGeom>
          <a:noFill/>
        </p:spPr>
        <p:txBody>
          <a:bodyPr wrap="none">
            <a:spAutoFit/>
            <a:scene3d>
              <a:camera prst="orthographicFront"/>
              <a:lightRig rig="threePt" dir="t"/>
            </a:scene3d>
            <a:sp3d contourW="12700"/>
          </a:bodyPr>
          <a:lstStyle/>
          <a:p>
            <a:pP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80" name="矩形 55">
            <a:extLst>
              <a:ext uri="{FF2B5EF4-FFF2-40B4-BE49-F238E27FC236}">
                <a16:creationId xmlns:a16="http://schemas.microsoft.com/office/drawing/2014/main" id="{73F28A45-FDBE-FE3A-DA38-72726AE684E5}"/>
              </a:ext>
            </a:extLst>
          </p:cNvPr>
          <p:cNvSpPr/>
          <p:nvPr/>
        </p:nvSpPr>
        <p:spPr>
          <a:xfrm>
            <a:off x="8226578" y="4733045"/>
            <a:ext cx="3090709"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mn-ea"/>
                <a:sym typeface="+mn-lt"/>
              </a:rPr>
              <a:t>您的内容打在这里，或者通过复制您的文本后，在此框中选择粘</a:t>
            </a:r>
          </a:p>
        </p:txBody>
      </p:sp>
      <p:sp>
        <p:nvSpPr>
          <p:cNvPr id="181" name="矩形 180">
            <a:extLst>
              <a:ext uri="{FF2B5EF4-FFF2-40B4-BE49-F238E27FC236}">
                <a16:creationId xmlns:a16="http://schemas.microsoft.com/office/drawing/2014/main" id="{6F5A010A-92B1-E388-EB72-1B2EFFBBF472}"/>
              </a:ext>
            </a:extLst>
          </p:cNvPr>
          <p:cNvSpPr/>
          <p:nvPr/>
        </p:nvSpPr>
        <p:spPr>
          <a:xfrm>
            <a:off x="8253974" y="4286950"/>
            <a:ext cx="1364476" cy="446276"/>
          </a:xfrm>
          <a:prstGeom prst="rect">
            <a:avLst/>
          </a:prstGeom>
          <a:noFill/>
        </p:spPr>
        <p:txBody>
          <a:bodyPr wrap="none">
            <a:spAutoFit/>
            <a:scene3d>
              <a:camera prst="orthographicFront"/>
              <a:lightRig rig="threePt" dir="t"/>
            </a:scene3d>
            <a:sp3d contourW="12700"/>
          </a:bodyPr>
          <a:lstStyle/>
          <a:p>
            <a:pPr>
              <a:spcBef>
                <a:spcPct val="0"/>
              </a:spcBef>
            </a:pPr>
            <a:r>
              <a:rPr lang="zh-CN" altLang="en-US" sz="2300" b="1" dirty="0">
                <a:latin typeface="思源黑体 CN Bold" panose="020B0800000000000000" pitchFamily="34" charset="-122"/>
                <a:ea typeface="思源黑体 CN Bold" panose="020B0800000000000000" pitchFamily="34" charset="-122"/>
                <a:cs typeface="+mn-ea"/>
                <a:sym typeface="+mn-lt"/>
              </a:rPr>
              <a:t>添加标题</a:t>
            </a:r>
            <a:endParaRPr lang="zh-CN" altLang="zh-CN" sz="2300" b="1" dirty="0">
              <a:latin typeface="思源黑体 CN Bold" panose="020B0800000000000000" pitchFamily="34" charset="-122"/>
              <a:ea typeface="思源黑体 CN Bold" panose="020B0800000000000000" pitchFamily="34" charset="-122"/>
              <a:cs typeface="+mn-ea"/>
              <a:sym typeface="+mn-lt"/>
            </a:endParaRPr>
          </a:p>
        </p:txBody>
      </p:sp>
    </p:spTree>
    <p:extLst>
      <p:ext uri="{BB962C8B-B14F-4D97-AF65-F5344CB8AC3E}">
        <p14:creationId xmlns:p14="http://schemas.microsoft.com/office/powerpoint/2010/main" val="392184588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8" fill="hold" grpId="0" nodeType="afterEffect" p14:presetBounceEnd="56000">
                                      <p:stCondLst>
                                        <p:cond delay="0"/>
                                      </p:stCondLst>
                                      <p:childTnLst>
                                        <p:set>
                                          <p:cBhvr>
                                            <p:cTn id="12" dur="1" fill="hold">
                                              <p:stCondLst>
                                                <p:cond delay="0"/>
                                              </p:stCondLst>
                                            </p:cTn>
                                            <p:tgtEl>
                                              <p:spTgt spid="171"/>
                                            </p:tgtEl>
                                            <p:attrNameLst>
                                              <p:attrName>style.visibility</p:attrName>
                                            </p:attrNameLst>
                                          </p:cBhvr>
                                          <p:to>
                                            <p:strVal val="visible"/>
                                          </p:to>
                                        </p:set>
                                        <p:anim calcmode="lin" valueType="num" p14:bounceEnd="56000">
                                          <p:cBhvr additive="base">
                                            <p:cTn id="13" dur="500" fill="hold"/>
                                            <p:tgtEl>
                                              <p:spTgt spid="171"/>
                                            </p:tgtEl>
                                            <p:attrNameLst>
                                              <p:attrName>ppt_x</p:attrName>
                                            </p:attrNameLst>
                                          </p:cBhvr>
                                          <p:tavLst>
                                            <p:tav tm="0">
                                              <p:val>
                                                <p:strVal val="0-#ppt_w/2"/>
                                              </p:val>
                                            </p:tav>
                                            <p:tav tm="100000">
                                              <p:val>
                                                <p:strVal val="#ppt_x"/>
                                              </p:val>
                                            </p:tav>
                                          </p:tavLst>
                                        </p:anim>
                                        <p:anim calcmode="lin" valueType="num" p14:bounceEnd="56000">
                                          <p:cBhvr additive="base">
                                            <p:cTn id="14" dur="500" fill="hold"/>
                                            <p:tgtEl>
                                              <p:spTgt spid="171"/>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14:presetBounceEnd="56000">
                                      <p:stCondLst>
                                        <p:cond delay="250"/>
                                      </p:stCondLst>
                                      <p:childTnLst>
                                        <p:set>
                                          <p:cBhvr>
                                            <p:cTn id="16" dur="1" fill="hold">
                                              <p:stCondLst>
                                                <p:cond delay="0"/>
                                              </p:stCondLst>
                                            </p:cTn>
                                            <p:tgtEl>
                                              <p:spTgt spid="170"/>
                                            </p:tgtEl>
                                            <p:attrNameLst>
                                              <p:attrName>style.visibility</p:attrName>
                                            </p:attrNameLst>
                                          </p:cBhvr>
                                          <p:to>
                                            <p:strVal val="visible"/>
                                          </p:to>
                                        </p:set>
                                        <p:anim calcmode="lin" valueType="num" p14:bounceEnd="56000">
                                          <p:cBhvr additive="base">
                                            <p:cTn id="17" dur="500" fill="hold"/>
                                            <p:tgtEl>
                                              <p:spTgt spid="170"/>
                                            </p:tgtEl>
                                            <p:attrNameLst>
                                              <p:attrName>ppt_x</p:attrName>
                                            </p:attrNameLst>
                                          </p:cBhvr>
                                          <p:tavLst>
                                            <p:tav tm="0">
                                              <p:val>
                                                <p:strVal val="0-#ppt_w/2"/>
                                              </p:val>
                                            </p:tav>
                                            <p:tav tm="100000">
                                              <p:val>
                                                <p:strVal val="#ppt_x"/>
                                              </p:val>
                                            </p:tav>
                                          </p:tavLst>
                                        </p:anim>
                                        <p:anim calcmode="lin" valueType="num" p14:bounceEnd="56000">
                                          <p:cBhvr additive="base">
                                            <p:cTn id="18" dur="500" fill="hold"/>
                                            <p:tgtEl>
                                              <p:spTgt spid="170"/>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grpId="0" nodeType="afterEffect" p14:presetBounceEnd="56000">
                                      <p:stCondLst>
                                        <p:cond delay="0"/>
                                      </p:stCondLst>
                                      <p:childTnLst>
                                        <p:set>
                                          <p:cBhvr>
                                            <p:cTn id="21" dur="1" fill="hold">
                                              <p:stCondLst>
                                                <p:cond delay="0"/>
                                              </p:stCondLst>
                                            </p:cTn>
                                            <p:tgtEl>
                                              <p:spTgt spid="177"/>
                                            </p:tgtEl>
                                            <p:attrNameLst>
                                              <p:attrName>style.visibility</p:attrName>
                                            </p:attrNameLst>
                                          </p:cBhvr>
                                          <p:to>
                                            <p:strVal val="visible"/>
                                          </p:to>
                                        </p:set>
                                        <p:anim calcmode="lin" valueType="num" p14:bounceEnd="56000">
                                          <p:cBhvr additive="base">
                                            <p:cTn id="22" dur="500" fill="hold"/>
                                            <p:tgtEl>
                                              <p:spTgt spid="177"/>
                                            </p:tgtEl>
                                            <p:attrNameLst>
                                              <p:attrName>ppt_x</p:attrName>
                                            </p:attrNameLst>
                                          </p:cBhvr>
                                          <p:tavLst>
                                            <p:tav tm="0">
                                              <p:val>
                                                <p:strVal val="1+#ppt_w/2"/>
                                              </p:val>
                                            </p:tav>
                                            <p:tav tm="100000">
                                              <p:val>
                                                <p:strVal val="#ppt_x"/>
                                              </p:val>
                                            </p:tav>
                                          </p:tavLst>
                                        </p:anim>
                                        <p:anim calcmode="lin" valueType="num" p14:bounceEnd="56000">
                                          <p:cBhvr additive="base">
                                            <p:cTn id="23" dur="500" fill="hold"/>
                                            <p:tgtEl>
                                              <p:spTgt spid="177"/>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14:presetBounceEnd="56000">
                                      <p:stCondLst>
                                        <p:cond delay="250"/>
                                      </p:stCondLst>
                                      <p:childTnLst>
                                        <p:set>
                                          <p:cBhvr>
                                            <p:cTn id="25" dur="1" fill="hold">
                                              <p:stCondLst>
                                                <p:cond delay="0"/>
                                              </p:stCondLst>
                                            </p:cTn>
                                            <p:tgtEl>
                                              <p:spTgt spid="176"/>
                                            </p:tgtEl>
                                            <p:attrNameLst>
                                              <p:attrName>style.visibility</p:attrName>
                                            </p:attrNameLst>
                                          </p:cBhvr>
                                          <p:to>
                                            <p:strVal val="visible"/>
                                          </p:to>
                                        </p:set>
                                        <p:anim calcmode="lin" valueType="num" p14:bounceEnd="56000">
                                          <p:cBhvr additive="base">
                                            <p:cTn id="26" dur="500" fill="hold"/>
                                            <p:tgtEl>
                                              <p:spTgt spid="176"/>
                                            </p:tgtEl>
                                            <p:attrNameLst>
                                              <p:attrName>ppt_x</p:attrName>
                                            </p:attrNameLst>
                                          </p:cBhvr>
                                          <p:tavLst>
                                            <p:tav tm="0">
                                              <p:val>
                                                <p:strVal val="1+#ppt_w/2"/>
                                              </p:val>
                                            </p:tav>
                                            <p:tav tm="100000">
                                              <p:val>
                                                <p:strVal val="#ppt_x"/>
                                              </p:val>
                                            </p:tav>
                                          </p:tavLst>
                                        </p:anim>
                                        <p:anim calcmode="lin" valueType="num" p14:bounceEnd="56000">
                                          <p:cBhvr additive="base">
                                            <p:cTn id="27" dur="500" fill="hold"/>
                                            <p:tgtEl>
                                              <p:spTgt spid="176"/>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8" fill="hold" grpId="0" nodeType="afterEffect" p14:presetBounceEnd="56000">
                                      <p:stCondLst>
                                        <p:cond delay="0"/>
                                      </p:stCondLst>
                                      <p:childTnLst>
                                        <p:set>
                                          <p:cBhvr>
                                            <p:cTn id="30" dur="1" fill="hold">
                                              <p:stCondLst>
                                                <p:cond delay="0"/>
                                              </p:stCondLst>
                                            </p:cTn>
                                            <p:tgtEl>
                                              <p:spTgt spid="173"/>
                                            </p:tgtEl>
                                            <p:attrNameLst>
                                              <p:attrName>style.visibility</p:attrName>
                                            </p:attrNameLst>
                                          </p:cBhvr>
                                          <p:to>
                                            <p:strVal val="visible"/>
                                          </p:to>
                                        </p:set>
                                        <p:anim calcmode="lin" valueType="num" p14:bounceEnd="56000">
                                          <p:cBhvr additive="base">
                                            <p:cTn id="31" dur="500" fill="hold"/>
                                            <p:tgtEl>
                                              <p:spTgt spid="173"/>
                                            </p:tgtEl>
                                            <p:attrNameLst>
                                              <p:attrName>ppt_x</p:attrName>
                                            </p:attrNameLst>
                                          </p:cBhvr>
                                          <p:tavLst>
                                            <p:tav tm="0">
                                              <p:val>
                                                <p:strVal val="0-#ppt_w/2"/>
                                              </p:val>
                                            </p:tav>
                                            <p:tav tm="100000">
                                              <p:val>
                                                <p:strVal val="#ppt_x"/>
                                              </p:val>
                                            </p:tav>
                                          </p:tavLst>
                                        </p:anim>
                                        <p:anim calcmode="lin" valueType="num" p14:bounceEnd="56000">
                                          <p:cBhvr additive="base">
                                            <p:cTn id="32" dur="500" fill="hold"/>
                                            <p:tgtEl>
                                              <p:spTgt spid="173"/>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56000">
                                      <p:stCondLst>
                                        <p:cond delay="250"/>
                                      </p:stCondLst>
                                      <p:childTnLst>
                                        <p:set>
                                          <p:cBhvr>
                                            <p:cTn id="34" dur="1" fill="hold">
                                              <p:stCondLst>
                                                <p:cond delay="0"/>
                                              </p:stCondLst>
                                            </p:cTn>
                                            <p:tgtEl>
                                              <p:spTgt spid="172"/>
                                            </p:tgtEl>
                                            <p:attrNameLst>
                                              <p:attrName>style.visibility</p:attrName>
                                            </p:attrNameLst>
                                          </p:cBhvr>
                                          <p:to>
                                            <p:strVal val="visible"/>
                                          </p:to>
                                        </p:set>
                                        <p:anim calcmode="lin" valueType="num" p14:bounceEnd="56000">
                                          <p:cBhvr additive="base">
                                            <p:cTn id="35" dur="500" fill="hold"/>
                                            <p:tgtEl>
                                              <p:spTgt spid="172"/>
                                            </p:tgtEl>
                                            <p:attrNameLst>
                                              <p:attrName>ppt_x</p:attrName>
                                            </p:attrNameLst>
                                          </p:cBhvr>
                                          <p:tavLst>
                                            <p:tav tm="0">
                                              <p:val>
                                                <p:strVal val="0-#ppt_w/2"/>
                                              </p:val>
                                            </p:tav>
                                            <p:tav tm="100000">
                                              <p:val>
                                                <p:strVal val="#ppt_x"/>
                                              </p:val>
                                            </p:tav>
                                          </p:tavLst>
                                        </p:anim>
                                        <p:anim calcmode="lin" valueType="num" p14:bounceEnd="56000">
                                          <p:cBhvr additive="base">
                                            <p:cTn id="36" dur="500" fill="hold"/>
                                            <p:tgtEl>
                                              <p:spTgt spid="172"/>
                                            </p:tgtEl>
                                            <p:attrNameLst>
                                              <p:attrName>ppt_y</p:attrName>
                                            </p:attrNameLst>
                                          </p:cBhvr>
                                          <p:tavLst>
                                            <p:tav tm="0">
                                              <p:val>
                                                <p:strVal val="#ppt_y"/>
                                              </p:val>
                                            </p:tav>
                                            <p:tav tm="100000">
                                              <p:val>
                                                <p:strVal val="#ppt_y"/>
                                              </p:val>
                                            </p:tav>
                                          </p:tavLst>
                                        </p:anim>
                                      </p:childTnLst>
                                    </p:cTn>
                                  </p:par>
                                </p:childTnLst>
                              </p:cTn>
                            </p:par>
                            <p:par>
                              <p:cTn id="37" fill="hold">
                                <p:stCondLst>
                                  <p:cond delay="2750"/>
                                </p:stCondLst>
                                <p:childTnLst>
                                  <p:par>
                                    <p:cTn id="38" presetID="2" presetClass="entr" presetSubtype="2" fill="hold" grpId="0" nodeType="afterEffect" p14:presetBounceEnd="56000">
                                      <p:stCondLst>
                                        <p:cond delay="0"/>
                                      </p:stCondLst>
                                      <p:childTnLst>
                                        <p:set>
                                          <p:cBhvr>
                                            <p:cTn id="39" dur="1" fill="hold">
                                              <p:stCondLst>
                                                <p:cond delay="0"/>
                                              </p:stCondLst>
                                            </p:cTn>
                                            <p:tgtEl>
                                              <p:spTgt spid="179"/>
                                            </p:tgtEl>
                                            <p:attrNameLst>
                                              <p:attrName>style.visibility</p:attrName>
                                            </p:attrNameLst>
                                          </p:cBhvr>
                                          <p:to>
                                            <p:strVal val="visible"/>
                                          </p:to>
                                        </p:set>
                                        <p:anim calcmode="lin" valueType="num" p14:bounceEnd="56000">
                                          <p:cBhvr additive="base">
                                            <p:cTn id="40" dur="500" fill="hold"/>
                                            <p:tgtEl>
                                              <p:spTgt spid="179"/>
                                            </p:tgtEl>
                                            <p:attrNameLst>
                                              <p:attrName>ppt_x</p:attrName>
                                            </p:attrNameLst>
                                          </p:cBhvr>
                                          <p:tavLst>
                                            <p:tav tm="0">
                                              <p:val>
                                                <p:strVal val="1+#ppt_w/2"/>
                                              </p:val>
                                            </p:tav>
                                            <p:tav tm="100000">
                                              <p:val>
                                                <p:strVal val="#ppt_x"/>
                                              </p:val>
                                            </p:tav>
                                          </p:tavLst>
                                        </p:anim>
                                        <p:anim calcmode="lin" valueType="num" p14:bounceEnd="56000">
                                          <p:cBhvr additive="base">
                                            <p:cTn id="41" dur="500" fill="hold"/>
                                            <p:tgtEl>
                                              <p:spTgt spid="179"/>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14:presetBounceEnd="56000">
                                      <p:stCondLst>
                                        <p:cond delay="250"/>
                                      </p:stCondLst>
                                      <p:childTnLst>
                                        <p:set>
                                          <p:cBhvr>
                                            <p:cTn id="43" dur="1" fill="hold">
                                              <p:stCondLst>
                                                <p:cond delay="0"/>
                                              </p:stCondLst>
                                            </p:cTn>
                                            <p:tgtEl>
                                              <p:spTgt spid="178"/>
                                            </p:tgtEl>
                                            <p:attrNameLst>
                                              <p:attrName>style.visibility</p:attrName>
                                            </p:attrNameLst>
                                          </p:cBhvr>
                                          <p:to>
                                            <p:strVal val="visible"/>
                                          </p:to>
                                        </p:set>
                                        <p:anim calcmode="lin" valueType="num" p14:bounceEnd="56000">
                                          <p:cBhvr additive="base">
                                            <p:cTn id="44" dur="500" fill="hold"/>
                                            <p:tgtEl>
                                              <p:spTgt spid="178"/>
                                            </p:tgtEl>
                                            <p:attrNameLst>
                                              <p:attrName>ppt_x</p:attrName>
                                            </p:attrNameLst>
                                          </p:cBhvr>
                                          <p:tavLst>
                                            <p:tav tm="0">
                                              <p:val>
                                                <p:strVal val="1+#ppt_w/2"/>
                                              </p:val>
                                            </p:tav>
                                            <p:tav tm="100000">
                                              <p:val>
                                                <p:strVal val="#ppt_x"/>
                                              </p:val>
                                            </p:tav>
                                          </p:tavLst>
                                        </p:anim>
                                        <p:anim calcmode="lin" valueType="num" p14:bounceEnd="56000">
                                          <p:cBhvr additive="base">
                                            <p:cTn id="45" dur="500" fill="hold"/>
                                            <p:tgtEl>
                                              <p:spTgt spid="178"/>
                                            </p:tgtEl>
                                            <p:attrNameLst>
                                              <p:attrName>ppt_y</p:attrName>
                                            </p:attrNameLst>
                                          </p:cBhvr>
                                          <p:tavLst>
                                            <p:tav tm="0">
                                              <p:val>
                                                <p:strVal val="#ppt_y"/>
                                              </p:val>
                                            </p:tav>
                                            <p:tav tm="100000">
                                              <p:val>
                                                <p:strVal val="#ppt_y"/>
                                              </p:val>
                                            </p:tav>
                                          </p:tavLst>
                                        </p:anim>
                                      </p:childTnLst>
                                    </p:cTn>
                                  </p:par>
                                </p:childTnLst>
                              </p:cTn>
                            </p:par>
                            <p:par>
                              <p:cTn id="46" fill="hold">
                                <p:stCondLst>
                                  <p:cond delay="3500"/>
                                </p:stCondLst>
                                <p:childTnLst>
                                  <p:par>
                                    <p:cTn id="47" presetID="2" presetClass="entr" presetSubtype="8" fill="hold" grpId="0" nodeType="afterEffect" p14:presetBounceEnd="56000">
                                      <p:stCondLst>
                                        <p:cond delay="0"/>
                                      </p:stCondLst>
                                      <p:childTnLst>
                                        <p:set>
                                          <p:cBhvr>
                                            <p:cTn id="48" dur="1" fill="hold">
                                              <p:stCondLst>
                                                <p:cond delay="0"/>
                                              </p:stCondLst>
                                            </p:cTn>
                                            <p:tgtEl>
                                              <p:spTgt spid="175"/>
                                            </p:tgtEl>
                                            <p:attrNameLst>
                                              <p:attrName>style.visibility</p:attrName>
                                            </p:attrNameLst>
                                          </p:cBhvr>
                                          <p:to>
                                            <p:strVal val="visible"/>
                                          </p:to>
                                        </p:set>
                                        <p:anim calcmode="lin" valueType="num" p14:bounceEnd="56000">
                                          <p:cBhvr additive="base">
                                            <p:cTn id="49" dur="500" fill="hold"/>
                                            <p:tgtEl>
                                              <p:spTgt spid="175"/>
                                            </p:tgtEl>
                                            <p:attrNameLst>
                                              <p:attrName>ppt_x</p:attrName>
                                            </p:attrNameLst>
                                          </p:cBhvr>
                                          <p:tavLst>
                                            <p:tav tm="0">
                                              <p:val>
                                                <p:strVal val="0-#ppt_w/2"/>
                                              </p:val>
                                            </p:tav>
                                            <p:tav tm="100000">
                                              <p:val>
                                                <p:strVal val="#ppt_x"/>
                                              </p:val>
                                            </p:tav>
                                          </p:tavLst>
                                        </p:anim>
                                        <p:anim calcmode="lin" valueType="num" p14:bounceEnd="56000">
                                          <p:cBhvr additive="base">
                                            <p:cTn id="50" dur="500" fill="hold"/>
                                            <p:tgtEl>
                                              <p:spTgt spid="175"/>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14:presetBounceEnd="56000">
                                      <p:stCondLst>
                                        <p:cond delay="250"/>
                                      </p:stCondLst>
                                      <p:childTnLst>
                                        <p:set>
                                          <p:cBhvr>
                                            <p:cTn id="52" dur="1" fill="hold">
                                              <p:stCondLst>
                                                <p:cond delay="0"/>
                                              </p:stCondLst>
                                            </p:cTn>
                                            <p:tgtEl>
                                              <p:spTgt spid="174"/>
                                            </p:tgtEl>
                                            <p:attrNameLst>
                                              <p:attrName>style.visibility</p:attrName>
                                            </p:attrNameLst>
                                          </p:cBhvr>
                                          <p:to>
                                            <p:strVal val="visible"/>
                                          </p:to>
                                        </p:set>
                                        <p:anim calcmode="lin" valueType="num" p14:bounceEnd="56000">
                                          <p:cBhvr additive="base">
                                            <p:cTn id="53" dur="500" fill="hold"/>
                                            <p:tgtEl>
                                              <p:spTgt spid="174"/>
                                            </p:tgtEl>
                                            <p:attrNameLst>
                                              <p:attrName>ppt_x</p:attrName>
                                            </p:attrNameLst>
                                          </p:cBhvr>
                                          <p:tavLst>
                                            <p:tav tm="0">
                                              <p:val>
                                                <p:strVal val="0-#ppt_w/2"/>
                                              </p:val>
                                            </p:tav>
                                            <p:tav tm="100000">
                                              <p:val>
                                                <p:strVal val="#ppt_x"/>
                                              </p:val>
                                            </p:tav>
                                          </p:tavLst>
                                        </p:anim>
                                        <p:anim calcmode="lin" valueType="num" p14:bounceEnd="56000">
                                          <p:cBhvr additive="base">
                                            <p:cTn id="54" dur="500" fill="hold"/>
                                            <p:tgtEl>
                                              <p:spTgt spid="174"/>
                                            </p:tgtEl>
                                            <p:attrNameLst>
                                              <p:attrName>ppt_y</p:attrName>
                                            </p:attrNameLst>
                                          </p:cBhvr>
                                          <p:tavLst>
                                            <p:tav tm="0">
                                              <p:val>
                                                <p:strVal val="#ppt_y"/>
                                              </p:val>
                                            </p:tav>
                                            <p:tav tm="100000">
                                              <p:val>
                                                <p:strVal val="#ppt_y"/>
                                              </p:val>
                                            </p:tav>
                                          </p:tavLst>
                                        </p:anim>
                                      </p:childTnLst>
                                    </p:cTn>
                                  </p:par>
                                </p:childTnLst>
                              </p:cTn>
                            </p:par>
                            <p:par>
                              <p:cTn id="55" fill="hold">
                                <p:stCondLst>
                                  <p:cond delay="4250"/>
                                </p:stCondLst>
                                <p:childTnLst>
                                  <p:par>
                                    <p:cTn id="56" presetID="2" presetClass="entr" presetSubtype="2" fill="hold" grpId="0" nodeType="afterEffect" p14:presetBounceEnd="56000">
                                      <p:stCondLst>
                                        <p:cond delay="0"/>
                                      </p:stCondLst>
                                      <p:childTnLst>
                                        <p:set>
                                          <p:cBhvr>
                                            <p:cTn id="57" dur="1" fill="hold">
                                              <p:stCondLst>
                                                <p:cond delay="0"/>
                                              </p:stCondLst>
                                            </p:cTn>
                                            <p:tgtEl>
                                              <p:spTgt spid="181"/>
                                            </p:tgtEl>
                                            <p:attrNameLst>
                                              <p:attrName>style.visibility</p:attrName>
                                            </p:attrNameLst>
                                          </p:cBhvr>
                                          <p:to>
                                            <p:strVal val="visible"/>
                                          </p:to>
                                        </p:set>
                                        <p:anim calcmode="lin" valueType="num" p14:bounceEnd="56000">
                                          <p:cBhvr additive="base">
                                            <p:cTn id="58" dur="500" fill="hold"/>
                                            <p:tgtEl>
                                              <p:spTgt spid="181"/>
                                            </p:tgtEl>
                                            <p:attrNameLst>
                                              <p:attrName>ppt_x</p:attrName>
                                            </p:attrNameLst>
                                          </p:cBhvr>
                                          <p:tavLst>
                                            <p:tav tm="0">
                                              <p:val>
                                                <p:strVal val="1+#ppt_w/2"/>
                                              </p:val>
                                            </p:tav>
                                            <p:tav tm="100000">
                                              <p:val>
                                                <p:strVal val="#ppt_x"/>
                                              </p:val>
                                            </p:tav>
                                          </p:tavLst>
                                        </p:anim>
                                        <p:anim calcmode="lin" valueType="num" p14:bounceEnd="56000">
                                          <p:cBhvr additive="base">
                                            <p:cTn id="59" dur="500" fill="hold"/>
                                            <p:tgtEl>
                                              <p:spTgt spid="181"/>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14:presetBounceEnd="56000">
                                      <p:stCondLst>
                                        <p:cond delay="250"/>
                                      </p:stCondLst>
                                      <p:childTnLst>
                                        <p:set>
                                          <p:cBhvr>
                                            <p:cTn id="61" dur="1" fill="hold">
                                              <p:stCondLst>
                                                <p:cond delay="0"/>
                                              </p:stCondLst>
                                            </p:cTn>
                                            <p:tgtEl>
                                              <p:spTgt spid="180"/>
                                            </p:tgtEl>
                                            <p:attrNameLst>
                                              <p:attrName>style.visibility</p:attrName>
                                            </p:attrNameLst>
                                          </p:cBhvr>
                                          <p:to>
                                            <p:strVal val="visible"/>
                                          </p:to>
                                        </p:set>
                                        <p:anim calcmode="lin" valueType="num" p14:bounceEnd="56000">
                                          <p:cBhvr additive="base">
                                            <p:cTn id="62" dur="500" fill="hold"/>
                                            <p:tgtEl>
                                              <p:spTgt spid="180"/>
                                            </p:tgtEl>
                                            <p:attrNameLst>
                                              <p:attrName>ppt_x</p:attrName>
                                            </p:attrNameLst>
                                          </p:cBhvr>
                                          <p:tavLst>
                                            <p:tav tm="0">
                                              <p:val>
                                                <p:strVal val="1+#ppt_w/2"/>
                                              </p:val>
                                            </p:tav>
                                            <p:tav tm="100000">
                                              <p:val>
                                                <p:strVal val="#ppt_x"/>
                                              </p:val>
                                            </p:tav>
                                          </p:tavLst>
                                        </p:anim>
                                        <p:anim calcmode="lin" valueType="num" p14:bounceEnd="56000">
                                          <p:cBhvr additive="base">
                                            <p:cTn id="63" dur="500" fill="hold"/>
                                            <p:tgtEl>
                                              <p:spTgt spid="1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P spid="171" grpId="0"/>
          <p:bldP spid="172" grpId="0"/>
          <p:bldP spid="173" grpId="0"/>
          <p:bldP spid="174" grpId="0"/>
          <p:bldP spid="175" grpId="0"/>
          <p:bldP spid="176" grpId="0"/>
          <p:bldP spid="177" grpId="0"/>
          <p:bldP spid="178" grpId="0"/>
          <p:bldP spid="179" grpId="0"/>
          <p:bldP spid="180" grpId="0"/>
          <p:bldP spid="18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171"/>
                                            </p:tgtEl>
                                            <p:attrNameLst>
                                              <p:attrName>style.visibility</p:attrName>
                                            </p:attrNameLst>
                                          </p:cBhvr>
                                          <p:to>
                                            <p:strVal val="visible"/>
                                          </p:to>
                                        </p:set>
                                        <p:anim calcmode="lin" valueType="num">
                                          <p:cBhvr additive="base">
                                            <p:cTn id="13" dur="500" fill="hold"/>
                                            <p:tgtEl>
                                              <p:spTgt spid="171"/>
                                            </p:tgtEl>
                                            <p:attrNameLst>
                                              <p:attrName>ppt_x</p:attrName>
                                            </p:attrNameLst>
                                          </p:cBhvr>
                                          <p:tavLst>
                                            <p:tav tm="0">
                                              <p:val>
                                                <p:strVal val="0-#ppt_w/2"/>
                                              </p:val>
                                            </p:tav>
                                            <p:tav tm="100000">
                                              <p:val>
                                                <p:strVal val="#ppt_x"/>
                                              </p:val>
                                            </p:tav>
                                          </p:tavLst>
                                        </p:anim>
                                        <p:anim calcmode="lin" valueType="num">
                                          <p:cBhvr additive="base">
                                            <p:cTn id="14" dur="500" fill="hold"/>
                                            <p:tgtEl>
                                              <p:spTgt spid="171"/>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250"/>
                                      </p:stCondLst>
                                      <p:childTnLst>
                                        <p:set>
                                          <p:cBhvr>
                                            <p:cTn id="16" dur="1" fill="hold">
                                              <p:stCondLst>
                                                <p:cond delay="0"/>
                                              </p:stCondLst>
                                            </p:cTn>
                                            <p:tgtEl>
                                              <p:spTgt spid="170"/>
                                            </p:tgtEl>
                                            <p:attrNameLst>
                                              <p:attrName>style.visibility</p:attrName>
                                            </p:attrNameLst>
                                          </p:cBhvr>
                                          <p:to>
                                            <p:strVal val="visible"/>
                                          </p:to>
                                        </p:set>
                                        <p:anim calcmode="lin" valueType="num">
                                          <p:cBhvr additive="base">
                                            <p:cTn id="17" dur="500" fill="hold"/>
                                            <p:tgtEl>
                                              <p:spTgt spid="170"/>
                                            </p:tgtEl>
                                            <p:attrNameLst>
                                              <p:attrName>ppt_x</p:attrName>
                                            </p:attrNameLst>
                                          </p:cBhvr>
                                          <p:tavLst>
                                            <p:tav tm="0">
                                              <p:val>
                                                <p:strVal val="0-#ppt_w/2"/>
                                              </p:val>
                                            </p:tav>
                                            <p:tav tm="100000">
                                              <p:val>
                                                <p:strVal val="#ppt_x"/>
                                              </p:val>
                                            </p:tav>
                                          </p:tavLst>
                                        </p:anim>
                                        <p:anim calcmode="lin" valueType="num">
                                          <p:cBhvr additive="base">
                                            <p:cTn id="18" dur="500" fill="hold"/>
                                            <p:tgtEl>
                                              <p:spTgt spid="170"/>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grpId="0" nodeType="afterEffect">
                                      <p:stCondLst>
                                        <p:cond delay="0"/>
                                      </p:stCondLst>
                                      <p:childTnLst>
                                        <p:set>
                                          <p:cBhvr>
                                            <p:cTn id="21" dur="1" fill="hold">
                                              <p:stCondLst>
                                                <p:cond delay="0"/>
                                              </p:stCondLst>
                                            </p:cTn>
                                            <p:tgtEl>
                                              <p:spTgt spid="177"/>
                                            </p:tgtEl>
                                            <p:attrNameLst>
                                              <p:attrName>style.visibility</p:attrName>
                                            </p:attrNameLst>
                                          </p:cBhvr>
                                          <p:to>
                                            <p:strVal val="visible"/>
                                          </p:to>
                                        </p:set>
                                        <p:anim calcmode="lin" valueType="num">
                                          <p:cBhvr additive="base">
                                            <p:cTn id="22" dur="500" fill="hold"/>
                                            <p:tgtEl>
                                              <p:spTgt spid="177"/>
                                            </p:tgtEl>
                                            <p:attrNameLst>
                                              <p:attrName>ppt_x</p:attrName>
                                            </p:attrNameLst>
                                          </p:cBhvr>
                                          <p:tavLst>
                                            <p:tav tm="0">
                                              <p:val>
                                                <p:strVal val="1+#ppt_w/2"/>
                                              </p:val>
                                            </p:tav>
                                            <p:tav tm="100000">
                                              <p:val>
                                                <p:strVal val="#ppt_x"/>
                                              </p:val>
                                            </p:tav>
                                          </p:tavLst>
                                        </p:anim>
                                        <p:anim calcmode="lin" valueType="num">
                                          <p:cBhvr additive="base">
                                            <p:cTn id="23" dur="500" fill="hold"/>
                                            <p:tgtEl>
                                              <p:spTgt spid="177"/>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250"/>
                                      </p:stCondLst>
                                      <p:childTnLst>
                                        <p:set>
                                          <p:cBhvr>
                                            <p:cTn id="25" dur="1" fill="hold">
                                              <p:stCondLst>
                                                <p:cond delay="0"/>
                                              </p:stCondLst>
                                            </p:cTn>
                                            <p:tgtEl>
                                              <p:spTgt spid="176"/>
                                            </p:tgtEl>
                                            <p:attrNameLst>
                                              <p:attrName>style.visibility</p:attrName>
                                            </p:attrNameLst>
                                          </p:cBhvr>
                                          <p:to>
                                            <p:strVal val="visible"/>
                                          </p:to>
                                        </p:set>
                                        <p:anim calcmode="lin" valueType="num">
                                          <p:cBhvr additive="base">
                                            <p:cTn id="26" dur="500" fill="hold"/>
                                            <p:tgtEl>
                                              <p:spTgt spid="176"/>
                                            </p:tgtEl>
                                            <p:attrNameLst>
                                              <p:attrName>ppt_x</p:attrName>
                                            </p:attrNameLst>
                                          </p:cBhvr>
                                          <p:tavLst>
                                            <p:tav tm="0">
                                              <p:val>
                                                <p:strVal val="1+#ppt_w/2"/>
                                              </p:val>
                                            </p:tav>
                                            <p:tav tm="100000">
                                              <p:val>
                                                <p:strVal val="#ppt_x"/>
                                              </p:val>
                                            </p:tav>
                                          </p:tavLst>
                                        </p:anim>
                                        <p:anim calcmode="lin" valueType="num">
                                          <p:cBhvr additive="base">
                                            <p:cTn id="27" dur="500" fill="hold"/>
                                            <p:tgtEl>
                                              <p:spTgt spid="176"/>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8" fill="hold" grpId="0" nodeType="afterEffect">
                                      <p:stCondLst>
                                        <p:cond delay="0"/>
                                      </p:stCondLst>
                                      <p:childTnLst>
                                        <p:set>
                                          <p:cBhvr>
                                            <p:cTn id="30" dur="1" fill="hold">
                                              <p:stCondLst>
                                                <p:cond delay="0"/>
                                              </p:stCondLst>
                                            </p:cTn>
                                            <p:tgtEl>
                                              <p:spTgt spid="173"/>
                                            </p:tgtEl>
                                            <p:attrNameLst>
                                              <p:attrName>style.visibility</p:attrName>
                                            </p:attrNameLst>
                                          </p:cBhvr>
                                          <p:to>
                                            <p:strVal val="visible"/>
                                          </p:to>
                                        </p:set>
                                        <p:anim calcmode="lin" valueType="num">
                                          <p:cBhvr additive="base">
                                            <p:cTn id="31" dur="500" fill="hold"/>
                                            <p:tgtEl>
                                              <p:spTgt spid="173"/>
                                            </p:tgtEl>
                                            <p:attrNameLst>
                                              <p:attrName>ppt_x</p:attrName>
                                            </p:attrNameLst>
                                          </p:cBhvr>
                                          <p:tavLst>
                                            <p:tav tm="0">
                                              <p:val>
                                                <p:strVal val="0-#ppt_w/2"/>
                                              </p:val>
                                            </p:tav>
                                            <p:tav tm="100000">
                                              <p:val>
                                                <p:strVal val="#ppt_x"/>
                                              </p:val>
                                            </p:tav>
                                          </p:tavLst>
                                        </p:anim>
                                        <p:anim calcmode="lin" valueType="num">
                                          <p:cBhvr additive="base">
                                            <p:cTn id="32" dur="500" fill="hold"/>
                                            <p:tgtEl>
                                              <p:spTgt spid="173"/>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250"/>
                                      </p:stCondLst>
                                      <p:childTnLst>
                                        <p:set>
                                          <p:cBhvr>
                                            <p:cTn id="34" dur="1" fill="hold">
                                              <p:stCondLst>
                                                <p:cond delay="0"/>
                                              </p:stCondLst>
                                            </p:cTn>
                                            <p:tgtEl>
                                              <p:spTgt spid="172"/>
                                            </p:tgtEl>
                                            <p:attrNameLst>
                                              <p:attrName>style.visibility</p:attrName>
                                            </p:attrNameLst>
                                          </p:cBhvr>
                                          <p:to>
                                            <p:strVal val="visible"/>
                                          </p:to>
                                        </p:set>
                                        <p:anim calcmode="lin" valueType="num">
                                          <p:cBhvr additive="base">
                                            <p:cTn id="35" dur="500" fill="hold"/>
                                            <p:tgtEl>
                                              <p:spTgt spid="172"/>
                                            </p:tgtEl>
                                            <p:attrNameLst>
                                              <p:attrName>ppt_x</p:attrName>
                                            </p:attrNameLst>
                                          </p:cBhvr>
                                          <p:tavLst>
                                            <p:tav tm="0">
                                              <p:val>
                                                <p:strVal val="0-#ppt_w/2"/>
                                              </p:val>
                                            </p:tav>
                                            <p:tav tm="100000">
                                              <p:val>
                                                <p:strVal val="#ppt_x"/>
                                              </p:val>
                                            </p:tav>
                                          </p:tavLst>
                                        </p:anim>
                                        <p:anim calcmode="lin" valueType="num">
                                          <p:cBhvr additive="base">
                                            <p:cTn id="36" dur="500" fill="hold"/>
                                            <p:tgtEl>
                                              <p:spTgt spid="172"/>
                                            </p:tgtEl>
                                            <p:attrNameLst>
                                              <p:attrName>ppt_y</p:attrName>
                                            </p:attrNameLst>
                                          </p:cBhvr>
                                          <p:tavLst>
                                            <p:tav tm="0">
                                              <p:val>
                                                <p:strVal val="#ppt_y"/>
                                              </p:val>
                                            </p:tav>
                                            <p:tav tm="100000">
                                              <p:val>
                                                <p:strVal val="#ppt_y"/>
                                              </p:val>
                                            </p:tav>
                                          </p:tavLst>
                                        </p:anim>
                                      </p:childTnLst>
                                    </p:cTn>
                                  </p:par>
                                </p:childTnLst>
                              </p:cTn>
                            </p:par>
                            <p:par>
                              <p:cTn id="37" fill="hold">
                                <p:stCondLst>
                                  <p:cond delay="2750"/>
                                </p:stCondLst>
                                <p:childTnLst>
                                  <p:par>
                                    <p:cTn id="38" presetID="2" presetClass="entr" presetSubtype="2" fill="hold" grpId="0" nodeType="afterEffect">
                                      <p:stCondLst>
                                        <p:cond delay="0"/>
                                      </p:stCondLst>
                                      <p:childTnLst>
                                        <p:set>
                                          <p:cBhvr>
                                            <p:cTn id="39" dur="1" fill="hold">
                                              <p:stCondLst>
                                                <p:cond delay="0"/>
                                              </p:stCondLst>
                                            </p:cTn>
                                            <p:tgtEl>
                                              <p:spTgt spid="179"/>
                                            </p:tgtEl>
                                            <p:attrNameLst>
                                              <p:attrName>style.visibility</p:attrName>
                                            </p:attrNameLst>
                                          </p:cBhvr>
                                          <p:to>
                                            <p:strVal val="visible"/>
                                          </p:to>
                                        </p:set>
                                        <p:anim calcmode="lin" valueType="num">
                                          <p:cBhvr additive="base">
                                            <p:cTn id="40" dur="500" fill="hold"/>
                                            <p:tgtEl>
                                              <p:spTgt spid="179"/>
                                            </p:tgtEl>
                                            <p:attrNameLst>
                                              <p:attrName>ppt_x</p:attrName>
                                            </p:attrNameLst>
                                          </p:cBhvr>
                                          <p:tavLst>
                                            <p:tav tm="0">
                                              <p:val>
                                                <p:strVal val="1+#ppt_w/2"/>
                                              </p:val>
                                            </p:tav>
                                            <p:tav tm="100000">
                                              <p:val>
                                                <p:strVal val="#ppt_x"/>
                                              </p:val>
                                            </p:tav>
                                          </p:tavLst>
                                        </p:anim>
                                        <p:anim calcmode="lin" valueType="num">
                                          <p:cBhvr additive="base">
                                            <p:cTn id="41" dur="500" fill="hold"/>
                                            <p:tgtEl>
                                              <p:spTgt spid="179"/>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250"/>
                                      </p:stCondLst>
                                      <p:childTnLst>
                                        <p:set>
                                          <p:cBhvr>
                                            <p:cTn id="43" dur="1" fill="hold">
                                              <p:stCondLst>
                                                <p:cond delay="0"/>
                                              </p:stCondLst>
                                            </p:cTn>
                                            <p:tgtEl>
                                              <p:spTgt spid="178"/>
                                            </p:tgtEl>
                                            <p:attrNameLst>
                                              <p:attrName>style.visibility</p:attrName>
                                            </p:attrNameLst>
                                          </p:cBhvr>
                                          <p:to>
                                            <p:strVal val="visible"/>
                                          </p:to>
                                        </p:set>
                                        <p:anim calcmode="lin" valueType="num">
                                          <p:cBhvr additive="base">
                                            <p:cTn id="44" dur="500" fill="hold"/>
                                            <p:tgtEl>
                                              <p:spTgt spid="178"/>
                                            </p:tgtEl>
                                            <p:attrNameLst>
                                              <p:attrName>ppt_x</p:attrName>
                                            </p:attrNameLst>
                                          </p:cBhvr>
                                          <p:tavLst>
                                            <p:tav tm="0">
                                              <p:val>
                                                <p:strVal val="1+#ppt_w/2"/>
                                              </p:val>
                                            </p:tav>
                                            <p:tav tm="100000">
                                              <p:val>
                                                <p:strVal val="#ppt_x"/>
                                              </p:val>
                                            </p:tav>
                                          </p:tavLst>
                                        </p:anim>
                                        <p:anim calcmode="lin" valueType="num">
                                          <p:cBhvr additive="base">
                                            <p:cTn id="45" dur="500" fill="hold"/>
                                            <p:tgtEl>
                                              <p:spTgt spid="178"/>
                                            </p:tgtEl>
                                            <p:attrNameLst>
                                              <p:attrName>ppt_y</p:attrName>
                                            </p:attrNameLst>
                                          </p:cBhvr>
                                          <p:tavLst>
                                            <p:tav tm="0">
                                              <p:val>
                                                <p:strVal val="#ppt_y"/>
                                              </p:val>
                                            </p:tav>
                                            <p:tav tm="100000">
                                              <p:val>
                                                <p:strVal val="#ppt_y"/>
                                              </p:val>
                                            </p:tav>
                                          </p:tavLst>
                                        </p:anim>
                                      </p:childTnLst>
                                    </p:cTn>
                                  </p:par>
                                </p:childTnLst>
                              </p:cTn>
                            </p:par>
                            <p:par>
                              <p:cTn id="46" fill="hold">
                                <p:stCondLst>
                                  <p:cond delay="3500"/>
                                </p:stCondLst>
                                <p:childTnLst>
                                  <p:par>
                                    <p:cTn id="47" presetID="2" presetClass="entr" presetSubtype="8" fill="hold" grpId="0" nodeType="afterEffect">
                                      <p:stCondLst>
                                        <p:cond delay="0"/>
                                      </p:stCondLst>
                                      <p:childTnLst>
                                        <p:set>
                                          <p:cBhvr>
                                            <p:cTn id="48" dur="1" fill="hold">
                                              <p:stCondLst>
                                                <p:cond delay="0"/>
                                              </p:stCondLst>
                                            </p:cTn>
                                            <p:tgtEl>
                                              <p:spTgt spid="175"/>
                                            </p:tgtEl>
                                            <p:attrNameLst>
                                              <p:attrName>style.visibility</p:attrName>
                                            </p:attrNameLst>
                                          </p:cBhvr>
                                          <p:to>
                                            <p:strVal val="visible"/>
                                          </p:to>
                                        </p:set>
                                        <p:anim calcmode="lin" valueType="num">
                                          <p:cBhvr additive="base">
                                            <p:cTn id="49" dur="500" fill="hold"/>
                                            <p:tgtEl>
                                              <p:spTgt spid="175"/>
                                            </p:tgtEl>
                                            <p:attrNameLst>
                                              <p:attrName>ppt_x</p:attrName>
                                            </p:attrNameLst>
                                          </p:cBhvr>
                                          <p:tavLst>
                                            <p:tav tm="0">
                                              <p:val>
                                                <p:strVal val="0-#ppt_w/2"/>
                                              </p:val>
                                            </p:tav>
                                            <p:tav tm="100000">
                                              <p:val>
                                                <p:strVal val="#ppt_x"/>
                                              </p:val>
                                            </p:tav>
                                          </p:tavLst>
                                        </p:anim>
                                        <p:anim calcmode="lin" valueType="num">
                                          <p:cBhvr additive="base">
                                            <p:cTn id="50" dur="500" fill="hold"/>
                                            <p:tgtEl>
                                              <p:spTgt spid="175"/>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250"/>
                                      </p:stCondLst>
                                      <p:childTnLst>
                                        <p:set>
                                          <p:cBhvr>
                                            <p:cTn id="52" dur="1" fill="hold">
                                              <p:stCondLst>
                                                <p:cond delay="0"/>
                                              </p:stCondLst>
                                            </p:cTn>
                                            <p:tgtEl>
                                              <p:spTgt spid="174"/>
                                            </p:tgtEl>
                                            <p:attrNameLst>
                                              <p:attrName>style.visibility</p:attrName>
                                            </p:attrNameLst>
                                          </p:cBhvr>
                                          <p:to>
                                            <p:strVal val="visible"/>
                                          </p:to>
                                        </p:set>
                                        <p:anim calcmode="lin" valueType="num">
                                          <p:cBhvr additive="base">
                                            <p:cTn id="53" dur="500" fill="hold"/>
                                            <p:tgtEl>
                                              <p:spTgt spid="174"/>
                                            </p:tgtEl>
                                            <p:attrNameLst>
                                              <p:attrName>ppt_x</p:attrName>
                                            </p:attrNameLst>
                                          </p:cBhvr>
                                          <p:tavLst>
                                            <p:tav tm="0">
                                              <p:val>
                                                <p:strVal val="0-#ppt_w/2"/>
                                              </p:val>
                                            </p:tav>
                                            <p:tav tm="100000">
                                              <p:val>
                                                <p:strVal val="#ppt_x"/>
                                              </p:val>
                                            </p:tav>
                                          </p:tavLst>
                                        </p:anim>
                                        <p:anim calcmode="lin" valueType="num">
                                          <p:cBhvr additive="base">
                                            <p:cTn id="54" dur="500" fill="hold"/>
                                            <p:tgtEl>
                                              <p:spTgt spid="174"/>
                                            </p:tgtEl>
                                            <p:attrNameLst>
                                              <p:attrName>ppt_y</p:attrName>
                                            </p:attrNameLst>
                                          </p:cBhvr>
                                          <p:tavLst>
                                            <p:tav tm="0">
                                              <p:val>
                                                <p:strVal val="#ppt_y"/>
                                              </p:val>
                                            </p:tav>
                                            <p:tav tm="100000">
                                              <p:val>
                                                <p:strVal val="#ppt_y"/>
                                              </p:val>
                                            </p:tav>
                                          </p:tavLst>
                                        </p:anim>
                                      </p:childTnLst>
                                    </p:cTn>
                                  </p:par>
                                </p:childTnLst>
                              </p:cTn>
                            </p:par>
                            <p:par>
                              <p:cTn id="55" fill="hold">
                                <p:stCondLst>
                                  <p:cond delay="4250"/>
                                </p:stCondLst>
                                <p:childTnLst>
                                  <p:par>
                                    <p:cTn id="56" presetID="2" presetClass="entr" presetSubtype="2" fill="hold" grpId="0" nodeType="afterEffect">
                                      <p:stCondLst>
                                        <p:cond delay="0"/>
                                      </p:stCondLst>
                                      <p:childTnLst>
                                        <p:set>
                                          <p:cBhvr>
                                            <p:cTn id="57" dur="1" fill="hold">
                                              <p:stCondLst>
                                                <p:cond delay="0"/>
                                              </p:stCondLst>
                                            </p:cTn>
                                            <p:tgtEl>
                                              <p:spTgt spid="181"/>
                                            </p:tgtEl>
                                            <p:attrNameLst>
                                              <p:attrName>style.visibility</p:attrName>
                                            </p:attrNameLst>
                                          </p:cBhvr>
                                          <p:to>
                                            <p:strVal val="visible"/>
                                          </p:to>
                                        </p:set>
                                        <p:anim calcmode="lin" valueType="num">
                                          <p:cBhvr additive="base">
                                            <p:cTn id="58" dur="500" fill="hold"/>
                                            <p:tgtEl>
                                              <p:spTgt spid="181"/>
                                            </p:tgtEl>
                                            <p:attrNameLst>
                                              <p:attrName>ppt_x</p:attrName>
                                            </p:attrNameLst>
                                          </p:cBhvr>
                                          <p:tavLst>
                                            <p:tav tm="0">
                                              <p:val>
                                                <p:strVal val="1+#ppt_w/2"/>
                                              </p:val>
                                            </p:tav>
                                            <p:tav tm="100000">
                                              <p:val>
                                                <p:strVal val="#ppt_x"/>
                                              </p:val>
                                            </p:tav>
                                          </p:tavLst>
                                        </p:anim>
                                        <p:anim calcmode="lin" valueType="num">
                                          <p:cBhvr additive="base">
                                            <p:cTn id="59" dur="500" fill="hold"/>
                                            <p:tgtEl>
                                              <p:spTgt spid="181"/>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250"/>
                                      </p:stCondLst>
                                      <p:childTnLst>
                                        <p:set>
                                          <p:cBhvr>
                                            <p:cTn id="61" dur="1" fill="hold">
                                              <p:stCondLst>
                                                <p:cond delay="0"/>
                                              </p:stCondLst>
                                            </p:cTn>
                                            <p:tgtEl>
                                              <p:spTgt spid="180"/>
                                            </p:tgtEl>
                                            <p:attrNameLst>
                                              <p:attrName>style.visibility</p:attrName>
                                            </p:attrNameLst>
                                          </p:cBhvr>
                                          <p:to>
                                            <p:strVal val="visible"/>
                                          </p:to>
                                        </p:set>
                                        <p:anim calcmode="lin" valueType="num">
                                          <p:cBhvr additive="base">
                                            <p:cTn id="62" dur="500" fill="hold"/>
                                            <p:tgtEl>
                                              <p:spTgt spid="180"/>
                                            </p:tgtEl>
                                            <p:attrNameLst>
                                              <p:attrName>ppt_x</p:attrName>
                                            </p:attrNameLst>
                                          </p:cBhvr>
                                          <p:tavLst>
                                            <p:tav tm="0">
                                              <p:val>
                                                <p:strVal val="1+#ppt_w/2"/>
                                              </p:val>
                                            </p:tav>
                                            <p:tav tm="100000">
                                              <p:val>
                                                <p:strVal val="#ppt_x"/>
                                              </p:val>
                                            </p:tav>
                                          </p:tavLst>
                                        </p:anim>
                                        <p:anim calcmode="lin" valueType="num">
                                          <p:cBhvr additive="base">
                                            <p:cTn id="63" dur="500" fill="hold"/>
                                            <p:tgtEl>
                                              <p:spTgt spid="1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P spid="171" grpId="0"/>
          <p:bldP spid="172" grpId="0"/>
          <p:bldP spid="173" grpId="0"/>
          <p:bldP spid="174" grpId="0"/>
          <p:bldP spid="175" grpId="0"/>
          <p:bldP spid="176" grpId="0"/>
          <p:bldP spid="177" grpId="0"/>
          <p:bldP spid="178" grpId="0"/>
          <p:bldP spid="179" grpId="0"/>
          <p:bldP spid="180" grpId="0"/>
          <p:bldP spid="181"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a:extLst>
              <a:ext uri="{FF2B5EF4-FFF2-40B4-BE49-F238E27FC236}">
                <a16:creationId xmlns:a16="http://schemas.microsoft.com/office/drawing/2014/main" id="{AE5FF5C2-0B41-4DA6-83DC-BFD88E97B63F}"/>
              </a:ext>
            </a:extLst>
          </p:cNvPr>
          <p:cNvGrpSpPr/>
          <p:nvPr/>
        </p:nvGrpSpPr>
        <p:grpSpPr>
          <a:xfrm>
            <a:off x="3881362" y="1529937"/>
            <a:ext cx="4595004" cy="4443658"/>
            <a:chOff x="3683878" y="1311835"/>
            <a:chExt cx="5213492" cy="5041774"/>
          </a:xfrm>
        </p:grpSpPr>
        <p:grpSp>
          <p:nvGrpSpPr>
            <p:cNvPr id="80" name="Group 4">
              <a:extLst>
                <a:ext uri="{FF2B5EF4-FFF2-40B4-BE49-F238E27FC236}">
                  <a16:creationId xmlns:a16="http://schemas.microsoft.com/office/drawing/2014/main" id="{7C691EC5-5D09-4D4D-ACA6-E6CE5EDB83C0}"/>
                </a:ext>
              </a:extLst>
            </p:cNvPr>
            <p:cNvGrpSpPr>
              <a:grpSpLocks noChangeAspect="1"/>
            </p:cNvGrpSpPr>
            <p:nvPr/>
          </p:nvGrpSpPr>
          <p:grpSpPr bwMode="auto">
            <a:xfrm>
              <a:off x="3772790" y="1427566"/>
              <a:ext cx="5042353" cy="4926043"/>
              <a:chOff x="1629" y="-2"/>
              <a:chExt cx="4422" cy="4320"/>
            </a:xfrm>
          </p:grpSpPr>
          <p:sp>
            <p:nvSpPr>
              <p:cNvPr id="103" name="Freeform 6">
                <a:extLst>
                  <a:ext uri="{FF2B5EF4-FFF2-40B4-BE49-F238E27FC236}">
                    <a16:creationId xmlns:a16="http://schemas.microsoft.com/office/drawing/2014/main" id="{014B7FE4-B8E8-4A01-9935-94ADC810B37A}"/>
                  </a:ext>
                </a:extLst>
              </p:cNvPr>
              <p:cNvSpPr>
                <a:spLocks/>
              </p:cNvSpPr>
              <p:nvPr/>
            </p:nvSpPr>
            <p:spPr bwMode="auto">
              <a:xfrm>
                <a:off x="3222" y="620"/>
                <a:ext cx="90" cy="612"/>
              </a:xfrm>
              <a:custGeom>
                <a:avLst/>
                <a:gdLst>
                  <a:gd name="T0" fmla="*/ 62 w 90"/>
                  <a:gd name="T1" fmla="*/ 612 h 612"/>
                  <a:gd name="T2" fmla="*/ 0 w 90"/>
                  <a:gd name="T3" fmla="*/ 4 h 612"/>
                  <a:gd name="T4" fmla="*/ 26 w 90"/>
                  <a:gd name="T5" fmla="*/ 0 h 612"/>
                  <a:gd name="T6" fmla="*/ 90 w 90"/>
                  <a:gd name="T7" fmla="*/ 610 h 612"/>
                  <a:gd name="T8" fmla="*/ 62 w 90"/>
                  <a:gd name="T9" fmla="*/ 612 h 612"/>
                </a:gdLst>
                <a:ahLst/>
                <a:cxnLst>
                  <a:cxn ang="0">
                    <a:pos x="T0" y="T1"/>
                  </a:cxn>
                  <a:cxn ang="0">
                    <a:pos x="T2" y="T3"/>
                  </a:cxn>
                  <a:cxn ang="0">
                    <a:pos x="T4" y="T5"/>
                  </a:cxn>
                  <a:cxn ang="0">
                    <a:pos x="T6" y="T7"/>
                  </a:cxn>
                  <a:cxn ang="0">
                    <a:pos x="T8" y="T9"/>
                  </a:cxn>
                </a:cxnLst>
                <a:rect l="0" t="0" r="r" b="b"/>
                <a:pathLst>
                  <a:path w="90" h="612">
                    <a:moveTo>
                      <a:pt x="62" y="612"/>
                    </a:moveTo>
                    <a:lnTo>
                      <a:pt x="0" y="4"/>
                    </a:lnTo>
                    <a:lnTo>
                      <a:pt x="26" y="0"/>
                    </a:lnTo>
                    <a:lnTo>
                      <a:pt x="90" y="610"/>
                    </a:lnTo>
                    <a:lnTo>
                      <a:pt x="62" y="6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4" name="Freeform 7">
                <a:extLst>
                  <a:ext uri="{FF2B5EF4-FFF2-40B4-BE49-F238E27FC236}">
                    <a16:creationId xmlns:a16="http://schemas.microsoft.com/office/drawing/2014/main" id="{FAA7B7D4-4BDC-4A8E-BA7E-DC0CF3C55C3D}"/>
                  </a:ext>
                </a:extLst>
              </p:cNvPr>
              <p:cNvSpPr>
                <a:spLocks/>
              </p:cNvSpPr>
              <p:nvPr/>
            </p:nvSpPr>
            <p:spPr bwMode="auto">
              <a:xfrm>
                <a:off x="2781" y="1218"/>
                <a:ext cx="522" cy="231"/>
              </a:xfrm>
              <a:custGeom>
                <a:avLst/>
                <a:gdLst>
                  <a:gd name="T0" fmla="*/ 522 w 522"/>
                  <a:gd name="T1" fmla="*/ 26 h 231"/>
                  <a:gd name="T2" fmla="*/ 10 w 522"/>
                  <a:gd name="T3" fmla="*/ 231 h 231"/>
                  <a:gd name="T4" fmla="*/ 0 w 522"/>
                  <a:gd name="T5" fmla="*/ 206 h 231"/>
                  <a:gd name="T6" fmla="*/ 512 w 522"/>
                  <a:gd name="T7" fmla="*/ 0 h 231"/>
                  <a:gd name="T8" fmla="*/ 522 w 522"/>
                  <a:gd name="T9" fmla="*/ 26 h 231"/>
                </a:gdLst>
                <a:ahLst/>
                <a:cxnLst>
                  <a:cxn ang="0">
                    <a:pos x="T0" y="T1"/>
                  </a:cxn>
                  <a:cxn ang="0">
                    <a:pos x="T2" y="T3"/>
                  </a:cxn>
                  <a:cxn ang="0">
                    <a:pos x="T4" y="T5"/>
                  </a:cxn>
                  <a:cxn ang="0">
                    <a:pos x="T6" y="T7"/>
                  </a:cxn>
                  <a:cxn ang="0">
                    <a:pos x="T8" y="T9"/>
                  </a:cxn>
                </a:cxnLst>
                <a:rect l="0" t="0" r="r" b="b"/>
                <a:pathLst>
                  <a:path w="522" h="231">
                    <a:moveTo>
                      <a:pt x="522" y="26"/>
                    </a:moveTo>
                    <a:lnTo>
                      <a:pt x="10" y="231"/>
                    </a:lnTo>
                    <a:lnTo>
                      <a:pt x="0" y="206"/>
                    </a:lnTo>
                    <a:lnTo>
                      <a:pt x="512" y="0"/>
                    </a:lnTo>
                    <a:lnTo>
                      <a:pt x="522"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5" name="Freeform 8">
                <a:extLst>
                  <a:ext uri="{FF2B5EF4-FFF2-40B4-BE49-F238E27FC236}">
                    <a16:creationId xmlns:a16="http://schemas.microsoft.com/office/drawing/2014/main" id="{DBD8285D-3C20-4D64-B12E-C70953E409A0}"/>
                  </a:ext>
                </a:extLst>
              </p:cNvPr>
              <p:cNvSpPr>
                <a:spLocks/>
              </p:cNvSpPr>
              <p:nvPr/>
            </p:nvSpPr>
            <p:spPr bwMode="auto">
              <a:xfrm>
                <a:off x="3286" y="1226"/>
                <a:ext cx="316" cy="893"/>
              </a:xfrm>
              <a:custGeom>
                <a:avLst/>
                <a:gdLst>
                  <a:gd name="T0" fmla="*/ 24 w 316"/>
                  <a:gd name="T1" fmla="*/ 0 h 893"/>
                  <a:gd name="T2" fmla="*/ 316 w 316"/>
                  <a:gd name="T3" fmla="*/ 884 h 893"/>
                  <a:gd name="T4" fmla="*/ 290 w 316"/>
                  <a:gd name="T5" fmla="*/ 893 h 893"/>
                  <a:gd name="T6" fmla="*/ 0 w 316"/>
                  <a:gd name="T7" fmla="*/ 9 h 893"/>
                  <a:gd name="T8" fmla="*/ 24 w 316"/>
                  <a:gd name="T9" fmla="*/ 0 h 893"/>
                </a:gdLst>
                <a:ahLst/>
                <a:cxnLst>
                  <a:cxn ang="0">
                    <a:pos x="T0" y="T1"/>
                  </a:cxn>
                  <a:cxn ang="0">
                    <a:pos x="T2" y="T3"/>
                  </a:cxn>
                  <a:cxn ang="0">
                    <a:pos x="T4" y="T5"/>
                  </a:cxn>
                  <a:cxn ang="0">
                    <a:pos x="T6" y="T7"/>
                  </a:cxn>
                  <a:cxn ang="0">
                    <a:pos x="T8" y="T9"/>
                  </a:cxn>
                </a:cxnLst>
                <a:rect l="0" t="0" r="r" b="b"/>
                <a:pathLst>
                  <a:path w="316" h="893">
                    <a:moveTo>
                      <a:pt x="24" y="0"/>
                    </a:moveTo>
                    <a:lnTo>
                      <a:pt x="316" y="884"/>
                    </a:lnTo>
                    <a:lnTo>
                      <a:pt x="290" y="893"/>
                    </a:lnTo>
                    <a:lnTo>
                      <a:pt x="0" y="9"/>
                    </a:lnTo>
                    <a:lnTo>
                      <a:pt x="2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6" name="Freeform 9">
                <a:extLst>
                  <a:ext uri="{FF2B5EF4-FFF2-40B4-BE49-F238E27FC236}">
                    <a16:creationId xmlns:a16="http://schemas.microsoft.com/office/drawing/2014/main" id="{83415F69-324D-48D0-BFA4-9EA252B733F5}"/>
                  </a:ext>
                </a:extLst>
              </p:cNvPr>
              <p:cNvSpPr>
                <a:spLocks/>
              </p:cNvSpPr>
              <p:nvPr/>
            </p:nvSpPr>
            <p:spPr bwMode="auto">
              <a:xfrm>
                <a:off x="3527" y="2114"/>
                <a:ext cx="75" cy="730"/>
              </a:xfrm>
              <a:custGeom>
                <a:avLst/>
                <a:gdLst>
                  <a:gd name="T0" fmla="*/ 75 w 75"/>
                  <a:gd name="T1" fmla="*/ 2 h 730"/>
                  <a:gd name="T2" fmla="*/ 28 w 75"/>
                  <a:gd name="T3" fmla="*/ 730 h 730"/>
                  <a:gd name="T4" fmla="*/ 0 w 75"/>
                  <a:gd name="T5" fmla="*/ 728 h 730"/>
                  <a:gd name="T6" fmla="*/ 49 w 75"/>
                  <a:gd name="T7" fmla="*/ 0 h 730"/>
                  <a:gd name="T8" fmla="*/ 75 w 75"/>
                  <a:gd name="T9" fmla="*/ 2 h 730"/>
                </a:gdLst>
                <a:ahLst/>
                <a:cxnLst>
                  <a:cxn ang="0">
                    <a:pos x="T0" y="T1"/>
                  </a:cxn>
                  <a:cxn ang="0">
                    <a:pos x="T2" y="T3"/>
                  </a:cxn>
                  <a:cxn ang="0">
                    <a:pos x="T4" y="T5"/>
                  </a:cxn>
                  <a:cxn ang="0">
                    <a:pos x="T6" y="T7"/>
                  </a:cxn>
                  <a:cxn ang="0">
                    <a:pos x="T8" y="T9"/>
                  </a:cxn>
                </a:cxnLst>
                <a:rect l="0" t="0" r="r" b="b"/>
                <a:pathLst>
                  <a:path w="75" h="730">
                    <a:moveTo>
                      <a:pt x="75" y="2"/>
                    </a:moveTo>
                    <a:lnTo>
                      <a:pt x="28" y="730"/>
                    </a:lnTo>
                    <a:lnTo>
                      <a:pt x="0" y="728"/>
                    </a:lnTo>
                    <a:lnTo>
                      <a:pt x="49" y="0"/>
                    </a:lnTo>
                    <a:lnTo>
                      <a:pt x="75"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7" name="Freeform 10">
                <a:extLst>
                  <a:ext uri="{FF2B5EF4-FFF2-40B4-BE49-F238E27FC236}">
                    <a16:creationId xmlns:a16="http://schemas.microsoft.com/office/drawing/2014/main" id="{0EB0D3E1-9DB2-489E-83B1-F3232B2BBBBE}"/>
                  </a:ext>
                </a:extLst>
              </p:cNvPr>
              <p:cNvSpPr>
                <a:spLocks/>
              </p:cNvSpPr>
              <p:nvPr/>
            </p:nvSpPr>
            <p:spPr bwMode="auto">
              <a:xfrm>
                <a:off x="4323" y="1419"/>
                <a:ext cx="488" cy="490"/>
              </a:xfrm>
              <a:custGeom>
                <a:avLst/>
                <a:gdLst>
                  <a:gd name="T0" fmla="*/ 488 w 488"/>
                  <a:gd name="T1" fmla="*/ 19 h 490"/>
                  <a:gd name="T2" fmla="*/ 19 w 488"/>
                  <a:gd name="T3" fmla="*/ 490 h 490"/>
                  <a:gd name="T4" fmla="*/ 0 w 488"/>
                  <a:gd name="T5" fmla="*/ 471 h 490"/>
                  <a:gd name="T6" fmla="*/ 469 w 488"/>
                  <a:gd name="T7" fmla="*/ 0 h 490"/>
                  <a:gd name="T8" fmla="*/ 488 w 488"/>
                  <a:gd name="T9" fmla="*/ 19 h 490"/>
                </a:gdLst>
                <a:ahLst/>
                <a:cxnLst>
                  <a:cxn ang="0">
                    <a:pos x="T0" y="T1"/>
                  </a:cxn>
                  <a:cxn ang="0">
                    <a:pos x="T2" y="T3"/>
                  </a:cxn>
                  <a:cxn ang="0">
                    <a:pos x="T4" y="T5"/>
                  </a:cxn>
                  <a:cxn ang="0">
                    <a:pos x="T6" y="T7"/>
                  </a:cxn>
                  <a:cxn ang="0">
                    <a:pos x="T8" y="T9"/>
                  </a:cxn>
                </a:cxnLst>
                <a:rect l="0" t="0" r="r" b="b"/>
                <a:pathLst>
                  <a:path w="488" h="490">
                    <a:moveTo>
                      <a:pt x="488" y="19"/>
                    </a:moveTo>
                    <a:lnTo>
                      <a:pt x="19" y="490"/>
                    </a:lnTo>
                    <a:lnTo>
                      <a:pt x="0" y="471"/>
                    </a:lnTo>
                    <a:lnTo>
                      <a:pt x="469" y="0"/>
                    </a:lnTo>
                    <a:lnTo>
                      <a:pt x="488" y="1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8" name="Freeform 11">
                <a:extLst>
                  <a:ext uri="{FF2B5EF4-FFF2-40B4-BE49-F238E27FC236}">
                    <a16:creationId xmlns:a16="http://schemas.microsoft.com/office/drawing/2014/main" id="{49D4CA76-3E4B-4875-BAA2-C1F082BB3A6B}"/>
                  </a:ext>
                </a:extLst>
              </p:cNvPr>
              <p:cNvSpPr>
                <a:spLocks/>
              </p:cNvSpPr>
              <p:nvPr/>
            </p:nvSpPr>
            <p:spPr bwMode="auto">
              <a:xfrm>
                <a:off x="3578" y="1091"/>
                <a:ext cx="526" cy="1030"/>
              </a:xfrm>
              <a:custGeom>
                <a:avLst/>
                <a:gdLst>
                  <a:gd name="T0" fmla="*/ 0 w 526"/>
                  <a:gd name="T1" fmla="*/ 1018 h 1030"/>
                  <a:gd name="T2" fmla="*/ 502 w 526"/>
                  <a:gd name="T3" fmla="*/ 0 h 1030"/>
                  <a:gd name="T4" fmla="*/ 526 w 526"/>
                  <a:gd name="T5" fmla="*/ 10 h 1030"/>
                  <a:gd name="T6" fmla="*/ 24 w 526"/>
                  <a:gd name="T7" fmla="*/ 1030 h 1030"/>
                  <a:gd name="T8" fmla="*/ 0 w 526"/>
                  <a:gd name="T9" fmla="*/ 1018 h 1030"/>
                </a:gdLst>
                <a:ahLst/>
                <a:cxnLst>
                  <a:cxn ang="0">
                    <a:pos x="T0" y="T1"/>
                  </a:cxn>
                  <a:cxn ang="0">
                    <a:pos x="T2" y="T3"/>
                  </a:cxn>
                  <a:cxn ang="0">
                    <a:pos x="T4" y="T5"/>
                  </a:cxn>
                  <a:cxn ang="0">
                    <a:pos x="T6" y="T7"/>
                  </a:cxn>
                  <a:cxn ang="0">
                    <a:pos x="T8" y="T9"/>
                  </a:cxn>
                </a:cxnLst>
                <a:rect l="0" t="0" r="r" b="b"/>
                <a:pathLst>
                  <a:path w="526" h="1030">
                    <a:moveTo>
                      <a:pt x="0" y="1018"/>
                    </a:moveTo>
                    <a:lnTo>
                      <a:pt x="502" y="0"/>
                    </a:lnTo>
                    <a:lnTo>
                      <a:pt x="526" y="10"/>
                    </a:lnTo>
                    <a:lnTo>
                      <a:pt x="24" y="1030"/>
                    </a:lnTo>
                    <a:lnTo>
                      <a:pt x="0" y="101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09" name="Freeform 12">
                <a:extLst>
                  <a:ext uri="{FF2B5EF4-FFF2-40B4-BE49-F238E27FC236}">
                    <a16:creationId xmlns:a16="http://schemas.microsoft.com/office/drawing/2014/main" id="{69C44DE2-D0A5-4085-A43A-53AB1EC1F1AD}"/>
                  </a:ext>
                </a:extLst>
              </p:cNvPr>
              <p:cNvSpPr>
                <a:spLocks/>
              </p:cNvSpPr>
              <p:nvPr/>
            </p:nvSpPr>
            <p:spPr bwMode="auto">
              <a:xfrm>
                <a:off x="3586" y="1886"/>
                <a:ext cx="751" cy="242"/>
              </a:xfrm>
              <a:custGeom>
                <a:avLst/>
                <a:gdLst>
                  <a:gd name="T0" fmla="*/ 0 w 751"/>
                  <a:gd name="T1" fmla="*/ 216 h 242"/>
                  <a:gd name="T2" fmla="*/ 742 w 751"/>
                  <a:gd name="T3" fmla="*/ 0 h 242"/>
                  <a:gd name="T4" fmla="*/ 751 w 751"/>
                  <a:gd name="T5" fmla="*/ 26 h 242"/>
                  <a:gd name="T6" fmla="*/ 7 w 751"/>
                  <a:gd name="T7" fmla="*/ 242 h 242"/>
                  <a:gd name="T8" fmla="*/ 0 w 751"/>
                  <a:gd name="T9" fmla="*/ 216 h 242"/>
                </a:gdLst>
                <a:ahLst/>
                <a:cxnLst>
                  <a:cxn ang="0">
                    <a:pos x="T0" y="T1"/>
                  </a:cxn>
                  <a:cxn ang="0">
                    <a:pos x="T2" y="T3"/>
                  </a:cxn>
                  <a:cxn ang="0">
                    <a:pos x="T4" y="T5"/>
                  </a:cxn>
                  <a:cxn ang="0">
                    <a:pos x="T6" y="T7"/>
                  </a:cxn>
                  <a:cxn ang="0">
                    <a:pos x="T8" y="T9"/>
                  </a:cxn>
                </a:cxnLst>
                <a:rect l="0" t="0" r="r" b="b"/>
                <a:pathLst>
                  <a:path w="751" h="242">
                    <a:moveTo>
                      <a:pt x="0" y="216"/>
                    </a:moveTo>
                    <a:lnTo>
                      <a:pt x="742" y="0"/>
                    </a:lnTo>
                    <a:lnTo>
                      <a:pt x="751" y="26"/>
                    </a:lnTo>
                    <a:lnTo>
                      <a:pt x="7" y="242"/>
                    </a:lnTo>
                    <a:lnTo>
                      <a:pt x="0" y="2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0" name="Freeform 13">
                <a:extLst>
                  <a:ext uri="{FF2B5EF4-FFF2-40B4-BE49-F238E27FC236}">
                    <a16:creationId xmlns:a16="http://schemas.microsoft.com/office/drawing/2014/main" id="{036B2559-EF8E-4C5A-A6E3-D9331D6C3A52}"/>
                  </a:ext>
                </a:extLst>
              </p:cNvPr>
              <p:cNvSpPr>
                <a:spLocks/>
              </p:cNvSpPr>
              <p:nvPr/>
            </p:nvSpPr>
            <p:spPr bwMode="auto">
              <a:xfrm>
                <a:off x="3288" y="379"/>
                <a:ext cx="620" cy="859"/>
              </a:xfrm>
              <a:custGeom>
                <a:avLst/>
                <a:gdLst>
                  <a:gd name="T0" fmla="*/ 620 w 620"/>
                  <a:gd name="T1" fmla="*/ 15 h 859"/>
                  <a:gd name="T2" fmla="*/ 21 w 620"/>
                  <a:gd name="T3" fmla="*/ 859 h 859"/>
                  <a:gd name="T4" fmla="*/ 0 w 620"/>
                  <a:gd name="T5" fmla="*/ 844 h 859"/>
                  <a:gd name="T6" fmla="*/ 597 w 620"/>
                  <a:gd name="T7" fmla="*/ 0 h 859"/>
                  <a:gd name="T8" fmla="*/ 620 w 620"/>
                  <a:gd name="T9" fmla="*/ 15 h 859"/>
                </a:gdLst>
                <a:ahLst/>
                <a:cxnLst>
                  <a:cxn ang="0">
                    <a:pos x="T0" y="T1"/>
                  </a:cxn>
                  <a:cxn ang="0">
                    <a:pos x="T2" y="T3"/>
                  </a:cxn>
                  <a:cxn ang="0">
                    <a:pos x="T4" y="T5"/>
                  </a:cxn>
                  <a:cxn ang="0">
                    <a:pos x="T6" y="T7"/>
                  </a:cxn>
                  <a:cxn ang="0">
                    <a:pos x="T8" y="T9"/>
                  </a:cxn>
                </a:cxnLst>
                <a:rect l="0" t="0" r="r" b="b"/>
                <a:pathLst>
                  <a:path w="620" h="859">
                    <a:moveTo>
                      <a:pt x="620" y="15"/>
                    </a:moveTo>
                    <a:lnTo>
                      <a:pt x="21" y="859"/>
                    </a:lnTo>
                    <a:lnTo>
                      <a:pt x="0" y="844"/>
                    </a:lnTo>
                    <a:lnTo>
                      <a:pt x="597" y="0"/>
                    </a:lnTo>
                    <a:lnTo>
                      <a:pt x="620" y="1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1" name="Freeform 14">
                <a:extLst>
                  <a:ext uri="{FF2B5EF4-FFF2-40B4-BE49-F238E27FC236}">
                    <a16:creationId xmlns:a16="http://schemas.microsoft.com/office/drawing/2014/main" id="{C5E0A836-D9BE-4AA0-A808-D048094A4455}"/>
                  </a:ext>
                </a:extLst>
              </p:cNvPr>
              <p:cNvSpPr>
                <a:spLocks/>
              </p:cNvSpPr>
              <p:nvPr/>
            </p:nvSpPr>
            <p:spPr bwMode="auto">
              <a:xfrm>
                <a:off x="3581" y="2105"/>
                <a:ext cx="530" cy="504"/>
              </a:xfrm>
              <a:custGeom>
                <a:avLst/>
                <a:gdLst>
                  <a:gd name="T0" fmla="*/ 513 w 530"/>
                  <a:gd name="T1" fmla="*/ 504 h 504"/>
                  <a:gd name="T2" fmla="*/ 0 w 530"/>
                  <a:gd name="T3" fmla="*/ 19 h 504"/>
                  <a:gd name="T4" fmla="*/ 18 w 530"/>
                  <a:gd name="T5" fmla="*/ 0 h 504"/>
                  <a:gd name="T6" fmla="*/ 530 w 530"/>
                  <a:gd name="T7" fmla="*/ 485 h 504"/>
                  <a:gd name="T8" fmla="*/ 513 w 530"/>
                  <a:gd name="T9" fmla="*/ 504 h 504"/>
                </a:gdLst>
                <a:ahLst/>
                <a:cxnLst>
                  <a:cxn ang="0">
                    <a:pos x="T0" y="T1"/>
                  </a:cxn>
                  <a:cxn ang="0">
                    <a:pos x="T2" y="T3"/>
                  </a:cxn>
                  <a:cxn ang="0">
                    <a:pos x="T4" y="T5"/>
                  </a:cxn>
                  <a:cxn ang="0">
                    <a:pos x="T6" y="T7"/>
                  </a:cxn>
                  <a:cxn ang="0">
                    <a:pos x="T8" y="T9"/>
                  </a:cxn>
                </a:cxnLst>
                <a:rect l="0" t="0" r="r" b="b"/>
                <a:pathLst>
                  <a:path w="530" h="504">
                    <a:moveTo>
                      <a:pt x="513" y="504"/>
                    </a:moveTo>
                    <a:lnTo>
                      <a:pt x="0" y="19"/>
                    </a:lnTo>
                    <a:lnTo>
                      <a:pt x="18" y="0"/>
                    </a:lnTo>
                    <a:lnTo>
                      <a:pt x="530" y="485"/>
                    </a:lnTo>
                    <a:lnTo>
                      <a:pt x="513" y="50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2" name="Freeform 15">
                <a:extLst>
                  <a:ext uri="{FF2B5EF4-FFF2-40B4-BE49-F238E27FC236}">
                    <a16:creationId xmlns:a16="http://schemas.microsoft.com/office/drawing/2014/main" id="{928660A3-5551-4D4D-A389-11A32E9496FF}"/>
                  </a:ext>
                </a:extLst>
              </p:cNvPr>
              <p:cNvSpPr>
                <a:spLocks/>
              </p:cNvSpPr>
              <p:nvPr/>
            </p:nvSpPr>
            <p:spPr bwMode="auto">
              <a:xfrm>
                <a:off x="4613" y="764"/>
                <a:ext cx="201" cy="667"/>
              </a:xfrm>
              <a:custGeom>
                <a:avLst/>
                <a:gdLst>
                  <a:gd name="T0" fmla="*/ 26 w 201"/>
                  <a:gd name="T1" fmla="*/ 0 h 667"/>
                  <a:gd name="T2" fmla="*/ 201 w 201"/>
                  <a:gd name="T3" fmla="*/ 660 h 667"/>
                  <a:gd name="T4" fmla="*/ 175 w 201"/>
                  <a:gd name="T5" fmla="*/ 667 h 667"/>
                  <a:gd name="T6" fmla="*/ 0 w 201"/>
                  <a:gd name="T7" fmla="*/ 7 h 667"/>
                  <a:gd name="T8" fmla="*/ 26 w 201"/>
                  <a:gd name="T9" fmla="*/ 0 h 667"/>
                </a:gdLst>
                <a:ahLst/>
                <a:cxnLst>
                  <a:cxn ang="0">
                    <a:pos x="T0" y="T1"/>
                  </a:cxn>
                  <a:cxn ang="0">
                    <a:pos x="T2" y="T3"/>
                  </a:cxn>
                  <a:cxn ang="0">
                    <a:pos x="T4" y="T5"/>
                  </a:cxn>
                  <a:cxn ang="0">
                    <a:pos x="T6" y="T7"/>
                  </a:cxn>
                  <a:cxn ang="0">
                    <a:pos x="T8" y="T9"/>
                  </a:cxn>
                </a:cxnLst>
                <a:rect l="0" t="0" r="r" b="b"/>
                <a:pathLst>
                  <a:path w="201" h="667">
                    <a:moveTo>
                      <a:pt x="26" y="0"/>
                    </a:moveTo>
                    <a:lnTo>
                      <a:pt x="201" y="660"/>
                    </a:lnTo>
                    <a:lnTo>
                      <a:pt x="175" y="667"/>
                    </a:lnTo>
                    <a:lnTo>
                      <a:pt x="0" y="7"/>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3" name="Freeform 16">
                <a:extLst>
                  <a:ext uri="{FF2B5EF4-FFF2-40B4-BE49-F238E27FC236}">
                    <a16:creationId xmlns:a16="http://schemas.microsoft.com/office/drawing/2014/main" id="{02B933E8-1875-4FDA-BC11-783CD389882A}"/>
                  </a:ext>
                </a:extLst>
              </p:cNvPr>
              <p:cNvSpPr>
                <a:spLocks/>
              </p:cNvSpPr>
              <p:nvPr/>
            </p:nvSpPr>
            <p:spPr bwMode="auto">
              <a:xfrm>
                <a:off x="4092" y="2592"/>
                <a:ext cx="316" cy="389"/>
              </a:xfrm>
              <a:custGeom>
                <a:avLst/>
                <a:gdLst>
                  <a:gd name="T0" fmla="*/ 295 w 316"/>
                  <a:gd name="T1" fmla="*/ 389 h 389"/>
                  <a:gd name="T2" fmla="*/ 0 w 316"/>
                  <a:gd name="T3" fmla="*/ 15 h 389"/>
                  <a:gd name="T4" fmla="*/ 21 w 316"/>
                  <a:gd name="T5" fmla="*/ 0 h 389"/>
                  <a:gd name="T6" fmla="*/ 316 w 316"/>
                  <a:gd name="T7" fmla="*/ 373 h 389"/>
                  <a:gd name="T8" fmla="*/ 295 w 316"/>
                  <a:gd name="T9" fmla="*/ 389 h 389"/>
                </a:gdLst>
                <a:ahLst/>
                <a:cxnLst>
                  <a:cxn ang="0">
                    <a:pos x="T0" y="T1"/>
                  </a:cxn>
                  <a:cxn ang="0">
                    <a:pos x="T2" y="T3"/>
                  </a:cxn>
                  <a:cxn ang="0">
                    <a:pos x="T4" y="T5"/>
                  </a:cxn>
                  <a:cxn ang="0">
                    <a:pos x="T6" y="T7"/>
                  </a:cxn>
                  <a:cxn ang="0">
                    <a:pos x="T8" y="T9"/>
                  </a:cxn>
                </a:cxnLst>
                <a:rect l="0" t="0" r="r" b="b"/>
                <a:pathLst>
                  <a:path w="316" h="389">
                    <a:moveTo>
                      <a:pt x="295" y="389"/>
                    </a:moveTo>
                    <a:lnTo>
                      <a:pt x="0" y="15"/>
                    </a:lnTo>
                    <a:lnTo>
                      <a:pt x="21" y="0"/>
                    </a:lnTo>
                    <a:lnTo>
                      <a:pt x="316" y="373"/>
                    </a:lnTo>
                    <a:lnTo>
                      <a:pt x="295" y="38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4" name="Freeform 17">
                <a:extLst>
                  <a:ext uri="{FF2B5EF4-FFF2-40B4-BE49-F238E27FC236}">
                    <a16:creationId xmlns:a16="http://schemas.microsoft.com/office/drawing/2014/main" id="{5D81002D-6A70-462D-844D-4C72C9337CA6}"/>
                  </a:ext>
                </a:extLst>
              </p:cNvPr>
              <p:cNvSpPr>
                <a:spLocks/>
              </p:cNvSpPr>
              <p:nvPr/>
            </p:nvSpPr>
            <p:spPr bwMode="auto">
              <a:xfrm>
                <a:off x="2953" y="2032"/>
                <a:ext cx="639" cy="96"/>
              </a:xfrm>
              <a:custGeom>
                <a:avLst/>
                <a:gdLst>
                  <a:gd name="T0" fmla="*/ 1 w 639"/>
                  <a:gd name="T1" fmla="*/ 0 h 96"/>
                  <a:gd name="T2" fmla="*/ 639 w 639"/>
                  <a:gd name="T3" fmla="*/ 70 h 96"/>
                  <a:gd name="T4" fmla="*/ 635 w 639"/>
                  <a:gd name="T5" fmla="*/ 96 h 96"/>
                  <a:gd name="T6" fmla="*/ 0 w 639"/>
                  <a:gd name="T7" fmla="*/ 26 h 96"/>
                  <a:gd name="T8" fmla="*/ 1 w 639"/>
                  <a:gd name="T9" fmla="*/ 0 h 96"/>
                </a:gdLst>
                <a:ahLst/>
                <a:cxnLst>
                  <a:cxn ang="0">
                    <a:pos x="T0" y="T1"/>
                  </a:cxn>
                  <a:cxn ang="0">
                    <a:pos x="T2" y="T3"/>
                  </a:cxn>
                  <a:cxn ang="0">
                    <a:pos x="T4" y="T5"/>
                  </a:cxn>
                  <a:cxn ang="0">
                    <a:pos x="T6" y="T7"/>
                  </a:cxn>
                  <a:cxn ang="0">
                    <a:pos x="T8" y="T9"/>
                  </a:cxn>
                </a:cxnLst>
                <a:rect l="0" t="0" r="r" b="b"/>
                <a:pathLst>
                  <a:path w="639" h="96">
                    <a:moveTo>
                      <a:pt x="1" y="0"/>
                    </a:moveTo>
                    <a:lnTo>
                      <a:pt x="639" y="70"/>
                    </a:lnTo>
                    <a:lnTo>
                      <a:pt x="635" y="96"/>
                    </a:lnTo>
                    <a:lnTo>
                      <a:pt x="0" y="26"/>
                    </a:lnTo>
                    <a:lnTo>
                      <a:pt x="1"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5" name="Freeform 18">
                <a:extLst>
                  <a:ext uri="{FF2B5EF4-FFF2-40B4-BE49-F238E27FC236}">
                    <a16:creationId xmlns:a16="http://schemas.microsoft.com/office/drawing/2014/main" id="{492B86D7-1586-47AF-8285-52805E6730D2}"/>
                  </a:ext>
                </a:extLst>
              </p:cNvPr>
              <p:cNvSpPr>
                <a:spLocks/>
              </p:cNvSpPr>
              <p:nvPr/>
            </p:nvSpPr>
            <p:spPr bwMode="auto">
              <a:xfrm>
                <a:off x="4080" y="460"/>
                <a:ext cx="311" cy="641"/>
              </a:xfrm>
              <a:custGeom>
                <a:avLst/>
                <a:gdLst>
                  <a:gd name="T0" fmla="*/ 311 w 311"/>
                  <a:gd name="T1" fmla="*/ 12 h 641"/>
                  <a:gd name="T2" fmla="*/ 24 w 311"/>
                  <a:gd name="T3" fmla="*/ 641 h 641"/>
                  <a:gd name="T4" fmla="*/ 0 w 311"/>
                  <a:gd name="T5" fmla="*/ 631 h 641"/>
                  <a:gd name="T6" fmla="*/ 286 w 311"/>
                  <a:gd name="T7" fmla="*/ 0 h 641"/>
                  <a:gd name="T8" fmla="*/ 311 w 311"/>
                  <a:gd name="T9" fmla="*/ 12 h 641"/>
                </a:gdLst>
                <a:ahLst/>
                <a:cxnLst>
                  <a:cxn ang="0">
                    <a:pos x="T0" y="T1"/>
                  </a:cxn>
                  <a:cxn ang="0">
                    <a:pos x="T2" y="T3"/>
                  </a:cxn>
                  <a:cxn ang="0">
                    <a:pos x="T4" y="T5"/>
                  </a:cxn>
                  <a:cxn ang="0">
                    <a:pos x="T6" y="T7"/>
                  </a:cxn>
                  <a:cxn ang="0">
                    <a:pos x="T8" y="T9"/>
                  </a:cxn>
                </a:cxnLst>
                <a:rect l="0" t="0" r="r" b="b"/>
                <a:pathLst>
                  <a:path w="311" h="641">
                    <a:moveTo>
                      <a:pt x="311" y="12"/>
                    </a:moveTo>
                    <a:lnTo>
                      <a:pt x="24" y="641"/>
                    </a:lnTo>
                    <a:lnTo>
                      <a:pt x="0" y="631"/>
                    </a:lnTo>
                    <a:lnTo>
                      <a:pt x="286" y="0"/>
                    </a:lnTo>
                    <a:lnTo>
                      <a:pt x="311"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6" name="Freeform 19">
                <a:extLst>
                  <a:ext uri="{FF2B5EF4-FFF2-40B4-BE49-F238E27FC236}">
                    <a16:creationId xmlns:a16="http://schemas.microsoft.com/office/drawing/2014/main" id="{822C3666-C379-45E9-B633-2E3CD83B4AFF}"/>
                  </a:ext>
                </a:extLst>
              </p:cNvPr>
              <p:cNvSpPr>
                <a:spLocks/>
              </p:cNvSpPr>
              <p:nvPr/>
            </p:nvSpPr>
            <p:spPr bwMode="auto">
              <a:xfrm>
                <a:off x="3576" y="1449"/>
                <a:ext cx="96" cy="668"/>
              </a:xfrm>
              <a:custGeom>
                <a:avLst/>
                <a:gdLst>
                  <a:gd name="T0" fmla="*/ 96 w 96"/>
                  <a:gd name="T1" fmla="*/ 1 h 668"/>
                  <a:gd name="T2" fmla="*/ 26 w 96"/>
                  <a:gd name="T3" fmla="*/ 668 h 668"/>
                  <a:gd name="T4" fmla="*/ 0 w 96"/>
                  <a:gd name="T5" fmla="*/ 665 h 668"/>
                  <a:gd name="T6" fmla="*/ 70 w 96"/>
                  <a:gd name="T7" fmla="*/ 0 h 668"/>
                  <a:gd name="T8" fmla="*/ 96 w 96"/>
                  <a:gd name="T9" fmla="*/ 1 h 668"/>
                </a:gdLst>
                <a:ahLst/>
                <a:cxnLst>
                  <a:cxn ang="0">
                    <a:pos x="T0" y="T1"/>
                  </a:cxn>
                  <a:cxn ang="0">
                    <a:pos x="T2" y="T3"/>
                  </a:cxn>
                  <a:cxn ang="0">
                    <a:pos x="T4" y="T5"/>
                  </a:cxn>
                  <a:cxn ang="0">
                    <a:pos x="T6" y="T7"/>
                  </a:cxn>
                  <a:cxn ang="0">
                    <a:pos x="T8" y="T9"/>
                  </a:cxn>
                </a:cxnLst>
                <a:rect l="0" t="0" r="r" b="b"/>
                <a:pathLst>
                  <a:path w="96" h="668">
                    <a:moveTo>
                      <a:pt x="96" y="1"/>
                    </a:moveTo>
                    <a:lnTo>
                      <a:pt x="26" y="668"/>
                    </a:lnTo>
                    <a:lnTo>
                      <a:pt x="0" y="665"/>
                    </a:lnTo>
                    <a:lnTo>
                      <a:pt x="70" y="0"/>
                    </a:lnTo>
                    <a:lnTo>
                      <a:pt x="96" y="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7" name="Freeform 20">
                <a:extLst>
                  <a:ext uri="{FF2B5EF4-FFF2-40B4-BE49-F238E27FC236}">
                    <a16:creationId xmlns:a16="http://schemas.microsoft.com/office/drawing/2014/main" id="{0BE3A7C7-1C7D-444E-B542-BD37219F57EE}"/>
                  </a:ext>
                </a:extLst>
              </p:cNvPr>
              <p:cNvSpPr>
                <a:spLocks/>
              </p:cNvSpPr>
              <p:nvPr/>
            </p:nvSpPr>
            <p:spPr bwMode="auto">
              <a:xfrm>
                <a:off x="3583" y="333"/>
                <a:ext cx="314" cy="66"/>
              </a:xfrm>
              <a:custGeom>
                <a:avLst/>
                <a:gdLst>
                  <a:gd name="T0" fmla="*/ 3 w 314"/>
                  <a:gd name="T1" fmla="*/ 0 h 66"/>
                  <a:gd name="T2" fmla="*/ 314 w 314"/>
                  <a:gd name="T3" fmla="*/ 40 h 66"/>
                  <a:gd name="T4" fmla="*/ 311 w 314"/>
                  <a:gd name="T5" fmla="*/ 66 h 66"/>
                  <a:gd name="T6" fmla="*/ 0 w 314"/>
                  <a:gd name="T7" fmla="*/ 27 h 66"/>
                  <a:gd name="T8" fmla="*/ 3 w 314"/>
                  <a:gd name="T9" fmla="*/ 0 h 66"/>
                </a:gdLst>
                <a:ahLst/>
                <a:cxnLst>
                  <a:cxn ang="0">
                    <a:pos x="T0" y="T1"/>
                  </a:cxn>
                  <a:cxn ang="0">
                    <a:pos x="T2" y="T3"/>
                  </a:cxn>
                  <a:cxn ang="0">
                    <a:pos x="T4" y="T5"/>
                  </a:cxn>
                  <a:cxn ang="0">
                    <a:pos x="T6" y="T7"/>
                  </a:cxn>
                  <a:cxn ang="0">
                    <a:pos x="T8" y="T9"/>
                  </a:cxn>
                </a:cxnLst>
                <a:rect l="0" t="0" r="r" b="b"/>
                <a:pathLst>
                  <a:path w="314" h="66">
                    <a:moveTo>
                      <a:pt x="3" y="0"/>
                    </a:moveTo>
                    <a:lnTo>
                      <a:pt x="314" y="40"/>
                    </a:lnTo>
                    <a:lnTo>
                      <a:pt x="311" y="66"/>
                    </a:lnTo>
                    <a:lnTo>
                      <a:pt x="0" y="27"/>
                    </a:lnTo>
                    <a:lnTo>
                      <a:pt x="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8" name="Freeform 21">
                <a:extLst>
                  <a:ext uri="{FF2B5EF4-FFF2-40B4-BE49-F238E27FC236}">
                    <a16:creationId xmlns:a16="http://schemas.microsoft.com/office/drawing/2014/main" id="{0F929302-1080-4AF5-B385-F08D944B2ED3}"/>
                  </a:ext>
                </a:extLst>
              </p:cNvPr>
              <p:cNvSpPr>
                <a:spLocks/>
              </p:cNvSpPr>
              <p:nvPr/>
            </p:nvSpPr>
            <p:spPr bwMode="auto">
              <a:xfrm>
                <a:off x="4264" y="1899"/>
                <a:ext cx="81" cy="399"/>
              </a:xfrm>
              <a:custGeom>
                <a:avLst/>
                <a:gdLst>
                  <a:gd name="T0" fmla="*/ 0 w 81"/>
                  <a:gd name="T1" fmla="*/ 396 h 399"/>
                  <a:gd name="T2" fmla="*/ 55 w 81"/>
                  <a:gd name="T3" fmla="*/ 0 h 399"/>
                  <a:gd name="T4" fmla="*/ 81 w 81"/>
                  <a:gd name="T5" fmla="*/ 3 h 399"/>
                  <a:gd name="T6" fmla="*/ 26 w 81"/>
                  <a:gd name="T7" fmla="*/ 399 h 399"/>
                  <a:gd name="T8" fmla="*/ 0 w 81"/>
                  <a:gd name="T9" fmla="*/ 396 h 399"/>
                </a:gdLst>
                <a:ahLst/>
                <a:cxnLst>
                  <a:cxn ang="0">
                    <a:pos x="T0" y="T1"/>
                  </a:cxn>
                  <a:cxn ang="0">
                    <a:pos x="T2" y="T3"/>
                  </a:cxn>
                  <a:cxn ang="0">
                    <a:pos x="T4" y="T5"/>
                  </a:cxn>
                  <a:cxn ang="0">
                    <a:pos x="T6" y="T7"/>
                  </a:cxn>
                  <a:cxn ang="0">
                    <a:pos x="T8" y="T9"/>
                  </a:cxn>
                </a:cxnLst>
                <a:rect l="0" t="0" r="r" b="b"/>
                <a:pathLst>
                  <a:path w="81" h="399">
                    <a:moveTo>
                      <a:pt x="0" y="396"/>
                    </a:moveTo>
                    <a:lnTo>
                      <a:pt x="55" y="0"/>
                    </a:lnTo>
                    <a:lnTo>
                      <a:pt x="81" y="3"/>
                    </a:lnTo>
                    <a:lnTo>
                      <a:pt x="26" y="399"/>
                    </a:lnTo>
                    <a:lnTo>
                      <a:pt x="0" y="39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19" name="Freeform 22">
                <a:extLst>
                  <a:ext uri="{FF2B5EF4-FFF2-40B4-BE49-F238E27FC236}">
                    <a16:creationId xmlns:a16="http://schemas.microsoft.com/office/drawing/2014/main" id="{EB45B9CD-018D-4D2D-90FD-27E2D9913D44}"/>
                  </a:ext>
                </a:extLst>
              </p:cNvPr>
              <p:cNvSpPr>
                <a:spLocks/>
              </p:cNvSpPr>
              <p:nvPr/>
            </p:nvSpPr>
            <p:spPr bwMode="auto">
              <a:xfrm>
                <a:off x="4325" y="1888"/>
                <a:ext cx="427" cy="285"/>
              </a:xfrm>
              <a:custGeom>
                <a:avLst/>
                <a:gdLst>
                  <a:gd name="T0" fmla="*/ 413 w 427"/>
                  <a:gd name="T1" fmla="*/ 285 h 285"/>
                  <a:gd name="T2" fmla="*/ 0 w 427"/>
                  <a:gd name="T3" fmla="*/ 23 h 285"/>
                  <a:gd name="T4" fmla="*/ 15 w 427"/>
                  <a:gd name="T5" fmla="*/ 0 h 285"/>
                  <a:gd name="T6" fmla="*/ 427 w 427"/>
                  <a:gd name="T7" fmla="*/ 262 h 285"/>
                  <a:gd name="T8" fmla="*/ 413 w 427"/>
                  <a:gd name="T9" fmla="*/ 285 h 285"/>
                </a:gdLst>
                <a:ahLst/>
                <a:cxnLst>
                  <a:cxn ang="0">
                    <a:pos x="T0" y="T1"/>
                  </a:cxn>
                  <a:cxn ang="0">
                    <a:pos x="T2" y="T3"/>
                  </a:cxn>
                  <a:cxn ang="0">
                    <a:pos x="T4" y="T5"/>
                  </a:cxn>
                  <a:cxn ang="0">
                    <a:pos x="T6" y="T7"/>
                  </a:cxn>
                  <a:cxn ang="0">
                    <a:pos x="T8" y="T9"/>
                  </a:cxn>
                </a:cxnLst>
                <a:rect l="0" t="0" r="r" b="b"/>
                <a:pathLst>
                  <a:path w="427" h="285">
                    <a:moveTo>
                      <a:pt x="413" y="285"/>
                    </a:moveTo>
                    <a:lnTo>
                      <a:pt x="0" y="23"/>
                    </a:lnTo>
                    <a:lnTo>
                      <a:pt x="15" y="0"/>
                    </a:lnTo>
                    <a:lnTo>
                      <a:pt x="427" y="262"/>
                    </a:lnTo>
                    <a:lnTo>
                      <a:pt x="413" y="28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0" name="Freeform 23">
                <a:extLst>
                  <a:ext uri="{FF2B5EF4-FFF2-40B4-BE49-F238E27FC236}">
                    <a16:creationId xmlns:a16="http://schemas.microsoft.com/office/drawing/2014/main" id="{6BFB9CAE-3303-48C4-A47D-D8130D335C53}"/>
                  </a:ext>
                </a:extLst>
              </p:cNvPr>
              <p:cNvSpPr>
                <a:spLocks/>
              </p:cNvSpPr>
              <p:nvPr/>
            </p:nvSpPr>
            <p:spPr bwMode="auto">
              <a:xfrm>
                <a:off x="2779" y="1426"/>
                <a:ext cx="385" cy="269"/>
              </a:xfrm>
              <a:custGeom>
                <a:avLst/>
                <a:gdLst>
                  <a:gd name="T0" fmla="*/ 14 w 385"/>
                  <a:gd name="T1" fmla="*/ 0 h 269"/>
                  <a:gd name="T2" fmla="*/ 385 w 385"/>
                  <a:gd name="T3" fmla="*/ 247 h 269"/>
                  <a:gd name="T4" fmla="*/ 372 w 385"/>
                  <a:gd name="T5" fmla="*/ 269 h 269"/>
                  <a:gd name="T6" fmla="*/ 0 w 385"/>
                  <a:gd name="T7" fmla="*/ 21 h 269"/>
                  <a:gd name="T8" fmla="*/ 14 w 385"/>
                  <a:gd name="T9" fmla="*/ 0 h 269"/>
                </a:gdLst>
                <a:ahLst/>
                <a:cxnLst>
                  <a:cxn ang="0">
                    <a:pos x="T0" y="T1"/>
                  </a:cxn>
                  <a:cxn ang="0">
                    <a:pos x="T2" y="T3"/>
                  </a:cxn>
                  <a:cxn ang="0">
                    <a:pos x="T4" y="T5"/>
                  </a:cxn>
                  <a:cxn ang="0">
                    <a:pos x="T6" y="T7"/>
                  </a:cxn>
                  <a:cxn ang="0">
                    <a:pos x="T8" y="T9"/>
                  </a:cxn>
                </a:cxnLst>
                <a:rect l="0" t="0" r="r" b="b"/>
                <a:pathLst>
                  <a:path w="385" h="269">
                    <a:moveTo>
                      <a:pt x="14" y="0"/>
                    </a:moveTo>
                    <a:lnTo>
                      <a:pt x="385" y="247"/>
                    </a:lnTo>
                    <a:lnTo>
                      <a:pt x="372" y="269"/>
                    </a:lnTo>
                    <a:lnTo>
                      <a:pt x="0" y="21"/>
                    </a:lnTo>
                    <a:lnTo>
                      <a:pt x="1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1" name="Freeform 24">
                <a:extLst>
                  <a:ext uri="{FF2B5EF4-FFF2-40B4-BE49-F238E27FC236}">
                    <a16:creationId xmlns:a16="http://schemas.microsoft.com/office/drawing/2014/main" id="{23BC3AA0-BEB9-46BE-9B6E-C98BDF0F1B08}"/>
                  </a:ext>
                </a:extLst>
              </p:cNvPr>
              <p:cNvSpPr>
                <a:spLocks/>
              </p:cNvSpPr>
              <p:nvPr/>
            </p:nvSpPr>
            <p:spPr bwMode="auto">
              <a:xfrm>
                <a:off x="2807" y="611"/>
                <a:ext cx="436" cy="341"/>
              </a:xfrm>
              <a:custGeom>
                <a:avLst/>
                <a:gdLst>
                  <a:gd name="T0" fmla="*/ 0 w 436"/>
                  <a:gd name="T1" fmla="*/ 320 h 341"/>
                  <a:gd name="T2" fmla="*/ 420 w 436"/>
                  <a:gd name="T3" fmla="*/ 0 h 341"/>
                  <a:gd name="T4" fmla="*/ 436 w 436"/>
                  <a:gd name="T5" fmla="*/ 21 h 341"/>
                  <a:gd name="T6" fmla="*/ 15 w 436"/>
                  <a:gd name="T7" fmla="*/ 341 h 341"/>
                  <a:gd name="T8" fmla="*/ 0 w 436"/>
                  <a:gd name="T9" fmla="*/ 320 h 341"/>
                </a:gdLst>
                <a:ahLst/>
                <a:cxnLst>
                  <a:cxn ang="0">
                    <a:pos x="T0" y="T1"/>
                  </a:cxn>
                  <a:cxn ang="0">
                    <a:pos x="T2" y="T3"/>
                  </a:cxn>
                  <a:cxn ang="0">
                    <a:pos x="T4" y="T5"/>
                  </a:cxn>
                  <a:cxn ang="0">
                    <a:pos x="T6" y="T7"/>
                  </a:cxn>
                  <a:cxn ang="0">
                    <a:pos x="T8" y="T9"/>
                  </a:cxn>
                </a:cxnLst>
                <a:rect l="0" t="0" r="r" b="b"/>
                <a:pathLst>
                  <a:path w="436" h="341">
                    <a:moveTo>
                      <a:pt x="0" y="320"/>
                    </a:moveTo>
                    <a:lnTo>
                      <a:pt x="420" y="0"/>
                    </a:lnTo>
                    <a:lnTo>
                      <a:pt x="436" y="21"/>
                    </a:lnTo>
                    <a:lnTo>
                      <a:pt x="15" y="341"/>
                    </a:lnTo>
                    <a:lnTo>
                      <a:pt x="0" y="32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2" name="Freeform 25">
                <a:extLst>
                  <a:ext uri="{FF2B5EF4-FFF2-40B4-BE49-F238E27FC236}">
                    <a16:creationId xmlns:a16="http://schemas.microsoft.com/office/drawing/2014/main" id="{4542A603-477D-4EF3-B318-2686F38EADA1}"/>
                  </a:ext>
                </a:extLst>
              </p:cNvPr>
              <p:cNvSpPr>
                <a:spLocks/>
              </p:cNvSpPr>
              <p:nvPr/>
            </p:nvSpPr>
            <p:spPr bwMode="auto">
              <a:xfrm>
                <a:off x="2736" y="1796"/>
                <a:ext cx="227" cy="257"/>
              </a:xfrm>
              <a:custGeom>
                <a:avLst/>
                <a:gdLst>
                  <a:gd name="T0" fmla="*/ 20 w 227"/>
                  <a:gd name="T1" fmla="*/ 0 h 257"/>
                  <a:gd name="T2" fmla="*/ 227 w 227"/>
                  <a:gd name="T3" fmla="*/ 240 h 257"/>
                  <a:gd name="T4" fmla="*/ 208 w 227"/>
                  <a:gd name="T5" fmla="*/ 257 h 257"/>
                  <a:gd name="T6" fmla="*/ 0 w 227"/>
                  <a:gd name="T7" fmla="*/ 17 h 257"/>
                  <a:gd name="T8" fmla="*/ 20 w 227"/>
                  <a:gd name="T9" fmla="*/ 0 h 257"/>
                </a:gdLst>
                <a:ahLst/>
                <a:cxnLst>
                  <a:cxn ang="0">
                    <a:pos x="T0" y="T1"/>
                  </a:cxn>
                  <a:cxn ang="0">
                    <a:pos x="T2" y="T3"/>
                  </a:cxn>
                  <a:cxn ang="0">
                    <a:pos x="T4" y="T5"/>
                  </a:cxn>
                  <a:cxn ang="0">
                    <a:pos x="T6" y="T7"/>
                  </a:cxn>
                  <a:cxn ang="0">
                    <a:pos x="T8" y="T9"/>
                  </a:cxn>
                </a:cxnLst>
                <a:rect l="0" t="0" r="r" b="b"/>
                <a:pathLst>
                  <a:path w="227" h="257">
                    <a:moveTo>
                      <a:pt x="20" y="0"/>
                    </a:moveTo>
                    <a:lnTo>
                      <a:pt x="227" y="240"/>
                    </a:lnTo>
                    <a:lnTo>
                      <a:pt x="208" y="257"/>
                    </a:lnTo>
                    <a:lnTo>
                      <a:pt x="0" y="17"/>
                    </a:lnTo>
                    <a:lnTo>
                      <a:pt x="2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3" name="Freeform 26">
                <a:extLst>
                  <a:ext uri="{FF2B5EF4-FFF2-40B4-BE49-F238E27FC236}">
                    <a16:creationId xmlns:a16="http://schemas.microsoft.com/office/drawing/2014/main" id="{CD9B3281-78A4-41E3-B226-6771D4646AAA}"/>
                  </a:ext>
                </a:extLst>
              </p:cNvPr>
              <p:cNvSpPr>
                <a:spLocks/>
              </p:cNvSpPr>
              <p:nvPr/>
            </p:nvSpPr>
            <p:spPr bwMode="auto">
              <a:xfrm>
                <a:off x="4062" y="2599"/>
                <a:ext cx="54" cy="599"/>
              </a:xfrm>
              <a:custGeom>
                <a:avLst/>
                <a:gdLst>
                  <a:gd name="T0" fmla="*/ 0 w 54"/>
                  <a:gd name="T1" fmla="*/ 597 h 599"/>
                  <a:gd name="T2" fmla="*/ 26 w 54"/>
                  <a:gd name="T3" fmla="*/ 0 h 599"/>
                  <a:gd name="T4" fmla="*/ 54 w 54"/>
                  <a:gd name="T5" fmla="*/ 1 h 599"/>
                  <a:gd name="T6" fmla="*/ 26 w 54"/>
                  <a:gd name="T7" fmla="*/ 599 h 599"/>
                  <a:gd name="T8" fmla="*/ 0 w 54"/>
                  <a:gd name="T9" fmla="*/ 597 h 599"/>
                </a:gdLst>
                <a:ahLst/>
                <a:cxnLst>
                  <a:cxn ang="0">
                    <a:pos x="T0" y="T1"/>
                  </a:cxn>
                  <a:cxn ang="0">
                    <a:pos x="T2" y="T3"/>
                  </a:cxn>
                  <a:cxn ang="0">
                    <a:pos x="T4" y="T5"/>
                  </a:cxn>
                  <a:cxn ang="0">
                    <a:pos x="T6" y="T7"/>
                  </a:cxn>
                  <a:cxn ang="0">
                    <a:pos x="T8" y="T9"/>
                  </a:cxn>
                </a:cxnLst>
                <a:rect l="0" t="0" r="r" b="b"/>
                <a:pathLst>
                  <a:path w="54" h="599">
                    <a:moveTo>
                      <a:pt x="0" y="597"/>
                    </a:moveTo>
                    <a:lnTo>
                      <a:pt x="26" y="0"/>
                    </a:lnTo>
                    <a:lnTo>
                      <a:pt x="54" y="1"/>
                    </a:lnTo>
                    <a:lnTo>
                      <a:pt x="26" y="599"/>
                    </a:lnTo>
                    <a:lnTo>
                      <a:pt x="0" y="59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4" name="Freeform 27">
                <a:extLst>
                  <a:ext uri="{FF2B5EF4-FFF2-40B4-BE49-F238E27FC236}">
                    <a16:creationId xmlns:a16="http://schemas.microsoft.com/office/drawing/2014/main" id="{68196224-4C5E-4A48-A0D7-A388209C73EF}"/>
                  </a:ext>
                </a:extLst>
              </p:cNvPr>
              <p:cNvSpPr>
                <a:spLocks/>
              </p:cNvSpPr>
              <p:nvPr/>
            </p:nvSpPr>
            <p:spPr bwMode="auto">
              <a:xfrm>
                <a:off x="3086" y="2105"/>
                <a:ext cx="513" cy="459"/>
              </a:xfrm>
              <a:custGeom>
                <a:avLst/>
                <a:gdLst>
                  <a:gd name="T0" fmla="*/ 513 w 513"/>
                  <a:gd name="T1" fmla="*/ 19 h 459"/>
                  <a:gd name="T2" fmla="*/ 18 w 513"/>
                  <a:gd name="T3" fmla="*/ 459 h 459"/>
                  <a:gd name="T4" fmla="*/ 0 w 513"/>
                  <a:gd name="T5" fmla="*/ 438 h 459"/>
                  <a:gd name="T6" fmla="*/ 495 w 513"/>
                  <a:gd name="T7" fmla="*/ 0 h 459"/>
                  <a:gd name="T8" fmla="*/ 513 w 513"/>
                  <a:gd name="T9" fmla="*/ 19 h 459"/>
                </a:gdLst>
                <a:ahLst/>
                <a:cxnLst>
                  <a:cxn ang="0">
                    <a:pos x="T0" y="T1"/>
                  </a:cxn>
                  <a:cxn ang="0">
                    <a:pos x="T2" y="T3"/>
                  </a:cxn>
                  <a:cxn ang="0">
                    <a:pos x="T4" y="T5"/>
                  </a:cxn>
                  <a:cxn ang="0">
                    <a:pos x="T6" y="T7"/>
                  </a:cxn>
                  <a:cxn ang="0">
                    <a:pos x="T8" y="T9"/>
                  </a:cxn>
                </a:cxnLst>
                <a:rect l="0" t="0" r="r" b="b"/>
                <a:pathLst>
                  <a:path w="513" h="459">
                    <a:moveTo>
                      <a:pt x="513" y="19"/>
                    </a:moveTo>
                    <a:lnTo>
                      <a:pt x="18" y="459"/>
                    </a:lnTo>
                    <a:lnTo>
                      <a:pt x="0" y="438"/>
                    </a:lnTo>
                    <a:lnTo>
                      <a:pt x="495" y="0"/>
                    </a:lnTo>
                    <a:lnTo>
                      <a:pt x="513" y="1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5" name="Freeform 28">
                <a:extLst>
                  <a:ext uri="{FF2B5EF4-FFF2-40B4-BE49-F238E27FC236}">
                    <a16:creationId xmlns:a16="http://schemas.microsoft.com/office/drawing/2014/main" id="{178C24B1-6F22-4D43-BA35-DB51D7175C3A}"/>
                  </a:ext>
                </a:extLst>
              </p:cNvPr>
              <p:cNvSpPr>
                <a:spLocks/>
              </p:cNvSpPr>
              <p:nvPr/>
            </p:nvSpPr>
            <p:spPr bwMode="auto">
              <a:xfrm>
                <a:off x="3338" y="2837"/>
                <a:ext cx="215" cy="375"/>
              </a:xfrm>
              <a:custGeom>
                <a:avLst/>
                <a:gdLst>
                  <a:gd name="T0" fmla="*/ 215 w 215"/>
                  <a:gd name="T1" fmla="*/ 12 h 375"/>
                  <a:gd name="T2" fmla="*/ 24 w 215"/>
                  <a:gd name="T3" fmla="*/ 375 h 375"/>
                  <a:gd name="T4" fmla="*/ 0 w 215"/>
                  <a:gd name="T5" fmla="*/ 363 h 375"/>
                  <a:gd name="T6" fmla="*/ 191 w 215"/>
                  <a:gd name="T7" fmla="*/ 0 h 375"/>
                  <a:gd name="T8" fmla="*/ 215 w 215"/>
                  <a:gd name="T9" fmla="*/ 12 h 375"/>
                </a:gdLst>
                <a:ahLst/>
                <a:cxnLst>
                  <a:cxn ang="0">
                    <a:pos x="T0" y="T1"/>
                  </a:cxn>
                  <a:cxn ang="0">
                    <a:pos x="T2" y="T3"/>
                  </a:cxn>
                  <a:cxn ang="0">
                    <a:pos x="T4" y="T5"/>
                  </a:cxn>
                  <a:cxn ang="0">
                    <a:pos x="T6" y="T7"/>
                  </a:cxn>
                  <a:cxn ang="0">
                    <a:pos x="T8" y="T9"/>
                  </a:cxn>
                </a:cxnLst>
                <a:rect l="0" t="0" r="r" b="b"/>
                <a:pathLst>
                  <a:path w="215" h="375">
                    <a:moveTo>
                      <a:pt x="215" y="12"/>
                    </a:moveTo>
                    <a:lnTo>
                      <a:pt x="24" y="375"/>
                    </a:lnTo>
                    <a:lnTo>
                      <a:pt x="0" y="363"/>
                    </a:lnTo>
                    <a:lnTo>
                      <a:pt x="191" y="0"/>
                    </a:lnTo>
                    <a:lnTo>
                      <a:pt x="215"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6" name="Freeform 29">
                <a:extLst>
                  <a:ext uri="{FF2B5EF4-FFF2-40B4-BE49-F238E27FC236}">
                    <a16:creationId xmlns:a16="http://schemas.microsoft.com/office/drawing/2014/main" id="{7AFC0535-82ED-4083-AFBD-14CDAFF149F5}"/>
                  </a:ext>
                </a:extLst>
              </p:cNvPr>
              <p:cNvSpPr>
                <a:spLocks/>
              </p:cNvSpPr>
              <p:nvPr/>
            </p:nvSpPr>
            <p:spPr bwMode="auto">
              <a:xfrm>
                <a:off x="4191" y="365"/>
                <a:ext cx="198" cy="128"/>
              </a:xfrm>
              <a:custGeom>
                <a:avLst/>
                <a:gdLst>
                  <a:gd name="T0" fmla="*/ 186 w 198"/>
                  <a:gd name="T1" fmla="*/ 128 h 128"/>
                  <a:gd name="T2" fmla="*/ 0 w 198"/>
                  <a:gd name="T3" fmla="*/ 24 h 128"/>
                  <a:gd name="T4" fmla="*/ 14 w 198"/>
                  <a:gd name="T5" fmla="*/ 0 h 128"/>
                  <a:gd name="T6" fmla="*/ 198 w 198"/>
                  <a:gd name="T7" fmla="*/ 106 h 128"/>
                  <a:gd name="T8" fmla="*/ 186 w 198"/>
                  <a:gd name="T9" fmla="*/ 128 h 128"/>
                </a:gdLst>
                <a:ahLst/>
                <a:cxnLst>
                  <a:cxn ang="0">
                    <a:pos x="T0" y="T1"/>
                  </a:cxn>
                  <a:cxn ang="0">
                    <a:pos x="T2" y="T3"/>
                  </a:cxn>
                  <a:cxn ang="0">
                    <a:pos x="T4" y="T5"/>
                  </a:cxn>
                  <a:cxn ang="0">
                    <a:pos x="T6" y="T7"/>
                  </a:cxn>
                  <a:cxn ang="0">
                    <a:pos x="T8" y="T9"/>
                  </a:cxn>
                </a:cxnLst>
                <a:rect l="0" t="0" r="r" b="b"/>
                <a:pathLst>
                  <a:path w="198" h="128">
                    <a:moveTo>
                      <a:pt x="186" y="128"/>
                    </a:moveTo>
                    <a:lnTo>
                      <a:pt x="0" y="24"/>
                    </a:lnTo>
                    <a:lnTo>
                      <a:pt x="14" y="0"/>
                    </a:lnTo>
                    <a:lnTo>
                      <a:pt x="198" y="106"/>
                    </a:lnTo>
                    <a:lnTo>
                      <a:pt x="186" y="1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7" name="Freeform 30">
                <a:extLst>
                  <a:ext uri="{FF2B5EF4-FFF2-40B4-BE49-F238E27FC236}">
                    <a16:creationId xmlns:a16="http://schemas.microsoft.com/office/drawing/2014/main" id="{466F3799-9AB5-4763-9F81-27E35FAB6AD8}"/>
                  </a:ext>
                </a:extLst>
              </p:cNvPr>
              <p:cNvSpPr>
                <a:spLocks/>
              </p:cNvSpPr>
              <p:nvPr/>
            </p:nvSpPr>
            <p:spPr bwMode="auto">
              <a:xfrm>
                <a:off x="4788" y="1034"/>
                <a:ext cx="91" cy="397"/>
              </a:xfrm>
              <a:custGeom>
                <a:avLst/>
                <a:gdLst>
                  <a:gd name="T0" fmla="*/ 91 w 91"/>
                  <a:gd name="T1" fmla="*/ 5 h 397"/>
                  <a:gd name="T2" fmla="*/ 26 w 91"/>
                  <a:gd name="T3" fmla="*/ 397 h 397"/>
                  <a:gd name="T4" fmla="*/ 0 w 91"/>
                  <a:gd name="T5" fmla="*/ 392 h 397"/>
                  <a:gd name="T6" fmla="*/ 64 w 91"/>
                  <a:gd name="T7" fmla="*/ 0 h 397"/>
                  <a:gd name="T8" fmla="*/ 91 w 91"/>
                  <a:gd name="T9" fmla="*/ 5 h 397"/>
                </a:gdLst>
                <a:ahLst/>
                <a:cxnLst>
                  <a:cxn ang="0">
                    <a:pos x="T0" y="T1"/>
                  </a:cxn>
                  <a:cxn ang="0">
                    <a:pos x="T2" y="T3"/>
                  </a:cxn>
                  <a:cxn ang="0">
                    <a:pos x="T4" y="T5"/>
                  </a:cxn>
                  <a:cxn ang="0">
                    <a:pos x="T6" y="T7"/>
                  </a:cxn>
                  <a:cxn ang="0">
                    <a:pos x="T8" y="T9"/>
                  </a:cxn>
                </a:cxnLst>
                <a:rect l="0" t="0" r="r" b="b"/>
                <a:pathLst>
                  <a:path w="91" h="397">
                    <a:moveTo>
                      <a:pt x="91" y="5"/>
                    </a:moveTo>
                    <a:lnTo>
                      <a:pt x="26" y="397"/>
                    </a:lnTo>
                    <a:lnTo>
                      <a:pt x="0" y="392"/>
                    </a:lnTo>
                    <a:lnTo>
                      <a:pt x="64" y="0"/>
                    </a:lnTo>
                    <a:lnTo>
                      <a:pt x="91" y="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8" name="Freeform 31">
                <a:extLst>
                  <a:ext uri="{FF2B5EF4-FFF2-40B4-BE49-F238E27FC236}">
                    <a16:creationId xmlns:a16="http://schemas.microsoft.com/office/drawing/2014/main" id="{3C5F596D-DBE9-4FF3-A951-9D458AE42C84}"/>
                  </a:ext>
                </a:extLst>
              </p:cNvPr>
              <p:cNvSpPr>
                <a:spLocks/>
              </p:cNvSpPr>
              <p:nvPr/>
            </p:nvSpPr>
            <p:spPr bwMode="auto">
              <a:xfrm>
                <a:off x="4314" y="1492"/>
                <a:ext cx="122" cy="412"/>
              </a:xfrm>
              <a:custGeom>
                <a:avLst/>
                <a:gdLst>
                  <a:gd name="T0" fmla="*/ 122 w 122"/>
                  <a:gd name="T1" fmla="*/ 5 h 412"/>
                  <a:gd name="T2" fmla="*/ 26 w 122"/>
                  <a:gd name="T3" fmla="*/ 412 h 412"/>
                  <a:gd name="T4" fmla="*/ 0 w 122"/>
                  <a:gd name="T5" fmla="*/ 407 h 412"/>
                  <a:gd name="T6" fmla="*/ 96 w 122"/>
                  <a:gd name="T7" fmla="*/ 0 h 412"/>
                  <a:gd name="T8" fmla="*/ 122 w 122"/>
                  <a:gd name="T9" fmla="*/ 5 h 412"/>
                </a:gdLst>
                <a:ahLst/>
                <a:cxnLst>
                  <a:cxn ang="0">
                    <a:pos x="T0" y="T1"/>
                  </a:cxn>
                  <a:cxn ang="0">
                    <a:pos x="T2" y="T3"/>
                  </a:cxn>
                  <a:cxn ang="0">
                    <a:pos x="T4" y="T5"/>
                  </a:cxn>
                  <a:cxn ang="0">
                    <a:pos x="T6" y="T7"/>
                  </a:cxn>
                  <a:cxn ang="0">
                    <a:pos x="T8" y="T9"/>
                  </a:cxn>
                </a:cxnLst>
                <a:rect l="0" t="0" r="r" b="b"/>
                <a:pathLst>
                  <a:path w="122" h="412">
                    <a:moveTo>
                      <a:pt x="122" y="5"/>
                    </a:moveTo>
                    <a:lnTo>
                      <a:pt x="26" y="412"/>
                    </a:lnTo>
                    <a:lnTo>
                      <a:pt x="0" y="407"/>
                    </a:lnTo>
                    <a:lnTo>
                      <a:pt x="96" y="0"/>
                    </a:lnTo>
                    <a:lnTo>
                      <a:pt x="122" y="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29" name="Freeform 32">
                <a:extLst>
                  <a:ext uri="{FF2B5EF4-FFF2-40B4-BE49-F238E27FC236}">
                    <a16:creationId xmlns:a16="http://schemas.microsoft.com/office/drawing/2014/main" id="{A317043E-FF87-47AA-B1E1-097BDDD36A05}"/>
                  </a:ext>
                </a:extLst>
              </p:cNvPr>
              <p:cNvSpPr>
                <a:spLocks/>
              </p:cNvSpPr>
              <p:nvPr/>
            </p:nvSpPr>
            <p:spPr bwMode="auto">
              <a:xfrm>
                <a:off x="4331" y="1725"/>
                <a:ext cx="575" cy="189"/>
              </a:xfrm>
              <a:custGeom>
                <a:avLst/>
                <a:gdLst>
                  <a:gd name="T0" fmla="*/ 575 w 575"/>
                  <a:gd name="T1" fmla="*/ 24 h 189"/>
                  <a:gd name="T2" fmla="*/ 9 w 575"/>
                  <a:gd name="T3" fmla="*/ 189 h 189"/>
                  <a:gd name="T4" fmla="*/ 0 w 575"/>
                  <a:gd name="T5" fmla="*/ 163 h 189"/>
                  <a:gd name="T6" fmla="*/ 567 w 575"/>
                  <a:gd name="T7" fmla="*/ 0 h 189"/>
                  <a:gd name="T8" fmla="*/ 575 w 575"/>
                  <a:gd name="T9" fmla="*/ 24 h 189"/>
                </a:gdLst>
                <a:ahLst/>
                <a:cxnLst>
                  <a:cxn ang="0">
                    <a:pos x="T0" y="T1"/>
                  </a:cxn>
                  <a:cxn ang="0">
                    <a:pos x="T2" y="T3"/>
                  </a:cxn>
                  <a:cxn ang="0">
                    <a:pos x="T4" y="T5"/>
                  </a:cxn>
                  <a:cxn ang="0">
                    <a:pos x="T6" y="T7"/>
                  </a:cxn>
                  <a:cxn ang="0">
                    <a:pos x="T8" y="T9"/>
                  </a:cxn>
                </a:cxnLst>
                <a:rect l="0" t="0" r="r" b="b"/>
                <a:pathLst>
                  <a:path w="575" h="189">
                    <a:moveTo>
                      <a:pt x="575" y="24"/>
                    </a:moveTo>
                    <a:lnTo>
                      <a:pt x="9" y="189"/>
                    </a:lnTo>
                    <a:lnTo>
                      <a:pt x="0" y="163"/>
                    </a:lnTo>
                    <a:lnTo>
                      <a:pt x="567" y="0"/>
                    </a:lnTo>
                    <a:lnTo>
                      <a:pt x="575" y="2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0" name="Freeform 33">
                <a:extLst>
                  <a:ext uri="{FF2B5EF4-FFF2-40B4-BE49-F238E27FC236}">
                    <a16:creationId xmlns:a16="http://schemas.microsoft.com/office/drawing/2014/main" id="{6B625429-510F-4E09-B501-D5F9D4D487D9}"/>
                  </a:ext>
                </a:extLst>
              </p:cNvPr>
              <p:cNvSpPr>
                <a:spLocks/>
              </p:cNvSpPr>
              <p:nvPr/>
            </p:nvSpPr>
            <p:spPr bwMode="auto">
              <a:xfrm>
                <a:off x="4035" y="1093"/>
                <a:ext cx="72" cy="486"/>
              </a:xfrm>
              <a:custGeom>
                <a:avLst/>
                <a:gdLst>
                  <a:gd name="T0" fmla="*/ 0 w 72"/>
                  <a:gd name="T1" fmla="*/ 484 h 486"/>
                  <a:gd name="T2" fmla="*/ 45 w 72"/>
                  <a:gd name="T3" fmla="*/ 0 h 486"/>
                  <a:gd name="T4" fmla="*/ 72 w 72"/>
                  <a:gd name="T5" fmla="*/ 1 h 486"/>
                  <a:gd name="T6" fmla="*/ 26 w 72"/>
                  <a:gd name="T7" fmla="*/ 486 h 486"/>
                  <a:gd name="T8" fmla="*/ 0 w 72"/>
                  <a:gd name="T9" fmla="*/ 484 h 486"/>
                </a:gdLst>
                <a:ahLst/>
                <a:cxnLst>
                  <a:cxn ang="0">
                    <a:pos x="T0" y="T1"/>
                  </a:cxn>
                  <a:cxn ang="0">
                    <a:pos x="T2" y="T3"/>
                  </a:cxn>
                  <a:cxn ang="0">
                    <a:pos x="T4" y="T5"/>
                  </a:cxn>
                  <a:cxn ang="0">
                    <a:pos x="T6" y="T7"/>
                  </a:cxn>
                  <a:cxn ang="0">
                    <a:pos x="T8" y="T9"/>
                  </a:cxn>
                </a:cxnLst>
                <a:rect l="0" t="0" r="r" b="b"/>
                <a:pathLst>
                  <a:path w="72" h="486">
                    <a:moveTo>
                      <a:pt x="0" y="484"/>
                    </a:moveTo>
                    <a:lnTo>
                      <a:pt x="45" y="0"/>
                    </a:lnTo>
                    <a:lnTo>
                      <a:pt x="72" y="1"/>
                    </a:lnTo>
                    <a:lnTo>
                      <a:pt x="26" y="486"/>
                    </a:lnTo>
                    <a:lnTo>
                      <a:pt x="0" y="4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1" name="Freeform 34">
                <a:extLst>
                  <a:ext uri="{FF2B5EF4-FFF2-40B4-BE49-F238E27FC236}">
                    <a16:creationId xmlns:a16="http://schemas.microsoft.com/office/drawing/2014/main" id="{B5DD2912-A49B-4333-9E35-4A6CE3FBA372}"/>
                  </a:ext>
                </a:extLst>
              </p:cNvPr>
              <p:cNvSpPr>
                <a:spLocks/>
              </p:cNvSpPr>
              <p:nvPr/>
            </p:nvSpPr>
            <p:spPr bwMode="auto">
              <a:xfrm>
                <a:off x="3239" y="587"/>
                <a:ext cx="280" cy="50"/>
              </a:xfrm>
              <a:custGeom>
                <a:avLst/>
                <a:gdLst>
                  <a:gd name="T0" fmla="*/ 280 w 280"/>
                  <a:gd name="T1" fmla="*/ 28 h 50"/>
                  <a:gd name="T2" fmla="*/ 4 w 280"/>
                  <a:gd name="T3" fmla="*/ 50 h 50"/>
                  <a:gd name="T4" fmla="*/ 0 w 280"/>
                  <a:gd name="T5" fmla="*/ 24 h 50"/>
                  <a:gd name="T6" fmla="*/ 278 w 280"/>
                  <a:gd name="T7" fmla="*/ 0 h 50"/>
                  <a:gd name="T8" fmla="*/ 280 w 280"/>
                  <a:gd name="T9" fmla="*/ 28 h 50"/>
                </a:gdLst>
                <a:ahLst/>
                <a:cxnLst>
                  <a:cxn ang="0">
                    <a:pos x="T0" y="T1"/>
                  </a:cxn>
                  <a:cxn ang="0">
                    <a:pos x="T2" y="T3"/>
                  </a:cxn>
                  <a:cxn ang="0">
                    <a:pos x="T4" y="T5"/>
                  </a:cxn>
                  <a:cxn ang="0">
                    <a:pos x="T6" y="T7"/>
                  </a:cxn>
                  <a:cxn ang="0">
                    <a:pos x="T8" y="T9"/>
                  </a:cxn>
                </a:cxnLst>
                <a:rect l="0" t="0" r="r" b="b"/>
                <a:pathLst>
                  <a:path w="280" h="50">
                    <a:moveTo>
                      <a:pt x="280" y="28"/>
                    </a:moveTo>
                    <a:lnTo>
                      <a:pt x="4" y="50"/>
                    </a:lnTo>
                    <a:lnTo>
                      <a:pt x="0" y="24"/>
                    </a:lnTo>
                    <a:lnTo>
                      <a:pt x="278" y="0"/>
                    </a:lnTo>
                    <a:lnTo>
                      <a:pt x="280"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2" name="Freeform 35">
                <a:extLst>
                  <a:ext uri="{FF2B5EF4-FFF2-40B4-BE49-F238E27FC236}">
                    <a16:creationId xmlns:a16="http://schemas.microsoft.com/office/drawing/2014/main" id="{425A9F31-815C-4BAC-83FB-1E42EB1B44F1}"/>
                  </a:ext>
                </a:extLst>
              </p:cNvPr>
              <p:cNvSpPr>
                <a:spLocks/>
              </p:cNvSpPr>
              <p:nvPr/>
            </p:nvSpPr>
            <p:spPr bwMode="auto">
              <a:xfrm>
                <a:off x="2704" y="1211"/>
                <a:ext cx="75" cy="239"/>
              </a:xfrm>
              <a:custGeom>
                <a:avLst/>
                <a:gdLst>
                  <a:gd name="T0" fmla="*/ 49 w 75"/>
                  <a:gd name="T1" fmla="*/ 239 h 239"/>
                  <a:gd name="T2" fmla="*/ 0 w 75"/>
                  <a:gd name="T3" fmla="*/ 5 h 239"/>
                  <a:gd name="T4" fmla="*/ 26 w 75"/>
                  <a:gd name="T5" fmla="*/ 0 h 239"/>
                  <a:gd name="T6" fmla="*/ 75 w 75"/>
                  <a:gd name="T7" fmla="*/ 234 h 239"/>
                  <a:gd name="T8" fmla="*/ 49 w 75"/>
                  <a:gd name="T9" fmla="*/ 239 h 239"/>
                </a:gdLst>
                <a:ahLst/>
                <a:cxnLst>
                  <a:cxn ang="0">
                    <a:pos x="T0" y="T1"/>
                  </a:cxn>
                  <a:cxn ang="0">
                    <a:pos x="T2" y="T3"/>
                  </a:cxn>
                  <a:cxn ang="0">
                    <a:pos x="T4" y="T5"/>
                  </a:cxn>
                  <a:cxn ang="0">
                    <a:pos x="T6" y="T7"/>
                  </a:cxn>
                  <a:cxn ang="0">
                    <a:pos x="T8" y="T9"/>
                  </a:cxn>
                </a:cxnLst>
                <a:rect l="0" t="0" r="r" b="b"/>
                <a:pathLst>
                  <a:path w="75" h="239">
                    <a:moveTo>
                      <a:pt x="49" y="239"/>
                    </a:moveTo>
                    <a:lnTo>
                      <a:pt x="0" y="5"/>
                    </a:lnTo>
                    <a:lnTo>
                      <a:pt x="26" y="0"/>
                    </a:lnTo>
                    <a:lnTo>
                      <a:pt x="75" y="234"/>
                    </a:lnTo>
                    <a:lnTo>
                      <a:pt x="49" y="23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3" name="Freeform 36">
                <a:extLst>
                  <a:ext uri="{FF2B5EF4-FFF2-40B4-BE49-F238E27FC236}">
                    <a16:creationId xmlns:a16="http://schemas.microsoft.com/office/drawing/2014/main" id="{97CBDC96-25A8-4B2B-A72A-8173D912CAC9}"/>
                  </a:ext>
                </a:extLst>
              </p:cNvPr>
              <p:cNvSpPr>
                <a:spLocks/>
              </p:cNvSpPr>
              <p:nvPr/>
            </p:nvSpPr>
            <p:spPr bwMode="auto">
              <a:xfrm>
                <a:off x="4048" y="2255"/>
                <a:ext cx="68" cy="312"/>
              </a:xfrm>
              <a:custGeom>
                <a:avLst/>
                <a:gdLst>
                  <a:gd name="T0" fmla="*/ 26 w 68"/>
                  <a:gd name="T1" fmla="*/ 0 h 312"/>
                  <a:gd name="T2" fmla="*/ 68 w 68"/>
                  <a:gd name="T3" fmla="*/ 309 h 312"/>
                  <a:gd name="T4" fmla="*/ 40 w 68"/>
                  <a:gd name="T5" fmla="*/ 312 h 312"/>
                  <a:gd name="T6" fmla="*/ 0 w 68"/>
                  <a:gd name="T7" fmla="*/ 3 h 312"/>
                  <a:gd name="T8" fmla="*/ 26 w 68"/>
                  <a:gd name="T9" fmla="*/ 0 h 312"/>
                </a:gdLst>
                <a:ahLst/>
                <a:cxnLst>
                  <a:cxn ang="0">
                    <a:pos x="T0" y="T1"/>
                  </a:cxn>
                  <a:cxn ang="0">
                    <a:pos x="T2" y="T3"/>
                  </a:cxn>
                  <a:cxn ang="0">
                    <a:pos x="T4" y="T5"/>
                  </a:cxn>
                  <a:cxn ang="0">
                    <a:pos x="T6" y="T7"/>
                  </a:cxn>
                  <a:cxn ang="0">
                    <a:pos x="T8" y="T9"/>
                  </a:cxn>
                </a:cxnLst>
                <a:rect l="0" t="0" r="r" b="b"/>
                <a:pathLst>
                  <a:path w="68" h="312">
                    <a:moveTo>
                      <a:pt x="26" y="0"/>
                    </a:moveTo>
                    <a:lnTo>
                      <a:pt x="68" y="309"/>
                    </a:lnTo>
                    <a:lnTo>
                      <a:pt x="40" y="312"/>
                    </a:lnTo>
                    <a:lnTo>
                      <a:pt x="0" y="3"/>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4" name="Freeform 37">
                <a:extLst>
                  <a:ext uri="{FF2B5EF4-FFF2-40B4-BE49-F238E27FC236}">
                    <a16:creationId xmlns:a16="http://schemas.microsoft.com/office/drawing/2014/main" id="{06DD0D25-8B39-4F5A-B992-9BCDE91C0AC5}"/>
                  </a:ext>
                </a:extLst>
              </p:cNvPr>
              <p:cNvSpPr>
                <a:spLocks/>
              </p:cNvSpPr>
              <p:nvPr/>
            </p:nvSpPr>
            <p:spPr bwMode="auto">
              <a:xfrm>
                <a:off x="3533" y="2830"/>
                <a:ext cx="222" cy="298"/>
              </a:xfrm>
              <a:custGeom>
                <a:avLst/>
                <a:gdLst>
                  <a:gd name="T0" fmla="*/ 22 w 222"/>
                  <a:gd name="T1" fmla="*/ 0 h 298"/>
                  <a:gd name="T2" fmla="*/ 222 w 222"/>
                  <a:gd name="T3" fmla="*/ 283 h 298"/>
                  <a:gd name="T4" fmla="*/ 201 w 222"/>
                  <a:gd name="T5" fmla="*/ 298 h 298"/>
                  <a:gd name="T6" fmla="*/ 0 w 222"/>
                  <a:gd name="T7" fmla="*/ 14 h 298"/>
                  <a:gd name="T8" fmla="*/ 22 w 222"/>
                  <a:gd name="T9" fmla="*/ 0 h 298"/>
                </a:gdLst>
                <a:ahLst/>
                <a:cxnLst>
                  <a:cxn ang="0">
                    <a:pos x="T0" y="T1"/>
                  </a:cxn>
                  <a:cxn ang="0">
                    <a:pos x="T2" y="T3"/>
                  </a:cxn>
                  <a:cxn ang="0">
                    <a:pos x="T4" y="T5"/>
                  </a:cxn>
                  <a:cxn ang="0">
                    <a:pos x="T6" y="T7"/>
                  </a:cxn>
                  <a:cxn ang="0">
                    <a:pos x="T8" y="T9"/>
                  </a:cxn>
                </a:cxnLst>
                <a:rect l="0" t="0" r="r" b="b"/>
                <a:pathLst>
                  <a:path w="222" h="298">
                    <a:moveTo>
                      <a:pt x="22" y="0"/>
                    </a:moveTo>
                    <a:lnTo>
                      <a:pt x="222" y="283"/>
                    </a:lnTo>
                    <a:lnTo>
                      <a:pt x="201" y="298"/>
                    </a:lnTo>
                    <a:lnTo>
                      <a:pt x="0" y="14"/>
                    </a:lnTo>
                    <a:lnTo>
                      <a:pt x="22"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5" name="Freeform 38">
                <a:extLst>
                  <a:ext uri="{FF2B5EF4-FFF2-40B4-BE49-F238E27FC236}">
                    <a16:creationId xmlns:a16="http://schemas.microsoft.com/office/drawing/2014/main" id="{6B504B8A-5994-43FF-BBDE-EBBBFA32EEBB}"/>
                  </a:ext>
                </a:extLst>
              </p:cNvPr>
              <p:cNvSpPr>
                <a:spLocks/>
              </p:cNvSpPr>
              <p:nvPr/>
            </p:nvSpPr>
            <p:spPr bwMode="auto">
              <a:xfrm>
                <a:off x="3229" y="2821"/>
                <a:ext cx="307" cy="36"/>
              </a:xfrm>
              <a:custGeom>
                <a:avLst/>
                <a:gdLst>
                  <a:gd name="T0" fmla="*/ 305 w 307"/>
                  <a:gd name="T1" fmla="*/ 36 h 36"/>
                  <a:gd name="T2" fmla="*/ 0 w 307"/>
                  <a:gd name="T3" fmla="*/ 28 h 36"/>
                  <a:gd name="T4" fmla="*/ 0 w 307"/>
                  <a:gd name="T5" fmla="*/ 0 h 36"/>
                  <a:gd name="T6" fmla="*/ 307 w 307"/>
                  <a:gd name="T7" fmla="*/ 10 h 36"/>
                  <a:gd name="T8" fmla="*/ 305 w 307"/>
                  <a:gd name="T9" fmla="*/ 36 h 36"/>
                </a:gdLst>
                <a:ahLst/>
                <a:cxnLst>
                  <a:cxn ang="0">
                    <a:pos x="T0" y="T1"/>
                  </a:cxn>
                  <a:cxn ang="0">
                    <a:pos x="T2" y="T3"/>
                  </a:cxn>
                  <a:cxn ang="0">
                    <a:pos x="T4" y="T5"/>
                  </a:cxn>
                  <a:cxn ang="0">
                    <a:pos x="T6" y="T7"/>
                  </a:cxn>
                  <a:cxn ang="0">
                    <a:pos x="T8" y="T9"/>
                  </a:cxn>
                </a:cxnLst>
                <a:rect l="0" t="0" r="r" b="b"/>
                <a:pathLst>
                  <a:path w="307" h="36">
                    <a:moveTo>
                      <a:pt x="305" y="36"/>
                    </a:moveTo>
                    <a:lnTo>
                      <a:pt x="0" y="28"/>
                    </a:lnTo>
                    <a:lnTo>
                      <a:pt x="0" y="0"/>
                    </a:lnTo>
                    <a:lnTo>
                      <a:pt x="307" y="10"/>
                    </a:lnTo>
                    <a:lnTo>
                      <a:pt x="305"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6" name="Freeform 39">
                <a:extLst>
                  <a:ext uri="{FF2B5EF4-FFF2-40B4-BE49-F238E27FC236}">
                    <a16:creationId xmlns:a16="http://schemas.microsoft.com/office/drawing/2014/main" id="{4D6EFE5A-F916-4BCC-85A7-341FCA01CD3C}"/>
                  </a:ext>
                </a:extLst>
              </p:cNvPr>
              <p:cNvSpPr>
                <a:spLocks/>
              </p:cNvSpPr>
              <p:nvPr/>
            </p:nvSpPr>
            <p:spPr bwMode="auto">
              <a:xfrm>
                <a:off x="2942" y="1904"/>
                <a:ext cx="216" cy="158"/>
              </a:xfrm>
              <a:custGeom>
                <a:avLst/>
                <a:gdLst>
                  <a:gd name="T0" fmla="*/ 0 w 216"/>
                  <a:gd name="T1" fmla="*/ 135 h 158"/>
                  <a:gd name="T2" fmla="*/ 200 w 216"/>
                  <a:gd name="T3" fmla="*/ 0 h 158"/>
                  <a:gd name="T4" fmla="*/ 216 w 216"/>
                  <a:gd name="T5" fmla="*/ 21 h 158"/>
                  <a:gd name="T6" fmla="*/ 16 w 216"/>
                  <a:gd name="T7" fmla="*/ 158 h 158"/>
                  <a:gd name="T8" fmla="*/ 0 w 216"/>
                  <a:gd name="T9" fmla="*/ 135 h 158"/>
                </a:gdLst>
                <a:ahLst/>
                <a:cxnLst>
                  <a:cxn ang="0">
                    <a:pos x="T0" y="T1"/>
                  </a:cxn>
                  <a:cxn ang="0">
                    <a:pos x="T2" y="T3"/>
                  </a:cxn>
                  <a:cxn ang="0">
                    <a:pos x="T4" y="T5"/>
                  </a:cxn>
                  <a:cxn ang="0">
                    <a:pos x="T6" y="T7"/>
                  </a:cxn>
                  <a:cxn ang="0">
                    <a:pos x="T8" y="T9"/>
                  </a:cxn>
                </a:cxnLst>
                <a:rect l="0" t="0" r="r" b="b"/>
                <a:pathLst>
                  <a:path w="216" h="158">
                    <a:moveTo>
                      <a:pt x="0" y="135"/>
                    </a:moveTo>
                    <a:lnTo>
                      <a:pt x="200" y="0"/>
                    </a:lnTo>
                    <a:lnTo>
                      <a:pt x="216" y="21"/>
                    </a:lnTo>
                    <a:lnTo>
                      <a:pt x="16" y="158"/>
                    </a:lnTo>
                    <a:lnTo>
                      <a:pt x="0" y="1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7" name="Freeform 40">
                <a:extLst>
                  <a:ext uri="{FF2B5EF4-FFF2-40B4-BE49-F238E27FC236}">
                    <a16:creationId xmlns:a16="http://schemas.microsoft.com/office/drawing/2014/main" id="{822C53DD-C7AF-476B-B26C-5DBA779E7DC7}"/>
                  </a:ext>
                </a:extLst>
              </p:cNvPr>
              <p:cNvSpPr>
                <a:spLocks/>
              </p:cNvSpPr>
              <p:nvPr/>
            </p:nvSpPr>
            <p:spPr bwMode="auto">
              <a:xfrm>
                <a:off x="4120" y="2553"/>
                <a:ext cx="413" cy="44"/>
              </a:xfrm>
              <a:custGeom>
                <a:avLst/>
                <a:gdLst>
                  <a:gd name="T0" fmla="*/ 413 w 413"/>
                  <a:gd name="T1" fmla="*/ 26 h 44"/>
                  <a:gd name="T2" fmla="*/ 1 w 413"/>
                  <a:gd name="T3" fmla="*/ 44 h 44"/>
                  <a:gd name="T4" fmla="*/ 0 w 413"/>
                  <a:gd name="T5" fmla="*/ 16 h 44"/>
                  <a:gd name="T6" fmla="*/ 411 w 413"/>
                  <a:gd name="T7" fmla="*/ 0 h 44"/>
                  <a:gd name="T8" fmla="*/ 413 w 413"/>
                  <a:gd name="T9" fmla="*/ 26 h 44"/>
                </a:gdLst>
                <a:ahLst/>
                <a:cxnLst>
                  <a:cxn ang="0">
                    <a:pos x="T0" y="T1"/>
                  </a:cxn>
                  <a:cxn ang="0">
                    <a:pos x="T2" y="T3"/>
                  </a:cxn>
                  <a:cxn ang="0">
                    <a:pos x="T4" y="T5"/>
                  </a:cxn>
                  <a:cxn ang="0">
                    <a:pos x="T6" y="T7"/>
                  </a:cxn>
                  <a:cxn ang="0">
                    <a:pos x="T8" y="T9"/>
                  </a:cxn>
                </a:cxnLst>
                <a:rect l="0" t="0" r="r" b="b"/>
                <a:pathLst>
                  <a:path w="413" h="44">
                    <a:moveTo>
                      <a:pt x="413" y="26"/>
                    </a:moveTo>
                    <a:lnTo>
                      <a:pt x="1" y="44"/>
                    </a:lnTo>
                    <a:lnTo>
                      <a:pt x="0" y="16"/>
                    </a:lnTo>
                    <a:lnTo>
                      <a:pt x="411" y="0"/>
                    </a:lnTo>
                    <a:lnTo>
                      <a:pt x="413"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8" name="Freeform 41">
                <a:extLst>
                  <a:ext uri="{FF2B5EF4-FFF2-40B4-BE49-F238E27FC236}">
                    <a16:creationId xmlns:a16="http://schemas.microsoft.com/office/drawing/2014/main" id="{C4C34D86-52D4-4C89-912B-CFDDCFAD6604}"/>
                  </a:ext>
                </a:extLst>
              </p:cNvPr>
              <p:cNvSpPr>
                <a:spLocks/>
              </p:cNvSpPr>
              <p:nvPr/>
            </p:nvSpPr>
            <p:spPr bwMode="auto">
              <a:xfrm>
                <a:off x="3316" y="3292"/>
                <a:ext cx="1045" cy="929"/>
              </a:xfrm>
              <a:custGeom>
                <a:avLst/>
                <a:gdLst>
                  <a:gd name="T0" fmla="*/ 293 w 602"/>
                  <a:gd name="T1" fmla="*/ 535 h 535"/>
                  <a:gd name="T2" fmla="*/ 143 w 602"/>
                  <a:gd name="T3" fmla="*/ 515 h 535"/>
                  <a:gd name="T4" fmla="*/ 87 w 602"/>
                  <a:gd name="T5" fmla="*/ 469 h 535"/>
                  <a:gd name="T6" fmla="*/ 38 w 602"/>
                  <a:gd name="T7" fmla="*/ 403 h 535"/>
                  <a:gd name="T8" fmla="*/ 31 w 602"/>
                  <a:gd name="T9" fmla="*/ 368 h 535"/>
                  <a:gd name="T10" fmla="*/ 32 w 602"/>
                  <a:gd name="T11" fmla="*/ 347 h 535"/>
                  <a:gd name="T12" fmla="*/ 38 w 602"/>
                  <a:gd name="T13" fmla="*/ 314 h 535"/>
                  <a:gd name="T14" fmla="*/ 32 w 602"/>
                  <a:gd name="T15" fmla="*/ 293 h 535"/>
                  <a:gd name="T16" fmla="*/ 29 w 602"/>
                  <a:gd name="T17" fmla="*/ 270 h 535"/>
                  <a:gd name="T18" fmla="*/ 37 w 602"/>
                  <a:gd name="T19" fmla="*/ 241 h 535"/>
                  <a:gd name="T20" fmla="*/ 31 w 602"/>
                  <a:gd name="T21" fmla="*/ 214 h 535"/>
                  <a:gd name="T22" fmla="*/ 35 w 602"/>
                  <a:gd name="T23" fmla="*/ 191 h 535"/>
                  <a:gd name="T24" fmla="*/ 41 w 602"/>
                  <a:gd name="T25" fmla="*/ 169 h 535"/>
                  <a:gd name="T26" fmla="*/ 44 w 602"/>
                  <a:gd name="T27" fmla="*/ 145 h 535"/>
                  <a:gd name="T28" fmla="*/ 17 w 602"/>
                  <a:gd name="T29" fmla="*/ 126 h 535"/>
                  <a:gd name="T30" fmla="*/ 0 w 602"/>
                  <a:gd name="T31" fmla="*/ 0 h 535"/>
                  <a:gd name="T32" fmla="*/ 602 w 602"/>
                  <a:gd name="T33" fmla="*/ 0 h 535"/>
                  <a:gd name="T34" fmla="*/ 590 w 602"/>
                  <a:gd name="T35" fmla="*/ 94 h 535"/>
                  <a:gd name="T36" fmla="*/ 563 w 602"/>
                  <a:gd name="T37" fmla="*/ 114 h 535"/>
                  <a:gd name="T38" fmla="*/ 566 w 602"/>
                  <a:gd name="T39" fmla="*/ 138 h 535"/>
                  <a:gd name="T40" fmla="*/ 572 w 602"/>
                  <a:gd name="T41" fmla="*/ 160 h 535"/>
                  <a:gd name="T42" fmla="*/ 577 w 602"/>
                  <a:gd name="T43" fmla="*/ 182 h 535"/>
                  <a:gd name="T44" fmla="*/ 571 w 602"/>
                  <a:gd name="T45" fmla="*/ 209 h 535"/>
                  <a:gd name="T46" fmla="*/ 578 w 602"/>
                  <a:gd name="T47" fmla="*/ 239 h 535"/>
                  <a:gd name="T48" fmla="*/ 575 w 602"/>
                  <a:gd name="T49" fmla="*/ 261 h 535"/>
                  <a:gd name="T50" fmla="*/ 569 w 602"/>
                  <a:gd name="T51" fmla="*/ 282 h 535"/>
                  <a:gd name="T52" fmla="*/ 575 w 602"/>
                  <a:gd name="T53" fmla="*/ 315 h 535"/>
                  <a:gd name="T54" fmla="*/ 577 w 602"/>
                  <a:gd name="T55" fmla="*/ 336 h 535"/>
                  <a:gd name="T56" fmla="*/ 569 w 602"/>
                  <a:gd name="T57" fmla="*/ 372 h 535"/>
                  <a:gd name="T58" fmla="*/ 580 w 602"/>
                  <a:gd name="T59" fmla="*/ 392 h 535"/>
                  <a:gd name="T60" fmla="*/ 524 w 602"/>
                  <a:gd name="T61" fmla="*/ 469 h 535"/>
                  <a:gd name="T62" fmla="*/ 469 w 602"/>
                  <a:gd name="T63" fmla="*/ 515 h 535"/>
                  <a:gd name="T64" fmla="*/ 293 w 602"/>
                  <a:gd name="T6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 h="535">
                    <a:moveTo>
                      <a:pt x="293" y="535"/>
                    </a:moveTo>
                    <a:cubicBezTo>
                      <a:pt x="246" y="535"/>
                      <a:pt x="146" y="530"/>
                      <a:pt x="143" y="515"/>
                    </a:cubicBezTo>
                    <a:cubicBezTo>
                      <a:pt x="140" y="500"/>
                      <a:pt x="125" y="491"/>
                      <a:pt x="87" y="469"/>
                    </a:cubicBezTo>
                    <a:cubicBezTo>
                      <a:pt x="50" y="447"/>
                      <a:pt x="38" y="420"/>
                      <a:pt x="38" y="403"/>
                    </a:cubicBezTo>
                    <a:cubicBezTo>
                      <a:pt x="38" y="387"/>
                      <a:pt x="50" y="375"/>
                      <a:pt x="31" y="368"/>
                    </a:cubicBezTo>
                    <a:cubicBezTo>
                      <a:pt x="11" y="360"/>
                      <a:pt x="16" y="353"/>
                      <a:pt x="32" y="347"/>
                    </a:cubicBezTo>
                    <a:cubicBezTo>
                      <a:pt x="48" y="341"/>
                      <a:pt x="38" y="330"/>
                      <a:pt x="38" y="314"/>
                    </a:cubicBezTo>
                    <a:cubicBezTo>
                      <a:pt x="38" y="297"/>
                      <a:pt x="56" y="294"/>
                      <a:pt x="32" y="293"/>
                    </a:cubicBezTo>
                    <a:cubicBezTo>
                      <a:pt x="8" y="291"/>
                      <a:pt x="11" y="276"/>
                      <a:pt x="29" y="270"/>
                    </a:cubicBezTo>
                    <a:cubicBezTo>
                      <a:pt x="47" y="264"/>
                      <a:pt x="37" y="254"/>
                      <a:pt x="37" y="241"/>
                    </a:cubicBezTo>
                    <a:cubicBezTo>
                      <a:pt x="37" y="227"/>
                      <a:pt x="47" y="218"/>
                      <a:pt x="31" y="214"/>
                    </a:cubicBezTo>
                    <a:cubicBezTo>
                      <a:pt x="14" y="209"/>
                      <a:pt x="16" y="196"/>
                      <a:pt x="35" y="191"/>
                    </a:cubicBezTo>
                    <a:cubicBezTo>
                      <a:pt x="54" y="187"/>
                      <a:pt x="43" y="179"/>
                      <a:pt x="41" y="169"/>
                    </a:cubicBezTo>
                    <a:cubicBezTo>
                      <a:pt x="40" y="158"/>
                      <a:pt x="54" y="145"/>
                      <a:pt x="44" y="145"/>
                    </a:cubicBezTo>
                    <a:cubicBezTo>
                      <a:pt x="34" y="145"/>
                      <a:pt x="19" y="137"/>
                      <a:pt x="17" y="126"/>
                    </a:cubicBezTo>
                    <a:cubicBezTo>
                      <a:pt x="0" y="0"/>
                      <a:pt x="0" y="0"/>
                      <a:pt x="0" y="0"/>
                    </a:cubicBezTo>
                    <a:cubicBezTo>
                      <a:pt x="602" y="0"/>
                      <a:pt x="602" y="0"/>
                      <a:pt x="602" y="0"/>
                    </a:cubicBezTo>
                    <a:cubicBezTo>
                      <a:pt x="590" y="94"/>
                      <a:pt x="590" y="94"/>
                      <a:pt x="590" y="94"/>
                    </a:cubicBezTo>
                    <a:cubicBezTo>
                      <a:pt x="589" y="106"/>
                      <a:pt x="574" y="114"/>
                      <a:pt x="563" y="114"/>
                    </a:cubicBezTo>
                    <a:cubicBezTo>
                      <a:pt x="553" y="114"/>
                      <a:pt x="568" y="127"/>
                      <a:pt x="566" y="138"/>
                    </a:cubicBezTo>
                    <a:cubicBezTo>
                      <a:pt x="565" y="148"/>
                      <a:pt x="553" y="155"/>
                      <a:pt x="572" y="160"/>
                    </a:cubicBezTo>
                    <a:cubicBezTo>
                      <a:pt x="592" y="164"/>
                      <a:pt x="593" y="178"/>
                      <a:pt x="577" y="182"/>
                    </a:cubicBezTo>
                    <a:cubicBezTo>
                      <a:pt x="560" y="187"/>
                      <a:pt x="571" y="196"/>
                      <a:pt x="571" y="209"/>
                    </a:cubicBezTo>
                    <a:cubicBezTo>
                      <a:pt x="571" y="223"/>
                      <a:pt x="560" y="233"/>
                      <a:pt x="578" y="239"/>
                    </a:cubicBezTo>
                    <a:cubicBezTo>
                      <a:pt x="596" y="245"/>
                      <a:pt x="599" y="260"/>
                      <a:pt x="575" y="261"/>
                    </a:cubicBezTo>
                    <a:cubicBezTo>
                      <a:pt x="551" y="263"/>
                      <a:pt x="569" y="266"/>
                      <a:pt x="569" y="282"/>
                    </a:cubicBezTo>
                    <a:cubicBezTo>
                      <a:pt x="569" y="299"/>
                      <a:pt x="559" y="309"/>
                      <a:pt x="575" y="315"/>
                    </a:cubicBezTo>
                    <a:cubicBezTo>
                      <a:pt x="592" y="321"/>
                      <a:pt x="596" y="329"/>
                      <a:pt x="577" y="336"/>
                    </a:cubicBezTo>
                    <a:cubicBezTo>
                      <a:pt x="557" y="344"/>
                      <a:pt x="569" y="356"/>
                      <a:pt x="569" y="372"/>
                    </a:cubicBezTo>
                    <a:cubicBezTo>
                      <a:pt x="569" y="377"/>
                      <a:pt x="582" y="382"/>
                      <a:pt x="580" y="392"/>
                    </a:cubicBezTo>
                    <a:cubicBezTo>
                      <a:pt x="576" y="416"/>
                      <a:pt x="553" y="445"/>
                      <a:pt x="524" y="469"/>
                    </a:cubicBezTo>
                    <a:cubicBezTo>
                      <a:pt x="496" y="493"/>
                      <a:pt x="472" y="500"/>
                      <a:pt x="469" y="515"/>
                    </a:cubicBezTo>
                    <a:cubicBezTo>
                      <a:pt x="466" y="530"/>
                      <a:pt x="341" y="535"/>
                      <a:pt x="293" y="5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39" name="Freeform 42">
                <a:extLst>
                  <a:ext uri="{FF2B5EF4-FFF2-40B4-BE49-F238E27FC236}">
                    <a16:creationId xmlns:a16="http://schemas.microsoft.com/office/drawing/2014/main" id="{FF2614EB-6C62-4124-9952-BA2A1500FCF7}"/>
                  </a:ext>
                </a:extLst>
              </p:cNvPr>
              <p:cNvSpPr>
                <a:spLocks/>
              </p:cNvSpPr>
              <p:nvPr/>
            </p:nvSpPr>
            <p:spPr bwMode="auto">
              <a:xfrm>
                <a:off x="3540" y="3292"/>
                <a:ext cx="295" cy="929"/>
              </a:xfrm>
              <a:custGeom>
                <a:avLst/>
                <a:gdLst>
                  <a:gd name="T0" fmla="*/ 82 w 170"/>
                  <a:gd name="T1" fmla="*/ 535 h 535"/>
                  <a:gd name="T2" fmla="*/ 38 w 170"/>
                  <a:gd name="T3" fmla="*/ 515 h 535"/>
                  <a:gd name="T4" fmla="*/ 22 w 170"/>
                  <a:gd name="T5" fmla="*/ 469 h 535"/>
                  <a:gd name="T6" fmla="*/ 8 w 170"/>
                  <a:gd name="T7" fmla="*/ 403 h 535"/>
                  <a:gd name="T8" fmla="*/ 6 w 170"/>
                  <a:gd name="T9" fmla="*/ 368 h 535"/>
                  <a:gd name="T10" fmla="*/ 7 w 170"/>
                  <a:gd name="T11" fmla="*/ 347 h 535"/>
                  <a:gd name="T12" fmla="*/ 8 w 170"/>
                  <a:gd name="T13" fmla="*/ 314 h 535"/>
                  <a:gd name="T14" fmla="*/ 7 w 170"/>
                  <a:gd name="T15" fmla="*/ 293 h 535"/>
                  <a:gd name="T16" fmla="*/ 6 w 170"/>
                  <a:gd name="T17" fmla="*/ 270 h 535"/>
                  <a:gd name="T18" fmla="*/ 8 w 170"/>
                  <a:gd name="T19" fmla="*/ 241 h 535"/>
                  <a:gd name="T20" fmla="*/ 6 w 170"/>
                  <a:gd name="T21" fmla="*/ 214 h 535"/>
                  <a:gd name="T22" fmla="*/ 7 w 170"/>
                  <a:gd name="T23" fmla="*/ 191 h 535"/>
                  <a:gd name="T24" fmla="*/ 9 w 170"/>
                  <a:gd name="T25" fmla="*/ 169 h 535"/>
                  <a:gd name="T26" fmla="*/ 10 w 170"/>
                  <a:gd name="T27" fmla="*/ 145 h 535"/>
                  <a:gd name="T28" fmla="*/ 2 w 170"/>
                  <a:gd name="T29" fmla="*/ 126 h 535"/>
                  <a:gd name="T30" fmla="*/ 5 w 170"/>
                  <a:gd name="T31" fmla="*/ 90 h 535"/>
                  <a:gd name="T32" fmla="*/ 4 w 170"/>
                  <a:gd name="T33" fmla="*/ 43 h 535"/>
                  <a:gd name="T34" fmla="*/ 0 w 170"/>
                  <a:gd name="T35" fmla="*/ 0 h 535"/>
                  <a:gd name="T36" fmla="*/ 170 w 170"/>
                  <a:gd name="T37" fmla="*/ 0 h 535"/>
                  <a:gd name="T38" fmla="*/ 168 w 170"/>
                  <a:gd name="T39" fmla="*/ 23 h 535"/>
                  <a:gd name="T40" fmla="*/ 164 w 170"/>
                  <a:gd name="T41" fmla="*/ 58 h 535"/>
                  <a:gd name="T42" fmla="*/ 167 w 170"/>
                  <a:gd name="T43" fmla="*/ 94 h 535"/>
                  <a:gd name="T44" fmla="*/ 159 w 170"/>
                  <a:gd name="T45" fmla="*/ 114 h 535"/>
                  <a:gd name="T46" fmla="*/ 160 w 170"/>
                  <a:gd name="T47" fmla="*/ 138 h 535"/>
                  <a:gd name="T48" fmla="*/ 162 w 170"/>
                  <a:gd name="T49" fmla="*/ 160 h 535"/>
                  <a:gd name="T50" fmla="*/ 163 w 170"/>
                  <a:gd name="T51" fmla="*/ 182 h 535"/>
                  <a:gd name="T52" fmla="*/ 161 w 170"/>
                  <a:gd name="T53" fmla="*/ 209 h 535"/>
                  <a:gd name="T54" fmla="*/ 163 w 170"/>
                  <a:gd name="T55" fmla="*/ 239 h 535"/>
                  <a:gd name="T56" fmla="*/ 163 w 170"/>
                  <a:gd name="T57" fmla="*/ 261 h 535"/>
                  <a:gd name="T58" fmla="*/ 161 w 170"/>
                  <a:gd name="T59" fmla="*/ 282 h 535"/>
                  <a:gd name="T60" fmla="*/ 163 w 170"/>
                  <a:gd name="T61" fmla="*/ 315 h 535"/>
                  <a:gd name="T62" fmla="*/ 163 w 170"/>
                  <a:gd name="T63" fmla="*/ 336 h 535"/>
                  <a:gd name="T64" fmla="*/ 161 w 170"/>
                  <a:gd name="T65" fmla="*/ 372 h 535"/>
                  <a:gd name="T66" fmla="*/ 164 w 170"/>
                  <a:gd name="T67" fmla="*/ 392 h 535"/>
                  <a:gd name="T68" fmla="*/ 148 w 170"/>
                  <a:gd name="T69" fmla="*/ 469 h 535"/>
                  <a:gd name="T70" fmla="*/ 132 w 170"/>
                  <a:gd name="T71" fmla="*/ 515 h 535"/>
                  <a:gd name="T72" fmla="*/ 82 w 170"/>
                  <a:gd name="T73"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 h="535">
                    <a:moveTo>
                      <a:pt x="82" y="535"/>
                    </a:moveTo>
                    <a:cubicBezTo>
                      <a:pt x="68" y="535"/>
                      <a:pt x="39" y="530"/>
                      <a:pt x="38" y="515"/>
                    </a:cubicBezTo>
                    <a:cubicBezTo>
                      <a:pt x="37" y="500"/>
                      <a:pt x="33" y="491"/>
                      <a:pt x="22" y="469"/>
                    </a:cubicBezTo>
                    <a:cubicBezTo>
                      <a:pt x="12" y="447"/>
                      <a:pt x="8" y="420"/>
                      <a:pt x="8" y="403"/>
                    </a:cubicBezTo>
                    <a:cubicBezTo>
                      <a:pt x="8" y="387"/>
                      <a:pt x="12" y="375"/>
                      <a:pt x="6" y="368"/>
                    </a:cubicBezTo>
                    <a:cubicBezTo>
                      <a:pt x="1" y="360"/>
                      <a:pt x="2" y="353"/>
                      <a:pt x="7" y="347"/>
                    </a:cubicBezTo>
                    <a:cubicBezTo>
                      <a:pt x="11" y="341"/>
                      <a:pt x="8" y="330"/>
                      <a:pt x="8" y="314"/>
                    </a:cubicBezTo>
                    <a:cubicBezTo>
                      <a:pt x="8" y="297"/>
                      <a:pt x="13" y="294"/>
                      <a:pt x="7" y="293"/>
                    </a:cubicBezTo>
                    <a:cubicBezTo>
                      <a:pt x="0" y="291"/>
                      <a:pt x="1" y="276"/>
                      <a:pt x="6" y="270"/>
                    </a:cubicBezTo>
                    <a:cubicBezTo>
                      <a:pt x="11" y="264"/>
                      <a:pt x="8" y="254"/>
                      <a:pt x="8" y="241"/>
                    </a:cubicBezTo>
                    <a:cubicBezTo>
                      <a:pt x="8" y="227"/>
                      <a:pt x="11" y="218"/>
                      <a:pt x="6" y="214"/>
                    </a:cubicBezTo>
                    <a:cubicBezTo>
                      <a:pt x="1" y="209"/>
                      <a:pt x="2" y="196"/>
                      <a:pt x="7" y="191"/>
                    </a:cubicBezTo>
                    <a:cubicBezTo>
                      <a:pt x="13" y="187"/>
                      <a:pt x="10" y="179"/>
                      <a:pt x="9" y="169"/>
                    </a:cubicBezTo>
                    <a:cubicBezTo>
                      <a:pt x="9" y="158"/>
                      <a:pt x="13" y="145"/>
                      <a:pt x="10" y="145"/>
                    </a:cubicBezTo>
                    <a:cubicBezTo>
                      <a:pt x="7" y="145"/>
                      <a:pt x="2" y="138"/>
                      <a:pt x="2" y="126"/>
                    </a:cubicBezTo>
                    <a:cubicBezTo>
                      <a:pt x="2" y="114"/>
                      <a:pt x="5" y="106"/>
                      <a:pt x="5" y="90"/>
                    </a:cubicBezTo>
                    <a:cubicBezTo>
                      <a:pt x="5" y="73"/>
                      <a:pt x="6" y="55"/>
                      <a:pt x="4" y="43"/>
                    </a:cubicBezTo>
                    <a:cubicBezTo>
                      <a:pt x="3" y="33"/>
                      <a:pt x="1" y="13"/>
                      <a:pt x="0" y="0"/>
                    </a:cubicBezTo>
                    <a:cubicBezTo>
                      <a:pt x="170" y="0"/>
                      <a:pt x="170" y="0"/>
                      <a:pt x="170" y="0"/>
                    </a:cubicBezTo>
                    <a:cubicBezTo>
                      <a:pt x="170" y="9"/>
                      <a:pt x="170" y="18"/>
                      <a:pt x="168" y="23"/>
                    </a:cubicBezTo>
                    <a:cubicBezTo>
                      <a:pt x="164" y="35"/>
                      <a:pt x="164" y="42"/>
                      <a:pt x="164" y="58"/>
                    </a:cubicBezTo>
                    <a:cubicBezTo>
                      <a:pt x="164" y="75"/>
                      <a:pt x="167" y="82"/>
                      <a:pt x="167" y="94"/>
                    </a:cubicBezTo>
                    <a:cubicBezTo>
                      <a:pt x="167" y="106"/>
                      <a:pt x="162" y="114"/>
                      <a:pt x="159" y="114"/>
                    </a:cubicBezTo>
                    <a:cubicBezTo>
                      <a:pt x="156" y="114"/>
                      <a:pt x="160" y="127"/>
                      <a:pt x="160" y="138"/>
                    </a:cubicBezTo>
                    <a:cubicBezTo>
                      <a:pt x="160" y="148"/>
                      <a:pt x="156" y="155"/>
                      <a:pt x="162" y="160"/>
                    </a:cubicBezTo>
                    <a:cubicBezTo>
                      <a:pt x="167" y="164"/>
                      <a:pt x="168" y="178"/>
                      <a:pt x="163" y="182"/>
                    </a:cubicBezTo>
                    <a:cubicBezTo>
                      <a:pt x="158" y="187"/>
                      <a:pt x="161" y="196"/>
                      <a:pt x="161" y="209"/>
                    </a:cubicBezTo>
                    <a:cubicBezTo>
                      <a:pt x="161" y="223"/>
                      <a:pt x="158" y="233"/>
                      <a:pt x="163" y="239"/>
                    </a:cubicBezTo>
                    <a:cubicBezTo>
                      <a:pt x="169" y="245"/>
                      <a:pt x="169" y="260"/>
                      <a:pt x="163" y="261"/>
                    </a:cubicBezTo>
                    <a:cubicBezTo>
                      <a:pt x="156" y="263"/>
                      <a:pt x="161" y="266"/>
                      <a:pt x="161" y="282"/>
                    </a:cubicBezTo>
                    <a:cubicBezTo>
                      <a:pt x="161" y="299"/>
                      <a:pt x="158" y="309"/>
                      <a:pt x="163" y="315"/>
                    </a:cubicBezTo>
                    <a:cubicBezTo>
                      <a:pt x="167" y="321"/>
                      <a:pt x="169" y="329"/>
                      <a:pt x="163" y="336"/>
                    </a:cubicBezTo>
                    <a:cubicBezTo>
                      <a:pt x="157" y="344"/>
                      <a:pt x="161" y="356"/>
                      <a:pt x="161" y="372"/>
                    </a:cubicBezTo>
                    <a:cubicBezTo>
                      <a:pt x="161" y="377"/>
                      <a:pt x="165" y="382"/>
                      <a:pt x="164" y="392"/>
                    </a:cubicBezTo>
                    <a:cubicBezTo>
                      <a:pt x="163" y="416"/>
                      <a:pt x="156" y="445"/>
                      <a:pt x="148" y="469"/>
                    </a:cubicBezTo>
                    <a:cubicBezTo>
                      <a:pt x="140" y="493"/>
                      <a:pt x="133" y="500"/>
                      <a:pt x="132" y="515"/>
                    </a:cubicBezTo>
                    <a:cubicBezTo>
                      <a:pt x="131" y="530"/>
                      <a:pt x="95" y="535"/>
                      <a:pt x="82" y="535"/>
                    </a:cubicBezTo>
                    <a:close/>
                  </a:path>
                </a:pathLst>
              </a:custGeom>
              <a:solidFill>
                <a:srgbClr val="B2B1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0" name="Oval 43">
                <a:extLst>
                  <a:ext uri="{FF2B5EF4-FFF2-40B4-BE49-F238E27FC236}">
                    <a16:creationId xmlns:a16="http://schemas.microsoft.com/office/drawing/2014/main" id="{7B7D6165-F10C-4733-B8E3-56F5055678FA}"/>
                  </a:ext>
                </a:extLst>
              </p:cNvPr>
              <p:cNvSpPr>
                <a:spLocks noChangeArrowheads="1"/>
              </p:cNvSpPr>
              <p:nvPr/>
            </p:nvSpPr>
            <p:spPr bwMode="auto">
              <a:xfrm>
                <a:off x="3727" y="4212"/>
                <a:ext cx="238" cy="106"/>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1" name="Oval 44">
                <a:extLst>
                  <a:ext uri="{FF2B5EF4-FFF2-40B4-BE49-F238E27FC236}">
                    <a16:creationId xmlns:a16="http://schemas.microsoft.com/office/drawing/2014/main" id="{F459521F-D51A-4F42-B723-D50AF4E9CFCA}"/>
                  </a:ext>
                </a:extLst>
              </p:cNvPr>
              <p:cNvSpPr>
                <a:spLocks noChangeArrowheads="1"/>
              </p:cNvSpPr>
              <p:nvPr/>
            </p:nvSpPr>
            <p:spPr bwMode="auto">
              <a:xfrm>
                <a:off x="3639" y="4165"/>
                <a:ext cx="415" cy="11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42" name="Freeform 45">
                <a:extLst>
                  <a:ext uri="{FF2B5EF4-FFF2-40B4-BE49-F238E27FC236}">
                    <a16:creationId xmlns:a16="http://schemas.microsoft.com/office/drawing/2014/main" id="{CF544F8A-C41C-4C5B-9606-C5A1E189129C}"/>
                  </a:ext>
                </a:extLst>
              </p:cNvPr>
              <p:cNvSpPr>
                <a:spLocks/>
              </p:cNvSpPr>
              <p:nvPr/>
            </p:nvSpPr>
            <p:spPr bwMode="auto">
              <a:xfrm>
                <a:off x="3583" y="4198"/>
                <a:ext cx="526" cy="44"/>
              </a:xfrm>
              <a:custGeom>
                <a:avLst/>
                <a:gdLst>
                  <a:gd name="T0" fmla="*/ 140 w 303"/>
                  <a:gd name="T1" fmla="*/ 25 h 25"/>
                  <a:gd name="T2" fmla="*/ 2 w 303"/>
                  <a:gd name="T3" fmla="*/ 7 h 25"/>
                  <a:gd name="T4" fmla="*/ 0 w 303"/>
                  <a:gd name="T5" fmla="*/ 1 h 25"/>
                  <a:gd name="T6" fmla="*/ 139 w 303"/>
                  <a:gd name="T7" fmla="*/ 13 h 25"/>
                  <a:gd name="T8" fmla="*/ 303 w 303"/>
                  <a:gd name="T9" fmla="*/ 0 h 25"/>
                  <a:gd name="T10" fmla="*/ 301 w 303"/>
                  <a:gd name="T11" fmla="*/ 7 h 25"/>
                  <a:gd name="T12" fmla="*/ 140 w 303"/>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03" h="25">
                    <a:moveTo>
                      <a:pt x="140" y="25"/>
                    </a:moveTo>
                    <a:cubicBezTo>
                      <a:pt x="96" y="25"/>
                      <a:pt x="4" y="21"/>
                      <a:pt x="2" y="7"/>
                    </a:cubicBezTo>
                    <a:cubicBezTo>
                      <a:pt x="1" y="6"/>
                      <a:pt x="1" y="3"/>
                      <a:pt x="0" y="1"/>
                    </a:cubicBezTo>
                    <a:cubicBezTo>
                      <a:pt x="28" y="10"/>
                      <a:pt x="101" y="13"/>
                      <a:pt x="139" y="13"/>
                    </a:cubicBezTo>
                    <a:cubicBezTo>
                      <a:pt x="179" y="13"/>
                      <a:pt x="271" y="10"/>
                      <a:pt x="303" y="0"/>
                    </a:cubicBezTo>
                    <a:cubicBezTo>
                      <a:pt x="302" y="3"/>
                      <a:pt x="302" y="5"/>
                      <a:pt x="301" y="7"/>
                    </a:cubicBezTo>
                    <a:cubicBezTo>
                      <a:pt x="299" y="21"/>
                      <a:pt x="184" y="25"/>
                      <a:pt x="140" y="25"/>
                    </a:cubicBez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3" name="Freeform 46">
                <a:extLst>
                  <a:ext uri="{FF2B5EF4-FFF2-40B4-BE49-F238E27FC236}">
                    <a16:creationId xmlns:a16="http://schemas.microsoft.com/office/drawing/2014/main" id="{A872470B-131E-4D98-A130-090AB9040113}"/>
                  </a:ext>
                </a:extLst>
              </p:cNvPr>
              <p:cNvSpPr>
                <a:spLocks/>
              </p:cNvSpPr>
              <p:nvPr/>
            </p:nvSpPr>
            <p:spPr bwMode="auto">
              <a:xfrm>
                <a:off x="3368" y="3556"/>
                <a:ext cx="965" cy="71"/>
              </a:xfrm>
              <a:custGeom>
                <a:avLst/>
                <a:gdLst>
                  <a:gd name="T0" fmla="*/ 13 w 556"/>
                  <a:gd name="T1" fmla="*/ 24 h 41"/>
                  <a:gd name="T2" fmla="*/ 531 w 556"/>
                  <a:gd name="T3" fmla="*/ 0 h 41"/>
                  <a:gd name="T4" fmla="*/ 542 w 556"/>
                  <a:gd name="T5" fmla="*/ 8 h 41"/>
                  <a:gd name="T6" fmla="*/ 556 w 556"/>
                  <a:gd name="T7" fmla="*/ 15 h 41"/>
                  <a:gd name="T8" fmla="*/ 0 w 556"/>
                  <a:gd name="T9" fmla="*/ 41 h 41"/>
                  <a:gd name="T10" fmla="*/ 5 w 556"/>
                  <a:gd name="T11" fmla="*/ 39 h 41"/>
                  <a:gd name="T12" fmla="*/ 13 w 556"/>
                  <a:gd name="T13" fmla="*/ 24 h 41"/>
                </a:gdLst>
                <a:ahLst/>
                <a:cxnLst>
                  <a:cxn ang="0">
                    <a:pos x="T0" y="T1"/>
                  </a:cxn>
                  <a:cxn ang="0">
                    <a:pos x="T2" y="T3"/>
                  </a:cxn>
                  <a:cxn ang="0">
                    <a:pos x="T4" y="T5"/>
                  </a:cxn>
                  <a:cxn ang="0">
                    <a:pos x="T6" y="T7"/>
                  </a:cxn>
                  <a:cxn ang="0">
                    <a:pos x="T8" y="T9"/>
                  </a:cxn>
                  <a:cxn ang="0">
                    <a:pos x="T10" y="T11"/>
                  </a:cxn>
                  <a:cxn ang="0">
                    <a:pos x="T12" y="T13"/>
                  </a:cxn>
                </a:cxnLst>
                <a:rect l="0" t="0" r="r" b="b"/>
                <a:pathLst>
                  <a:path w="556" h="41">
                    <a:moveTo>
                      <a:pt x="13" y="24"/>
                    </a:moveTo>
                    <a:cubicBezTo>
                      <a:pt x="531" y="0"/>
                      <a:pt x="531" y="0"/>
                      <a:pt x="531" y="0"/>
                    </a:cubicBezTo>
                    <a:cubicBezTo>
                      <a:pt x="531" y="3"/>
                      <a:pt x="533" y="6"/>
                      <a:pt x="542" y="8"/>
                    </a:cubicBezTo>
                    <a:cubicBezTo>
                      <a:pt x="549" y="9"/>
                      <a:pt x="553" y="12"/>
                      <a:pt x="556" y="15"/>
                    </a:cubicBezTo>
                    <a:cubicBezTo>
                      <a:pt x="0" y="41"/>
                      <a:pt x="0" y="41"/>
                      <a:pt x="0" y="41"/>
                    </a:cubicBezTo>
                    <a:cubicBezTo>
                      <a:pt x="1" y="40"/>
                      <a:pt x="3" y="40"/>
                      <a:pt x="5" y="39"/>
                    </a:cubicBezTo>
                    <a:cubicBezTo>
                      <a:pt x="20" y="36"/>
                      <a:pt x="16" y="31"/>
                      <a:pt x="13" y="24"/>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4" name="Freeform 47">
                <a:extLst>
                  <a:ext uri="{FF2B5EF4-FFF2-40B4-BE49-F238E27FC236}">
                    <a16:creationId xmlns:a16="http://schemas.microsoft.com/office/drawing/2014/main" id="{7A4A57F2-3A9B-4FC6-AFA0-FE2F188AEBFC}"/>
                  </a:ext>
                </a:extLst>
              </p:cNvPr>
              <p:cNvSpPr>
                <a:spLocks/>
              </p:cNvSpPr>
              <p:nvPr/>
            </p:nvSpPr>
            <p:spPr bwMode="auto">
              <a:xfrm>
                <a:off x="3349" y="3476"/>
                <a:ext cx="981" cy="73"/>
              </a:xfrm>
              <a:custGeom>
                <a:avLst/>
                <a:gdLst>
                  <a:gd name="T0" fmla="*/ 0 w 565"/>
                  <a:gd name="T1" fmla="*/ 27 h 42"/>
                  <a:gd name="T2" fmla="*/ 565 w 565"/>
                  <a:gd name="T3" fmla="*/ 0 h 42"/>
                  <a:gd name="T4" fmla="*/ 544 w 565"/>
                  <a:gd name="T5" fmla="*/ 8 h 42"/>
                  <a:gd name="T6" fmla="*/ 543 w 565"/>
                  <a:gd name="T7" fmla="*/ 17 h 42"/>
                  <a:gd name="T8" fmla="*/ 29 w 565"/>
                  <a:gd name="T9" fmla="*/ 42 h 42"/>
                  <a:gd name="T10" fmla="*/ 25 w 565"/>
                  <a:gd name="T11" fmla="*/ 39 h 42"/>
                  <a:gd name="T12" fmla="*/ 0 w 565"/>
                  <a:gd name="T13" fmla="*/ 27 h 42"/>
                </a:gdLst>
                <a:ahLst/>
                <a:cxnLst>
                  <a:cxn ang="0">
                    <a:pos x="T0" y="T1"/>
                  </a:cxn>
                  <a:cxn ang="0">
                    <a:pos x="T2" y="T3"/>
                  </a:cxn>
                  <a:cxn ang="0">
                    <a:pos x="T4" y="T5"/>
                  </a:cxn>
                  <a:cxn ang="0">
                    <a:pos x="T6" y="T7"/>
                  </a:cxn>
                  <a:cxn ang="0">
                    <a:pos x="T8" y="T9"/>
                  </a:cxn>
                  <a:cxn ang="0">
                    <a:pos x="T10" y="T11"/>
                  </a:cxn>
                  <a:cxn ang="0">
                    <a:pos x="T12" y="T13"/>
                  </a:cxn>
                </a:cxnLst>
                <a:rect l="0" t="0" r="r" b="b"/>
                <a:pathLst>
                  <a:path w="565" h="42">
                    <a:moveTo>
                      <a:pt x="0" y="27"/>
                    </a:moveTo>
                    <a:cubicBezTo>
                      <a:pt x="565" y="0"/>
                      <a:pt x="565" y="0"/>
                      <a:pt x="565" y="0"/>
                    </a:cubicBezTo>
                    <a:cubicBezTo>
                      <a:pt x="559" y="5"/>
                      <a:pt x="551" y="8"/>
                      <a:pt x="544" y="8"/>
                    </a:cubicBezTo>
                    <a:cubicBezTo>
                      <a:pt x="538" y="8"/>
                      <a:pt x="540" y="12"/>
                      <a:pt x="543" y="17"/>
                    </a:cubicBezTo>
                    <a:cubicBezTo>
                      <a:pt x="29" y="42"/>
                      <a:pt x="29" y="42"/>
                      <a:pt x="29" y="42"/>
                    </a:cubicBezTo>
                    <a:cubicBezTo>
                      <a:pt x="29" y="40"/>
                      <a:pt x="28" y="39"/>
                      <a:pt x="25" y="39"/>
                    </a:cubicBezTo>
                    <a:cubicBezTo>
                      <a:pt x="17" y="39"/>
                      <a:pt x="5" y="34"/>
                      <a:pt x="0" y="27"/>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5" name="Freeform 48">
                <a:extLst>
                  <a:ext uri="{FF2B5EF4-FFF2-40B4-BE49-F238E27FC236}">
                    <a16:creationId xmlns:a16="http://schemas.microsoft.com/office/drawing/2014/main" id="{E05DDF96-5331-4F5F-A910-474E8D715F8B}"/>
                  </a:ext>
                </a:extLst>
              </p:cNvPr>
              <p:cNvSpPr>
                <a:spLocks/>
              </p:cNvSpPr>
              <p:nvPr/>
            </p:nvSpPr>
            <p:spPr bwMode="auto">
              <a:xfrm>
                <a:off x="3371" y="3620"/>
                <a:ext cx="934" cy="71"/>
              </a:xfrm>
              <a:custGeom>
                <a:avLst/>
                <a:gdLst>
                  <a:gd name="T0" fmla="*/ 0 w 538"/>
                  <a:gd name="T1" fmla="*/ 25 h 41"/>
                  <a:gd name="T2" fmla="*/ 536 w 538"/>
                  <a:gd name="T3" fmla="*/ 0 h 41"/>
                  <a:gd name="T4" fmla="*/ 538 w 538"/>
                  <a:gd name="T5" fmla="*/ 16 h 41"/>
                  <a:gd name="T6" fmla="*/ 6 w 538"/>
                  <a:gd name="T7" fmla="*/ 41 h 41"/>
                  <a:gd name="T8" fmla="*/ 0 w 538"/>
                  <a:gd name="T9" fmla="*/ 25 h 41"/>
                </a:gdLst>
                <a:ahLst/>
                <a:cxnLst>
                  <a:cxn ang="0">
                    <a:pos x="T0" y="T1"/>
                  </a:cxn>
                  <a:cxn ang="0">
                    <a:pos x="T2" y="T3"/>
                  </a:cxn>
                  <a:cxn ang="0">
                    <a:pos x="T4" y="T5"/>
                  </a:cxn>
                  <a:cxn ang="0">
                    <a:pos x="T6" y="T7"/>
                  </a:cxn>
                  <a:cxn ang="0">
                    <a:pos x="T8" y="T9"/>
                  </a:cxn>
                </a:cxnLst>
                <a:rect l="0" t="0" r="r" b="b"/>
                <a:pathLst>
                  <a:path w="538" h="41">
                    <a:moveTo>
                      <a:pt x="0" y="25"/>
                    </a:moveTo>
                    <a:cubicBezTo>
                      <a:pt x="536" y="0"/>
                      <a:pt x="536" y="0"/>
                      <a:pt x="536" y="0"/>
                    </a:cubicBezTo>
                    <a:cubicBezTo>
                      <a:pt x="535" y="4"/>
                      <a:pt x="537" y="9"/>
                      <a:pt x="538" y="16"/>
                    </a:cubicBezTo>
                    <a:cubicBezTo>
                      <a:pt x="6" y="41"/>
                      <a:pt x="6" y="41"/>
                      <a:pt x="6" y="41"/>
                    </a:cubicBezTo>
                    <a:cubicBezTo>
                      <a:pt x="8" y="34"/>
                      <a:pt x="10" y="28"/>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6" name="Freeform 49">
                <a:extLst>
                  <a:ext uri="{FF2B5EF4-FFF2-40B4-BE49-F238E27FC236}">
                    <a16:creationId xmlns:a16="http://schemas.microsoft.com/office/drawing/2014/main" id="{AA7EFA53-C8B5-4618-B2B0-E1B799C8537C}"/>
                  </a:ext>
                </a:extLst>
              </p:cNvPr>
              <p:cNvSpPr>
                <a:spLocks/>
              </p:cNvSpPr>
              <p:nvPr/>
            </p:nvSpPr>
            <p:spPr bwMode="auto">
              <a:xfrm>
                <a:off x="3378" y="3683"/>
                <a:ext cx="950" cy="72"/>
              </a:xfrm>
              <a:custGeom>
                <a:avLst/>
                <a:gdLst>
                  <a:gd name="T0" fmla="*/ 2 w 547"/>
                  <a:gd name="T1" fmla="*/ 25 h 42"/>
                  <a:gd name="T2" fmla="*/ 532 w 547"/>
                  <a:gd name="T3" fmla="*/ 0 h 42"/>
                  <a:gd name="T4" fmla="*/ 542 w 547"/>
                  <a:gd name="T5" fmla="*/ 14 h 42"/>
                  <a:gd name="T6" fmla="*/ 547 w 547"/>
                  <a:gd name="T7" fmla="*/ 16 h 42"/>
                  <a:gd name="T8" fmla="*/ 0 w 547"/>
                  <a:gd name="T9" fmla="*/ 42 h 42"/>
                  <a:gd name="T10" fmla="*/ 2 w 547"/>
                  <a:gd name="T11" fmla="*/ 25 h 42"/>
                </a:gdLst>
                <a:ahLst/>
                <a:cxnLst>
                  <a:cxn ang="0">
                    <a:pos x="T0" y="T1"/>
                  </a:cxn>
                  <a:cxn ang="0">
                    <a:pos x="T2" y="T3"/>
                  </a:cxn>
                  <a:cxn ang="0">
                    <a:pos x="T4" y="T5"/>
                  </a:cxn>
                  <a:cxn ang="0">
                    <a:pos x="T6" y="T7"/>
                  </a:cxn>
                  <a:cxn ang="0">
                    <a:pos x="T8" y="T9"/>
                  </a:cxn>
                  <a:cxn ang="0">
                    <a:pos x="T10" y="T11"/>
                  </a:cxn>
                </a:cxnLst>
                <a:rect l="0" t="0" r="r" b="b"/>
                <a:pathLst>
                  <a:path w="547" h="42">
                    <a:moveTo>
                      <a:pt x="2" y="25"/>
                    </a:moveTo>
                    <a:cubicBezTo>
                      <a:pt x="532" y="0"/>
                      <a:pt x="532" y="0"/>
                      <a:pt x="532" y="0"/>
                    </a:cubicBezTo>
                    <a:cubicBezTo>
                      <a:pt x="531" y="6"/>
                      <a:pt x="532" y="11"/>
                      <a:pt x="542" y="14"/>
                    </a:cubicBezTo>
                    <a:cubicBezTo>
                      <a:pt x="544" y="15"/>
                      <a:pt x="545" y="15"/>
                      <a:pt x="547" y="16"/>
                    </a:cubicBezTo>
                    <a:cubicBezTo>
                      <a:pt x="0" y="42"/>
                      <a:pt x="0" y="42"/>
                      <a:pt x="0" y="42"/>
                    </a:cubicBezTo>
                    <a:cubicBezTo>
                      <a:pt x="5" y="38"/>
                      <a:pt x="4" y="32"/>
                      <a:pt x="2"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7" name="Freeform 50">
                <a:extLst>
                  <a:ext uri="{FF2B5EF4-FFF2-40B4-BE49-F238E27FC236}">
                    <a16:creationId xmlns:a16="http://schemas.microsoft.com/office/drawing/2014/main" id="{F1A3C1D0-04A9-48F5-9C5B-EF79F1704B79}"/>
                  </a:ext>
                </a:extLst>
              </p:cNvPr>
              <p:cNvSpPr>
                <a:spLocks/>
              </p:cNvSpPr>
              <p:nvPr/>
            </p:nvSpPr>
            <p:spPr bwMode="auto">
              <a:xfrm>
                <a:off x="3371" y="3757"/>
                <a:ext cx="933" cy="71"/>
              </a:xfrm>
              <a:custGeom>
                <a:avLst/>
                <a:gdLst>
                  <a:gd name="T0" fmla="*/ 0 w 537"/>
                  <a:gd name="T1" fmla="*/ 25 h 41"/>
                  <a:gd name="T2" fmla="*/ 532 w 537"/>
                  <a:gd name="T3" fmla="*/ 0 h 41"/>
                  <a:gd name="T4" fmla="*/ 537 w 537"/>
                  <a:gd name="T5" fmla="*/ 14 h 41"/>
                  <a:gd name="T6" fmla="*/ 537 w 537"/>
                  <a:gd name="T7" fmla="*/ 16 h 41"/>
                  <a:gd name="T8" fmla="*/ 7 w 537"/>
                  <a:gd name="T9" fmla="*/ 41 h 41"/>
                  <a:gd name="T10" fmla="*/ 0 w 537"/>
                  <a:gd name="T11" fmla="*/ 25 h 41"/>
                </a:gdLst>
                <a:ahLst/>
                <a:cxnLst>
                  <a:cxn ang="0">
                    <a:pos x="T0" y="T1"/>
                  </a:cxn>
                  <a:cxn ang="0">
                    <a:pos x="T2" y="T3"/>
                  </a:cxn>
                  <a:cxn ang="0">
                    <a:pos x="T4" y="T5"/>
                  </a:cxn>
                  <a:cxn ang="0">
                    <a:pos x="T6" y="T7"/>
                  </a:cxn>
                  <a:cxn ang="0">
                    <a:pos x="T8" y="T9"/>
                  </a:cxn>
                  <a:cxn ang="0">
                    <a:pos x="T10" y="T11"/>
                  </a:cxn>
                </a:cxnLst>
                <a:rect l="0" t="0" r="r" b="b"/>
                <a:pathLst>
                  <a:path w="537" h="41">
                    <a:moveTo>
                      <a:pt x="0" y="25"/>
                    </a:moveTo>
                    <a:cubicBezTo>
                      <a:pt x="532" y="0"/>
                      <a:pt x="532" y="0"/>
                      <a:pt x="532" y="0"/>
                    </a:cubicBezTo>
                    <a:cubicBezTo>
                      <a:pt x="534" y="3"/>
                      <a:pt x="537" y="7"/>
                      <a:pt x="537" y="14"/>
                    </a:cubicBezTo>
                    <a:cubicBezTo>
                      <a:pt x="537" y="15"/>
                      <a:pt x="537" y="15"/>
                      <a:pt x="537" y="16"/>
                    </a:cubicBezTo>
                    <a:cubicBezTo>
                      <a:pt x="7" y="41"/>
                      <a:pt x="7" y="41"/>
                      <a:pt x="7" y="41"/>
                    </a:cubicBezTo>
                    <a:cubicBezTo>
                      <a:pt x="9" y="29"/>
                      <a:pt x="21" y="26"/>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8" name="Freeform 51">
                <a:extLst>
                  <a:ext uri="{FF2B5EF4-FFF2-40B4-BE49-F238E27FC236}">
                    <a16:creationId xmlns:a16="http://schemas.microsoft.com/office/drawing/2014/main" id="{5962D3AE-A843-4679-B735-92ADC7B088EB}"/>
                  </a:ext>
                </a:extLst>
              </p:cNvPr>
              <p:cNvSpPr>
                <a:spLocks/>
              </p:cNvSpPr>
              <p:nvPr/>
            </p:nvSpPr>
            <p:spPr bwMode="auto">
              <a:xfrm>
                <a:off x="3368" y="3823"/>
                <a:ext cx="967" cy="71"/>
              </a:xfrm>
              <a:custGeom>
                <a:avLst/>
                <a:gdLst>
                  <a:gd name="T0" fmla="*/ 11 w 557"/>
                  <a:gd name="T1" fmla="*/ 25 h 41"/>
                  <a:gd name="T2" fmla="*/ 536 w 557"/>
                  <a:gd name="T3" fmla="*/ 0 h 41"/>
                  <a:gd name="T4" fmla="*/ 545 w 557"/>
                  <a:gd name="T5" fmla="*/ 9 h 41"/>
                  <a:gd name="T6" fmla="*/ 557 w 557"/>
                  <a:gd name="T7" fmla="*/ 15 h 41"/>
                  <a:gd name="T8" fmla="*/ 0 w 557"/>
                  <a:gd name="T9" fmla="*/ 41 h 41"/>
                  <a:gd name="T10" fmla="*/ 2 w 557"/>
                  <a:gd name="T11" fmla="*/ 41 h 41"/>
                  <a:gd name="T12" fmla="*/ 11 w 557"/>
                  <a:gd name="T13" fmla="*/ 25 h 41"/>
                </a:gdLst>
                <a:ahLst/>
                <a:cxnLst>
                  <a:cxn ang="0">
                    <a:pos x="T0" y="T1"/>
                  </a:cxn>
                  <a:cxn ang="0">
                    <a:pos x="T2" y="T3"/>
                  </a:cxn>
                  <a:cxn ang="0">
                    <a:pos x="T4" y="T5"/>
                  </a:cxn>
                  <a:cxn ang="0">
                    <a:pos x="T6" y="T7"/>
                  </a:cxn>
                  <a:cxn ang="0">
                    <a:pos x="T8" y="T9"/>
                  </a:cxn>
                  <a:cxn ang="0">
                    <a:pos x="T10" y="T11"/>
                  </a:cxn>
                  <a:cxn ang="0">
                    <a:pos x="T12" y="T13"/>
                  </a:cxn>
                </a:cxnLst>
                <a:rect l="0" t="0" r="r" b="b"/>
                <a:pathLst>
                  <a:path w="557" h="41">
                    <a:moveTo>
                      <a:pt x="11" y="25"/>
                    </a:moveTo>
                    <a:cubicBezTo>
                      <a:pt x="536" y="0"/>
                      <a:pt x="536" y="0"/>
                      <a:pt x="536" y="0"/>
                    </a:cubicBezTo>
                    <a:cubicBezTo>
                      <a:pt x="536" y="4"/>
                      <a:pt x="539" y="7"/>
                      <a:pt x="545" y="9"/>
                    </a:cubicBezTo>
                    <a:cubicBezTo>
                      <a:pt x="550" y="11"/>
                      <a:pt x="554" y="13"/>
                      <a:pt x="557" y="15"/>
                    </a:cubicBezTo>
                    <a:cubicBezTo>
                      <a:pt x="0" y="41"/>
                      <a:pt x="0" y="41"/>
                      <a:pt x="0" y="41"/>
                    </a:cubicBezTo>
                    <a:cubicBezTo>
                      <a:pt x="1" y="41"/>
                      <a:pt x="1" y="41"/>
                      <a:pt x="2" y="41"/>
                    </a:cubicBezTo>
                    <a:cubicBezTo>
                      <a:pt x="12" y="37"/>
                      <a:pt x="12" y="32"/>
                      <a:pt x="11"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49" name="Freeform 52">
                <a:extLst>
                  <a:ext uri="{FF2B5EF4-FFF2-40B4-BE49-F238E27FC236}">
                    <a16:creationId xmlns:a16="http://schemas.microsoft.com/office/drawing/2014/main" id="{A1890D0E-05A9-4362-AA11-438C24A3F40C}"/>
                  </a:ext>
                </a:extLst>
              </p:cNvPr>
              <p:cNvSpPr>
                <a:spLocks/>
              </p:cNvSpPr>
              <p:nvPr/>
            </p:nvSpPr>
            <p:spPr bwMode="auto">
              <a:xfrm>
                <a:off x="3378" y="3891"/>
                <a:ext cx="924" cy="71"/>
              </a:xfrm>
              <a:custGeom>
                <a:avLst/>
                <a:gdLst>
                  <a:gd name="T0" fmla="*/ 0 w 532"/>
                  <a:gd name="T1" fmla="*/ 25 h 41"/>
                  <a:gd name="T2" fmla="*/ 530 w 532"/>
                  <a:gd name="T3" fmla="*/ 0 h 41"/>
                  <a:gd name="T4" fmla="*/ 532 w 532"/>
                  <a:gd name="T5" fmla="*/ 17 h 41"/>
                  <a:gd name="T6" fmla="*/ 5 w 532"/>
                  <a:gd name="T7" fmla="*/ 41 h 41"/>
                  <a:gd name="T8" fmla="*/ 0 w 532"/>
                  <a:gd name="T9" fmla="*/ 25 h 41"/>
                </a:gdLst>
                <a:ahLst/>
                <a:cxnLst>
                  <a:cxn ang="0">
                    <a:pos x="T0" y="T1"/>
                  </a:cxn>
                  <a:cxn ang="0">
                    <a:pos x="T2" y="T3"/>
                  </a:cxn>
                  <a:cxn ang="0">
                    <a:pos x="T4" y="T5"/>
                  </a:cxn>
                  <a:cxn ang="0">
                    <a:pos x="T6" y="T7"/>
                  </a:cxn>
                  <a:cxn ang="0">
                    <a:pos x="T8" y="T9"/>
                  </a:cxn>
                </a:cxnLst>
                <a:rect l="0" t="0" r="r" b="b"/>
                <a:pathLst>
                  <a:path w="532" h="41">
                    <a:moveTo>
                      <a:pt x="0" y="25"/>
                    </a:moveTo>
                    <a:cubicBezTo>
                      <a:pt x="530" y="0"/>
                      <a:pt x="530" y="0"/>
                      <a:pt x="530" y="0"/>
                    </a:cubicBezTo>
                    <a:cubicBezTo>
                      <a:pt x="529" y="5"/>
                      <a:pt x="530" y="10"/>
                      <a:pt x="532" y="17"/>
                    </a:cubicBezTo>
                    <a:cubicBezTo>
                      <a:pt x="5" y="41"/>
                      <a:pt x="5" y="41"/>
                      <a:pt x="5" y="41"/>
                    </a:cubicBezTo>
                    <a:cubicBezTo>
                      <a:pt x="6" y="35"/>
                      <a:pt x="6" y="30"/>
                      <a:pt x="0" y="25"/>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0" name="Freeform 53">
                <a:extLst>
                  <a:ext uri="{FF2B5EF4-FFF2-40B4-BE49-F238E27FC236}">
                    <a16:creationId xmlns:a16="http://schemas.microsoft.com/office/drawing/2014/main" id="{5FB298D8-14DE-49FA-97C4-31807B5AE683}"/>
                  </a:ext>
                </a:extLst>
              </p:cNvPr>
              <p:cNvSpPr>
                <a:spLocks/>
              </p:cNvSpPr>
              <p:nvPr/>
            </p:nvSpPr>
            <p:spPr bwMode="auto">
              <a:xfrm>
                <a:off x="3394" y="3990"/>
                <a:ext cx="924" cy="231"/>
              </a:xfrm>
              <a:custGeom>
                <a:avLst/>
                <a:gdLst>
                  <a:gd name="T0" fmla="*/ 248 w 532"/>
                  <a:gd name="T1" fmla="*/ 133 h 133"/>
                  <a:gd name="T2" fmla="*/ 98 w 532"/>
                  <a:gd name="T3" fmla="*/ 113 h 133"/>
                  <a:gd name="T4" fmla="*/ 42 w 532"/>
                  <a:gd name="T5" fmla="*/ 67 h 133"/>
                  <a:gd name="T6" fmla="*/ 0 w 532"/>
                  <a:gd name="T7" fmla="*/ 25 h 133"/>
                  <a:gd name="T8" fmla="*/ 532 w 532"/>
                  <a:gd name="T9" fmla="*/ 0 h 133"/>
                  <a:gd name="T10" fmla="*/ 479 w 532"/>
                  <a:gd name="T11" fmla="*/ 67 h 133"/>
                  <a:gd name="T12" fmla="*/ 424 w 532"/>
                  <a:gd name="T13" fmla="*/ 113 h 133"/>
                  <a:gd name="T14" fmla="*/ 248 w 532"/>
                  <a:gd name="T15" fmla="*/ 133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2" h="133">
                    <a:moveTo>
                      <a:pt x="248" y="133"/>
                    </a:moveTo>
                    <a:cubicBezTo>
                      <a:pt x="201" y="133"/>
                      <a:pt x="101" y="128"/>
                      <a:pt x="98" y="113"/>
                    </a:cubicBezTo>
                    <a:cubicBezTo>
                      <a:pt x="95" y="98"/>
                      <a:pt x="80" y="89"/>
                      <a:pt x="42" y="67"/>
                    </a:cubicBezTo>
                    <a:cubicBezTo>
                      <a:pt x="20" y="54"/>
                      <a:pt x="7" y="38"/>
                      <a:pt x="0" y="25"/>
                    </a:cubicBezTo>
                    <a:cubicBezTo>
                      <a:pt x="532" y="0"/>
                      <a:pt x="532" y="0"/>
                      <a:pt x="532" y="0"/>
                    </a:cubicBezTo>
                    <a:cubicBezTo>
                      <a:pt x="525" y="22"/>
                      <a:pt x="504" y="46"/>
                      <a:pt x="479" y="67"/>
                    </a:cubicBezTo>
                    <a:cubicBezTo>
                      <a:pt x="451" y="91"/>
                      <a:pt x="427" y="98"/>
                      <a:pt x="424" y="113"/>
                    </a:cubicBezTo>
                    <a:cubicBezTo>
                      <a:pt x="421" y="128"/>
                      <a:pt x="296" y="133"/>
                      <a:pt x="248" y="13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1" name="Freeform 54">
                <a:extLst>
                  <a:ext uri="{FF2B5EF4-FFF2-40B4-BE49-F238E27FC236}">
                    <a16:creationId xmlns:a16="http://schemas.microsoft.com/office/drawing/2014/main" id="{BC4F9D9E-C400-47CE-999E-447005E74AF6}"/>
                  </a:ext>
                </a:extLst>
              </p:cNvPr>
              <p:cNvSpPr>
                <a:spLocks/>
              </p:cNvSpPr>
              <p:nvPr/>
            </p:nvSpPr>
            <p:spPr bwMode="auto">
              <a:xfrm>
                <a:off x="3557" y="4013"/>
                <a:ext cx="267" cy="208"/>
              </a:xfrm>
              <a:custGeom>
                <a:avLst/>
                <a:gdLst>
                  <a:gd name="T0" fmla="*/ 55 w 154"/>
                  <a:gd name="T1" fmla="*/ 115 h 120"/>
                  <a:gd name="T2" fmla="*/ 24 w 154"/>
                  <a:gd name="T3" fmla="*/ 55 h 120"/>
                  <a:gd name="T4" fmla="*/ 0 w 154"/>
                  <a:gd name="T5" fmla="*/ 8 h 120"/>
                  <a:gd name="T6" fmla="*/ 152 w 154"/>
                  <a:gd name="T7" fmla="*/ 0 h 120"/>
                  <a:gd name="T8" fmla="*/ 154 w 154"/>
                  <a:gd name="T9" fmla="*/ 55 h 120"/>
                  <a:gd name="T10" fmla="*/ 153 w 154"/>
                  <a:gd name="T11" fmla="*/ 117 h 120"/>
                  <a:gd name="T12" fmla="*/ 153 w 154"/>
                  <a:gd name="T13" fmla="*/ 120 h 120"/>
                  <a:gd name="T14" fmla="*/ 55 w 154"/>
                  <a:gd name="T15" fmla="*/ 115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120">
                    <a:moveTo>
                      <a:pt x="55" y="115"/>
                    </a:moveTo>
                    <a:cubicBezTo>
                      <a:pt x="49" y="96"/>
                      <a:pt x="41" y="84"/>
                      <a:pt x="24" y="55"/>
                    </a:cubicBezTo>
                    <a:cubicBezTo>
                      <a:pt x="14" y="40"/>
                      <a:pt x="6" y="23"/>
                      <a:pt x="0" y="8"/>
                    </a:cubicBezTo>
                    <a:cubicBezTo>
                      <a:pt x="152" y="0"/>
                      <a:pt x="152" y="0"/>
                      <a:pt x="152" y="0"/>
                    </a:cubicBezTo>
                    <a:cubicBezTo>
                      <a:pt x="154" y="19"/>
                      <a:pt x="154" y="38"/>
                      <a:pt x="154" y="55"/>
                    </a:cubicBezTo>
                    <a:cubicBezTo>
                      <a:pt x="153" y="87"/>
                      <a:pt x="149" y="97"/>
                      <a:pt x="153" y="117"/>
                    </a:cubicBezTo>
                    <a:cubicBezTo>
                      <a:pt x="153" y="118"/>
                      <a:pt x="153" y="119"/>
                      <a:pt x="153" y="120"/>
                    </a:cubicBezTo>
                    <a:cubicBezTo>
                      <a:pt x="127" y="120"/>
                      <a:pt x="87" y="118"/>
                      <a:pt x="55" y="115"/>
                    </a:cubicBez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2" name="Oval 55">
                <a:extLst>
                  <a:ext uri="{FF2B5EF4-FFF2-40B4-BE49-F238E27FC236}">
                    <a16:creationId xmlns:a16="http://schemas.microsoft.com/office/drawing/2014/main" id="{CC03BCF9-A5ED-4C83-851E-B0A19FF04119}"/>
                  </a:ext>
                </a:extLst>
              </p:cNvPr>
              <p:cNvSpPr>
                <a:spLocks noChangeArrowheads="1"/>
              </p:cNvSpPr>
              <p:nvPr/>
            </p:nvSpPr>
            <p:spPr bwMode="auto">
              <a:xfrm>
                <a:off x="3314" y="2614"/>
                <a:ext cx="457"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3" name="Oval 56">
                <a:extLst>
                  <a:ext uri="{FF2B5EF4-FFF2-40B4-BE49-F238E27FC236}">
                    <a16:creationId xmlns:a16="http://schemas.microsoft.com/office/drawing/2014/main" id="{9846A668-0DE4-44E0-BC30-F974B986F165}"/>
                  </a:ext>
                </a:extLst>
              </p:cNvPr>
              <p:cNvSpPr>
                <a:spLocks noChangeArrowheads="1"/>
              </p:cNvSpPr>
              <p:nvPr/>
            </p:nvSpPr>
            <p:spPr bwMode="auto">
              <a:xfrm>
                <a:off x="3927" y="2425"/>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4" name="Oval 57">
                <a:extLst>
                  <a:ext uri="{FF2B5EF4-FFF2-40B4-BE49-F238E27FC236}">
                    <a16:creationId xmlns:a16="http://schemas.microsoft.com/office/drawing/2014/main" id="{C0171BBD-0396-4C8F-990C-C69CB9E2D721}"/>
                  </a:ext>
                </a:extLst>
              </p:cNvPr>
              <p:cNvSpPr>
                <a:spLocks noChangeArrowheads="1"/>
              </p:cNvSpPr>
              <p:nvPr/>
            </p:nvSpPr>
            <p:spPr bwMode="auto">
              <a:xfrm>
                <a:off x="3272" y="1798"/>
                <a:ext cx="634" cy="634"/>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5" name="Oval 58">
                <a:extLst>
                  <a:ext uri="{FF2B5EF4-FFF2-40B4-BE49-F238E27FC236}">
                    <a16:creationId xmlns:a16="http://schemas.microsoft.com/office/drawing/2014/main" id="{36499DDC-FB1D-454A-9A9A-4D32BBC038E0}"/>
                  </a:ext>
                </a:extLst>
              </p:cNvPr>
              <p:cNvSpPr>
                <a:spLocks noChangeArrowheads="1"/>
              </p:cNvSpPr>
              <p:nvPr/>
            </p:nvSpPr>
            <p:spPr bwMode="auto">
              <a:xfrm>
                <a:off x="4104" y="1671"/>
                <a:ext cx="457"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6" name="Oval 59">
                <a:extLst>
                  <a:ext uri="{FF2B5EF4-FFF2-40B4-BE49-F238E27FC236}">
                    <a16:creationId xmlns:a16="http://schemas.microsoft.com/office/drawing/2014/main" id="{AFBC8685-6EBA-49ED-937B-0043E496BCA1}"/>
                  </a:ext>
                </a:extLst>
              </p:cNvPr>
              <p:cNvSpPr>
                <a:spLocks noChangeArrowheads="1"/>
              </p:cNvSpPr>
              <p:nvPr/>
            </p:nvSpPr>
            <p:spPr bwMode="auto">
              <a:xfrm>
                <a:off x="4627" y="1254"/>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7" name="Oval 60">
                <a:extLst>
                  <a:ext uri="{FF2B5EF4-FFF2-40B4-BE49-F238E27FC236}">
                    <a16:creationId xmlns:a16="http://schemas.microsoft.com/office/drawing/2014/main" id="{1B4E56E3-5908-4FF0-A3FE-0513AD396EEA}"/>
                  </a:ext>
                </a:extLst>
              </p:cNvPr>
              <p:cNvSpPr>
                <a:spLocks noChangeArrowheads="1"/>
              </p:cNvSpPr>
              <p:nvPr/>
            </p:nvSpPr>
            <p:spPr bwMode="auto">
              <a:xfrm>
                <a:off x="4505" y="646"/>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8" name="Oval 61">
                <a:extLst>
                  <a:ext uri="{FF2B5EF4-FFF2-40B4-BE49-F238E27FC236}">
                    <a16:creationId xmlns:a16="http://schemas.microsoft.com/office/drawing/2014/main" id="{E81F82F5-74DB-426D-8EF8-791B966A5D72}"/>
                  </a:ext>
                </a:extLst>
              </p:cNvPr>
              <p:cNvSpPr>
                <a:spLocks noChangeArrowheads="1"/>
              </p:cNvSpPr>
              <p:nvPr/>
            </p:nvSpPr>
            <p:spPr bwMode="auto">
              <a:xfrm>
                <a:off x="3774" y="778"/>
                <a:ext cx="634" cy="636"/>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59" name="Oval 62">
                <a:extLst>
                  <a:ext uri="{FF2B5EF4-FFF2-40B4-BE49-F238E27FC236}">
                    <a16:creationId xmlns:a16="http://schemas.microsoft.com/office/drawing/2014/main" id="{CD37380C-14EF-4BF5-B86F-84979A412E0C}"/>
                  </a:ext>
                </a:extLst>
              </p:cNvPr>
              <p:cNvSpPr>
                <a:spLocks noChangeArrowheads="1"/>
              </p:cNvSpPr>
              <p:nvPr/>
            </p:nvSpPr>
            <p:spPr bwMode="auto">
              <a:xfrm>
                <a:off x="3071" y="1002"/>
                <a:ext cx="455" cy="45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0" name="Oval 63">
                <a:extLst>
                  <a:ext uri="{FF2B5EF4-FFF2-40B4-BE49-F238E27FC236}">
                    <a16:creationId xmlns:a16="http://schemas.microsoft.com/office/drawing/2014/main" id="{98445BB6-B6C1-4267-829A-BEF5D8A5DBF7}"/>
                  </a:ext>
                </a:extLst>
              </p:cNvPr>
              <p:cNvSpPr>
                <a:spLocks noChangeArrowheads="1"/>
              </p:cNvSpPr>
              <p:nvPr/>
            </p:nvSpPr>
            <p:spPr bwMode="auto">
              <a:xfrm>
                <a:off x="3060" y="448"/>
                <a:ext cx="349" cy="34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62" name="Oval 65">
                <a:extLst>
                  <a:ext uri="{FF2B5EF4-FFF2-40B4-BE49-F238E27FC236}">
                    <a16:creationId xmlns:a16="http://schemas.microsoft.com/office/drawing/2014/main" id="{50B41811-7355-4B32-A4D3-77CE6ED0939E}"/>
                  </a:ext>
                </a:extLst>
              </p:cNvPr>
              <p:cNvSpPr>
                <a:spLocks noChangeArrowheads="1"/>
              </p:cNvSpPr>
              <p:nvPr/>
            </p:nvSpPr>
            <p:spPr bwMode="auto">
              <a:xfrm>
                <a:off x="3774" y="266"/>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3" name="Oval 66">
                <a:extLst>
                  <a:ext uri="{FF2B5EF4-FFF2-40B4-BE49-F238E27FC236}">
                    <a16:creationId xmlns:a16="http://schemas.microsoft.com/office/drawing/2014/main" id="{A681ABC4-15F6-4E55-8BF9-EEF1B9E0399C}"/>
                  </a:ext>
                </a:extLst>
              </p:cNvPr>
              <p:cNvSpPr>
                <a:spLocks noChangeArrowheads="1"/>
              </p:cNvSpPr>
              <p:nvPr/>
            </p:nvSpPr>
            <p:spPr bwMode="auto">
              <a:xfrm>
                <a:off x="2664" y="1315"/>
                <a:ext cx="243" cy="243"/>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4" name="Oval 67">
                <a:extLst>
                  <a:ext uri="{FF2B5EF4-FFF2-40B4-BE49-F238E27FC236}">
                    <a16:creationId xmlns:a16="http://schemas.microsoft.com/office/drawing/2014/main" id="{F9956200-F94C-4D06-95C8-A3615544F27F}"/>
                  </a:ext>
                </a:extLst>
              </p:cNvPr>
              <p:cNvSpPr>
                <a:spLocks noChangeArrowheads="1"/>
              </p:cNvSpPr>
              <p:nvPr/>
            </p:nvSpPr>
            <p:spPr bwMode="auto">
              <a:xfrm>
                <a:off x="4276" y="2850"/>
                <a:ext cx="243" cy="244"/>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5" name="Oval 68">
                <a:extLst>
                  <a:ext uri="{FF2B5EF4-FFF2-40B4-BE49-F238E27FC236}">
                    <a16:creationId xmlns:a16="http://schemas.microsoft.com/office/drawing/2014/main" id="{55DA8468-5E6A-4841-A4B2-CDFECE1BA3CE}"/>
                  </a:ext>
                </a:extLst>
              </p:cNvPr>
              <p:cNvSpPr>
                <a:spLocks noChangeArrowheads="1"/>
              </p:cNvSpPr>
              <p:nvPr/>
            </p:nvSpPr>
            <p:spPr bwMode="auto">
              <a:xfrm>
                <a:off x="4684" y="2102"/>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6" name="Oval 69">
                <a:extLst>
                  <a:ext uri="{FF2B5EF4-FFF2-40B4-BE49-F238E27FC236}">
                    <a16:creationId xmlns:a16="http://schemas.microsoft.com/office/drawing/2014/main" id="{B21E705B-3420-4127-95D8-E6CE37BA69E4}"/>
                  </a:ext>
                </a:extLst>
              </p:cNvPr>
              <p:cNvSpPr>
                <a:spLocks noChangeArrowheads="1"/>
              </p:cNvSpPr>
              <p:nvPr/>
            </p:nvSpPr>
            <p:spPr bwMode="auto">
              <a:xfrm>
                <a:off x="3524" y="287"/>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7" name="Oval 70">
                <a:extLst>
                  <a:ext uri="{FF2B5EF4-FFF2-40B4-BE49-F238E27FC236}">
                    <a16:creationId xmlns:a16="http://schemas.microsoft.com/office/drawing/2014/main" id="{CBCFC3C2-C3FB-4AA8-A687-43FA4A1A9437}"/>
                  </a:ext>
                </a:extLst>
              </p:cNvPr>
              <p:cNvSpPr>
                <a:spLocks noChangeArrowheads="1"/>
              </p:cNvSpPr>
              <p:nvPr/>
            </p:nvSpPr>
            <p:spPr bwMode="auto">
              <a:xfrm>
                <a:off x="2685" y="1744"/>
                <a:ext cx="122"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8" name="Oval 71">
                <a:extLst>
                  <a:ext uri="{FF2B5EF4-FFF2-40B4-BE49-F238E27FC236}">
                    <a16:creationId xmlns:a16="http://schemas.microsoft.com/office/drawing/2014/main" id="{1604DEF8-E2FF-4632-9946-EEE0E1FDE992}"/>
                  </a:ext>
                </a:extLst>
              </p:cNvPr>
              <p:cNvSpPr>
                <a:spLocks noChangeArrowheads="1"/>
              </p:cNvSpPr>
              <p:nvPr/>
            </p:nvSpPr>
            <p:spPr bwMode="auto">
              <a:xfrm>
                <a:off x="2753" y="881"/>
                <a:ext cx="121"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69" name="Oval 72">
                <a:extLst>
                  <a:ext uri="{FF2B5EF4-FFF2-40B4-BE49-F238E27FC236}">
                    <a16:creationId xmlns:a16="http://schemas.microsoft.com/office/drawing/2014/main" id="{CEBD283C-778B-4B5C-BC40-52D6FD1E5D7A}"/>
                  </a:ext>
                </a:extLst>
              </p:cNvPr>
              <p:cNvSpPr>
                <a:spLocks noChangeArrowheads="1"/>
              </p:cNvSpPr>
              <p:nvPr/>
            </p:nvSpPr>
            <p:spPr bwMode="auto">
              <a:xfrm>
                <a:off x="4318" y="405"/>
                <a:ext cx="121" cy="12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0" name="Oval 73">
                <a:extLst>
                  <a:ext uri="{FF2B5EF4-FFF2-40B4-BE49-F238E27FC236}">
                    <a16:creationId xmlns:a16="http://schemas.microsoft.com/office/drawing/2014/main" id="{EAC8B184-D94F-4A7A-B2C3-0B5BE7A849E3}"/>
                  </a:ext>
                </a:extLst>
              </p:cNvPr>
              <p:cNvSpPr>
                <a:spLocks noChangeArrowheads="1"/>
              </p:cNvSpPr>
              <p:nvPr/>
            </p:nvSpPr>
            <p:spPr bwMode="auto">
              <a:xfrm>
                <a:off x="3290" y="3146"/>
                <a:ext cx="121"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1" name="Oval 74">
                <a:extLst>
                  <a:ext uri="{FF2B5EF4-FFF2-40B4-BE49-F238E27FC236}">
                    <a16:creationId xmlns:a16="http://schemas.microsoft.com/office/drawing/2014/main" id="{0EEDA8E9-DEFE-428E-A5D1-40D29E81EBAB}"/>
                  </a:ext>
                </a:extLst>
              </p:cNvPr>
              <p:cNvSpPr>
                <a:spLocks noChangeArrowheads="1"/>
              </p:cNvSpPr>
              <p:nvPr/>
            </p:nvSpPr>
            <p:spPr bwMode="auto">
              <a:xfrm>
                <a:off x="4014" y="3135"/>
                <a:ext cx="121"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2" name="Oval 75">
                <a:extLst>
                  <a:ext uri="{FF2B5EF4-FFF2-40B4-BE49-F238E27FC236}">
                    <a16:creationId xmlns:a16="http://schemas.microsoft.com/office/drawing/2014/main" id="{B35E4E0E-878D-475E-82DF-01A013CF9E66}"/>
                  </a:ext>
                </a:extLst>
              </p:cNvPr>
              <p:cNvSpPr>
                <a:spLocks noChangeArrowheads="1"/>
              </p:cNvSpPr>
              <p:nvPr/>
            </p:nvSpPr>
            <p:spPr bwMode="auto">
              <a:xfrm>
                <a:off x="3034" y="2493"/>
                <a:ext cx="122"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3" name="Oval 76">
                <a:extLst>
                  <a:ext uri="{FF2B5EF4-FFF2-40B4-BE49-F238E27FC236}">
                    <a16:creationId xmlns:a16="http://schemas.microsoft.com/office/drawing/2014/main" id="{EE86B290-FE57-439A-B131-7D42632770A9}"/>
                  </a:ext>
                </a:extLst>
              </p:cNvPr>
              <p:cNvSpPr>
                <a:spLocks noChangeArrowheads="1"/>
              </p:cNvSpPr>
              <p:nvPr/>
            </p:nvSpPr>
            <p:spPr bwMode="auto">
              <a:xfrm>
                <a:off x="3597" y="1388"/>
                <a:ext cx="123" cy="12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4" name="Oval 77">
                <a:extLst>
                  <a:ext uri="{FF2B5EF4-FFF2-40B4-BE49-F238E27FC236}">
                    <a16:creationId xmlns:a16="http://schemas.microsoft.com/office/drawing/2014/main" id="{BE6DA190-A7BF-4120-9D7C-F4E157AD436E}"/>
                  </a:ext>
                </a:extLst>
              </p:cNvPr>
              <p:cNvSpPr>
                <a:spLocks noChangeArrowheads="1"/>
              </p:cNvSpPr>
              <p:nvPr/>
            </p:nvSpPr>
            <p:spPr bwMode="auto">
              <a:xfrm>
                <a:off x="4215" y="2236"/>
                <a:ext cx="123" cy="1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5" name="Oval 78">
                <a:extLst>
                  <a:ext uri="{FF2B5EF4-FFF2-40B4-BE49-F238E27FC236}">
                    <a16:creationId xmlns:a16="http://schemas.microsoft.com/office/drawing/2014/main" id="{54B00550-36E2-40EF-A87C-A7BE906DBDEF}"/>
                  </a:ext>
                </a:extLst>
              </p:cNvPr>
              <p:cNvSpPr>
                <a:spLocks noChangeArrowheads="1"/>
              </p:cNvSpPr>
              <p:nvPr/>
            </p:nvSpPr>
            <p:spPr bwMode="auto">
              <a:xfrm>
                <a:off x="3097" y="1622"/>
                <a:ext cx="121" cy="12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6" name="Freeform 79">
                <a:extLst>
                  <a:ext uri="{FF2B5EF4-FFF2-40B4-BE49-F238E27FC236}">
                    <a16:creationId xmlns:a16="http://schemas.microsoft.com/office/drawing/2014/main" id="{5EE9E59E-C9BA-4B1B-9C13-93D315EA6A4B}"/>
                  </a:ext>
                </a:extLst>
              </p:cNvPr>
              <p:cNvSpPr>
                <a:spLocks noEditPoints="1"/>
              </p:cNvSpPr>
              <p:nvPr/>
            </p:nvSpPr>
            <p:spPr bwMode="auto">
              <a:xfrm>
                <a:off x="4118" y="318"/>
                <a:ext cx="88" cy="90"/>
              </a:xfrm>
              <a:custGeom>
                <a:avLst/>
                <a:gdLst>
                  <a:gd name="T0" fmla="*/ 26 w 51"/>
                  <a:gd name="T1" fmla="*/ 0 h 52"/>
                  <a:gd name="T2" fmla="*/ 51 w 51"/>
                  <a:gd name="T3" fmla="*/ 26 h 52"/>
                  <a:gd name="T4" fmla="*/ 26 w 51"/>
                  <a:gd name="T5" fmla="*/ 52 h 52"/>
                  <a:gd name="T6" fmla="*/ 26 w 51"/>
                  <a:gd name="T7" fmla="*/ 52 h 52"/>
                  <a:gd name="T8" fmla="*/ 26 w 51"/>
                  <a:gd name="T9" fmla="*/ 46 h 52"/>
                  <a:gd name="T10" fmla="*/ 26 w 51"/>
                  <a:gd name="T11" fmla="*/ 46 h 52"/>
                  <a:gd name="T12" fmla="*/ 45 w 51"/>
                  <a:gd name="T13" fmla="*/ 26 h 52"/>
                  <a:gd name="T14" fmla="*/ 26 w 51"/>
                  <a:gd name="T15" fmla="*/ 6 h 52"/>
                  <a:gd name="T16" fmla="*/ 26 w 51"/>
                  <a:gd name="T17" fmla="*/ 6 h 52"/>
                  <a:gd name="T18" fmla="*/ 26 w 51"/>
                  <a:gd name="T19" fmla="*/ 0 h 52"/>
                  <a:gd name="T20" fmla="*/ 26 w 51"/>
                  <a:gd name="T21" fmla="*/ 52 h 52"/>
                  <a:gd name="T22" fmla="*/ 0 w 51"/>
                  <a:gd name="T23" fmla="*/ 26 h 52"/>
                  <a:gd name="T24" fmla="*/ 26 w 51"/>
                  <a:gd name="T25" fmla="*/ 0 h 52"/>
                  <a:gd name="T26" fmla="*/ 26 w 51"/>
                  <a:gd name="T27" fmla="*/ 6 h 52"/>
                  <a:gd name="T28" fmla="*/ 6 w 51"/>
                  <a:gd name="T29" fmla="*/ 26 h 52"/>
                  <a:gd name="T30" fmla="*/ 26 w 51"/>
                  <a:gd name="T31" fmla="*/ 46 h 52"/>
                  <a:gd name="T32" fmla="*/ 26 w 51"/>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2">
                    <a:moveTo>
                      <a:pt x="26" y="0"/>
                    </a:moveTo>
                    <a:cubicBezTo>
                      <a:pt x="40" y="0"/>
                      <a:pt x="51" y="12"/>
                      <a:pt x="51" y="26"/>
                    </a:cubicBezTo>
                    <a:cubicBezTo>
                      <a:pt x="51" y="40"/>
                      <a:pt x="40" y="52"/>
                      <a:pt x="26" y="52"/>
                    </a:cubicBezTo>
                    <a:cubicBezTo>
                      <a:pt x="26" y="52"/>
                      <a:pt x="26" y="52"/>
                      <a:pt x="26" y="52"/>
                    </a:cubicBezTo>
                    <a:cubicBezTo>
                      <a:pt x="26" y="46"/>
                      <a:pt x="26" y="46"/>
                      <a:pt x="26" y="46"/>
                    </a:cubicBezTo>
                    <a:cubicBezTo>
                      <a:pt x="26" y="46"/>
                      <a:pt x="26" y="46"/>
                      <a:pt x="26" y="46"/>
                    </a:cubicBezTo>
                    <a:cubicBezTo>
                      <a:pt x="37" y="46"/>
                      <a:pt x="45" y="37"/>
                      <a:pt x="45" y="26"/>
                    </a:cubicBezTo>
                    <a:cubicBezTo>
                      <a:pt x="45" y="15"/>
                      <a:pt x="37" y="6"/>
                      <a:pt x="26" y="6"/>
                    </a:cubicBezTo>
                    <a:cubicBezTo>
                      <a:pt x="26" y="6"/>
                      <a:pt x="26" y="6"/>
                      <a:pt x="26" y="6"/>
                    </a:cubicBezTo>
                    <a:cubicBezTo>
                      <a:pt x="26" y="0"/>
                      <a:pt x="26" y="0"/>
                      <a:pt x="26" y="0"/>
                    </a:cubicBezTo>
                    <a:close/>
                    <a:moveTo>
                      <a:pt x="26" y="52"/>
                    </a:moveTo>
                    <a:cubicBezTo>
                      <a:pt x="12" y="52"/>
                      <a:pt x="0" y="40"/>
                      <a:pt x="0" y="26"/>
                    </a:cubicBezTo>
                    <a:cubicBezTo>
                      <a:pt x="0" y="12"/>
                      <a:pt x="12"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7" name="Freeform 80">
                <a:extLst>
                  <a:ext uri="{FF2B5EF4-FFF2-40B4-BE49-F238E27FC236}">
                    <a16:creationId xmlns:a16="http://schemas.microsoft.com/office/drawing/2014/main" id="{5C810673-3EC0-4A86-B9C0-D63CD7CC83A3}"/>
                  </a:ext>
                </a:extLst>
              </p:cNvPr>
              <p:cNvSpPr>
                <a:spLocks noEditPoints="1"/>
              </p:cNvSpPr>
              <p:nvPr/>
            </p:nvSpPr>
            <p:spPr bwMode="auto">
              <a:xfrm>
                <a:off x="2666" y="1129"/>
                <a:ext cx="89" cy="89"/>
              </a:xfrm>
              <a:custGeom>
                <a:avLst/>
                <a:gdLst>
                  <a:gd name="T0" fmla="*/ 26 w 51"/>
                  <a:gd name="T1" fmla="*/ 0 h 51"/>
                  <a:gd name="T2" fmla="*/ 51 w 51"/>
                  <a:gd name="T3" fmla="*/ 26 h 51"/>
                  <a:gd name="T4" fmla="*/ 26 w 51"/>
                  <a:gd name="T5" fmla="*/ 51 h 51"/>
                  <a:gd name="T6" fmla="*/ 26 w 51"/>
                  <a:gd name="T7" fmla="*/ 45 h 51"/>
                  <a:gd name="T8" fmla="*/ 45 w 51"/>
                  <a:gd name="T9" fmla="*/ 26 h 51"/>
                  <a:gd name="T10" fmla="*/ 26 w 51"/>
                  <a:gd name="T11" fmla="*/ 6 h 51"/>
                  <a:gd name="T12" fmla="*/ 26 w 51"/>
                  <a:gd name="T13" fmla="*/ 0 h 51"/>
                  <a:gd name="T14" fmla="*/ 26 w 51"/>
                  <a:gd name="T15" fmla="*/ 51 h 51"/>
                  <a:gd name="T16" fmla="*/ 0 w 51"/>
                  <a:gd name="T17" fmla="*/ 26 h 51"/>
                  <a:gd name="T18" fmla="*/ 26 w 51"/>
                  <a:gd name="T19" fmla="*/ 0 h 51"/>
                  <a:gd name="T20" fmla="*/ 26 w 51"/>
                  <a:gd name="T21" fmla="*/ 6 h 51"/>
                  <a:gd name="T22" fmla="*/ 6 w 51"/>
                  <a:gd name="T23" fmla="*/ 26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1"/>
                      <a:pt x="51" y="26"/>
                    </a:cubicBezTo>
                    <a:cubicBezTo>
                      <a:pt x="51" y="40"/>
                      <a:pt x="40" y="51"/>
                      <a:pt x="26" y="51"/>
                    </a:cubicBezTo>
                    <a:cubicBezTo>
                      <a:pt x="26" y="45"/>
                      <a:pt x="26" y="45"/>
                      <a:pt x="26" y="45"/>
                    </a:cubicBezTo>
                    <a:cubicBezTo>
                      <a:pt x="37" y="45"/>
                      <a:pt x="45" y="36"/>
                      <a:pt x="45" y="26"/>
                    </a:cubicBezTo>
                    <a:cubicBezTo>
                      <a:pt x="45" y="15"/>
                      <a:pt x="37" y="6"/>
                      <a:pt x="26" y="6"/>
                    </a:cubicBezTo>
                    <a:lnTo>
                      <a:pt x="26" y="0"/>
                    </a:lnTo>
                    <a:close/>
                    <a:moveTo>
                      <a:pt x="26" y="51"/>
                    </a:moveTo>
                    <a:cubicBezTo>
                      <a:pt x="12" y="51"/>
                      <a:pt x="0" y="40"/>
                      <a:pt x="0" y="26"/>
                    </a:cubicBezTo>
                    <a:cubicBezTo>
                      <a:pt x="0" y="11"/>
                      <a:pt x="12" y="0"/>
                      <a:pt x="26" y="0"/>
                    </a:cubicBezTo>
                    <a:cubicBezTo>
                      <a:pt x="26" y="6"/>
                      <a:pt x="26" y="6"/>
                      <a:pt x="26" y="6"/>
                    </a:cubicBezTo>
                    <a:cubicBezTo>
                      <a:pt x="15" y="6"/>
                      <a:pt x="6" y="15"/>
                      <a:pt x="6" y="26"/>
                    </a:cubicBezTo>
                    <a:cubicBezTo>
                      <a:pt x="6" y="36"/>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8" name="Freeform 81">
                <a:extLst>
                  <a:ext uri="{FF2B5EF4-FFF2-40B4-BE49-F238E27FC236}">
                    <a16:creationId xmlns:a16="http://schemas.microsoft.com/office/drawing/2014/main" id="{C99A37F9-E9DB-4D1D-A024-5B8B78BA71FE}"/>
                  </a:ext>
                </a:extLst>
              </p:cNvPr>
              <p:cNvSpPr>
                <a:spLocks noEditPoints="1"/>
              </p:cNvSpPr>
              <p:nvPr/>
            </p:nvSpPr>
            <p:spPr bwMode="auto">
              <a:xfrm>
                <a:off x="3147" y="2791"/>
                <a:ext cx="89" cy="89"/>
              </a:xfrm>
              <a:custGeom>
                <a:avLst/>
                <a:gdLst>
                  <a:gd name="T0" fmla="*/ 25 w 51"/>
                  <a:gd name="T1" fmla="*/ 0 h 51"/>
                  <a:gd name="T2" fmla="*/ 51 w 51"/>
                  <a:gd name="T3" fmla="*/ 26 h 51"/>
                  <a:gd name="T4" fmla="*/ 25 w 51"/>
                  <a:gd name="T5" fmla="*/ 51 h 51"/>
                  <a:gd name="T6" fmla="*/ 25 w 51"/>
                  <a:gd name="T7" fmla="*/ 45 h 51"/>
                  <a:gd name="T8" fmla="*/ 45 w 51"/>
                  <a:gd name="T9" fmla="*/ 26 h 51"/>
                  <a:gd name="T10" fmla="*/ 25 w 51"/>
                  <a:gd name="T11" fmla="*/ 6 h 51"/>
                  <a:gd name="T12" fmla="*/ 25 w 51"/>
                  <a:gd name="T13" fmla="*/ 0 h 51"/>
                  <a:gd name="T14" fmla="*/ 25 w 51"/>
                  <a:gd name="T15" fmla="*/ 51 h 51"/>
                  <a:gd name="T16" fmla="*/ 0 w 51"/>
                  <a:gd name="T17" fmla="*/ 26 h 51"/>
                  <a:gd name="T18" fmla="*/ 25 w 51"/>
                  <a:gd name="T19" fmla="*/ 0 h 51"/>
                  <a:gd name="T20" fmla="*/ 25 w 51"/>
                  <a:gd name="T21" fmla="*/ 6 h 51"/>
                  <a:gd name="T22" fmla="*/ 6 w 51"/>
                  <a:gd name="T23" fmla="*/ 26 h 51"/>
                  <a:gd name="T24" fmla="*/ 25 w 51"/>
                  <a:gd name="T25" fmla="*/ 45 h 51"/>
                  <a:gd name="T26" fmla="*/ 25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5" y="0"/>
                    </a:moveTo>
                    <a:cubicBezTo>
                      <a:pt x="40" y="0"/>
                      <a:pt x="51" y="11"/>
                      <a:pt x="51" y="26"/>
                    </a:cubicBezTo>
                    <a:cubicBezTo>
                      <a:pt x="51" y="40"/>
                      <a:pt x="40" y="51"/>
                      <a:pt x="25" y="51"/>
                    </a:cubicBezTo>
                    <a:cubicBezTo>
                      <a:pt x="25" y="45"/>
                      <a:pt x="25" y="45"/>
                      <a:pt x="25" y="45"/>
                    </a:cubicBezTo>
                    <a:cubicBezTo>
                      <a:pt x="36" y="45"/>
                      <a:pt x="45" y="36"/>
                      <a:pt x="45" y="26"/>
                    </a:cubicBezTo>
                    <a:cubicBezTo>
                      <a:pt x="45" y="15"/>
                      <a:pt x="36" y="6"/>
                      <a:pt x="25" y="6"/>
                    </a:cubicBezTo>
                    <a:lnTo>
                      <a:pt x="25" y="0"/>
                    </a:lnTo>
                    <a:close/>
                    <a:moveTo>
                      <a:pt x="25" y="51"/>
                    </a:moveTo>
                    <a:cubicBezTo>
                      <a:pt x="11" y="51"/>
                      <a:pt x="0" y="40"/>
                      <a:pt x="0" y="26"/>
                    </a:cubicBezTo>
                    <a:cubicBezTo>
                      <a:pt x="0" y="11"/>
                      <a:pt x="11" y="0"/>
                      <a:pt x="25" y="0"/>
                    </a:cubicBezTo>
                    <a:cubicBezTo>
                      <a:pt x="25" y="6"/>
                      <a:pt x="25" y="6"/>
                      <a:pt x="25" y="6"/>
                    </a:cubicBezTo>
                    <a:cubicBezTo>
                      <a:pt x="15" y="6"/>
                      <a:pt x="6" y="15"/>
                      <a:pt x="6" y="26"/>
                    </a:cubicBezTo>
                    <a:cubicBezTo>
                      <a:pt x="6" y="36"/>
                      <a:pt x="15"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79" name="Freeform 82">
                <a:extLst>
                  <a:ext uri="{FF2B5EF4-FFF2-40B4-BE49-F238E27FC236}">
                    <a16:creationId xmlns:a16="http://schemas.microsoft.com/office/drawing/2014/main" id="{8CF02913-C7A7-4E8D-9300-53DEAF384D4F}"/>
                  </a:ext>
                </a:extLst>
              </p:cNvPr>
              <p:cNvSpPr>
                <a:spLocks noEditPoints="1"/>
              </p:cNvSpPr>
              <p:nvPr/>
            </p:nvSpPr>
            <p:spPr bwMode="auto">
              <a:xfrm>
                <a:off x="3718" y="3104"/>
                <a:ext cx="89" cy="89"/>
              </a:xfrm>
              <a:custGeom>
                <a:avLst/>
                <a:gdLst>
                  <a:gd name="T0" fmla="*/ 26 w 51"/>
                  <a:gd name="T1" fmla="*/ 0 h 51"/>
                  <a:gd name="T2" fmla="*/ 51 w 51"/>
                  <a:gd name="T3" fmla="*/ 25 h 51"/>
                  <a:gd name="T4" fmla="*/ 26 w 51"/>
                  <a:gd name="T5" fmla="*/ 51 h 51"/>
                  <a:gd name="T6" fmla="*/ 26 w 51"/>
                  <a:gd name="T7" fmla="*/ 45 h 51"/>
                  <a:gd name="T8" fmla="*/ 45 w 51"/>
                  <a:gd name="T9" fmla="*/ 25 h 51"/>
                  <a:gd name="T10" fmla="*/ 26 w 51"/>
                  <a:gd name="T11" fmla="*/ 6 h 51"/>
                  <a:gd name="T12" fmla="*/ 26 w 51"/>
                  <a:gd name="T13" fmla="*/ 0 h 51"/>
                  <a:gd name="T14" fmla="*/ 26 w 51"/>
                  <a:gd name="T15" fmla="*/ 51 h 51"/>
                  <a:gd name="T16" fmla="*/ 0 w 51"/>
                  <a:gd name="T17" fmla="*/ 25 h 51"/>
                  <a:gd name="T18" fmla="*/ 26 w 51"/>
                  <a:gd name="T19" fmla="*/ 0 h 51"/>
                  <a:gd name="T20" fmla="*/ 26 w 51"/>
                  <a:gd name="T21" fmla="*/ 6 h 51"/>
                  <a:gd name="T22" fmla="*/ 6 w 51"/>
                  <a:gd name="T23" fmla="*/ 25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1"/>
                      <a:pt x="51" y="25"/>
                    </a:cubicBezTo>
                    <a:cubicBezTo>
                      <a:pt x="51" y="40"/>
                      <a:pt x="40" y="51"/>
                      <a:pt x="26" y="51"/>
                    </a:cubicBezTo>
                    <a:cubicBezTo>
                      <a:pt x="26" y="45"/>
                      <a:pt x="26" y="45"/>
                      <a:pt x="26" y="45"/>
                    </a:cubicBezTo>
                    <a:cubicBezTo>
                      <a:pt x="36" y="45"/>
                      <a:pt x="45" y="36"/>
                      <a:pt x="45" y="25"/>
                    </a:cubicBezTo>
                    <a:cubicBezTo>
                      <a:pt x="45" y="14"/>
                      <a:pt x="36" y="6"/>
                      <a:pt x="26" y="6"/>
                    </a:cubicBezTo>
                    <a:lnTo>
                      <a:pt x="26" y="0"/>
                    </a:lnTo>
                    <a:close/>
                    <a:moveTo>
                      <a:pt x="26" y="51"/>
                    </a:moveTo>
                    <a:cubicBezTo>
                      <a:pt x="11" y="51"/>
                      <a:pt x="0" y="40"/>
                      <a:pt x="0" y="25"/>
                    </a:cubicBezTo>
                    <a:cubicBezTo>
                      <a:pt x="0" y="11"/>
                      <a:pt x="11" y="0"/>
                      <a:pt x="26" y="0"/>
                    </a:cubicBezTo>
                    <a:cubicBezTo>
                      <a:pt x="26" y="6"/>
                      <a:pt x="26" y="6"/>
                      <a:pt x="26" y="6"/>
                    </a:cubicBezTo>
                    <a:cubicBezTo>
                      <a:pt x="15" y="6"/>
                      <a:pt x="6" y="14"/>
                      <a:pt x="6" y="25"/>
                    </a:cubicBezTo>
                    <a:cubicBezTo>
                      <a:pt x="6" y="36"/>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0" name="Freeform 83">
                <a:extLst>
                  <a:ext uri="{FF2B5EF4-FFF2-40B4-BE49-F238E27FC236}">
                    <a16:creationId xmlns:a16="http://schemas.microsoft.com/office/drawing/2014/main" id="{B4D99DFA-68B5-4E7B-8159-516978B2EE9B}"/>
                  </a:ext>
                </a:extLst>
              </p:cNvPr>
              <p:cNvSpPr>
                <a:spLocks noEditPoints="1"/>
              </p:cNvSpPr>
              <p:nvPr/>
            </p:nvSpPr>
            <p:spPr bwMode="auto">
              <a:xfrm>
                <a:off x="4526" y="2522"/>
                <a:ext cx="89"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2"/>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7"/>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2"/>
                      <a:pt x="11" y="0"/>
                      <a:pt x="25" y="0"/>
                    </a:cubicBezTo>
                    <a:cubicBezTo>
                      <a:pt x="25" y="6"/>
                      <a:pt x="25" y="6"/>
                      <a:pt x="25" y="6"/>
                    </a:cubicBezTo>
                    <a:cubicBezTo>
                      <a:pt x="14" y="6"/>
                      <a:pt x="6" y="15"/>
                      <a:pt x="6" y="26"/>
                    </a:cubicBezTo>
                    <a:cubicBezTo>
                      <a:pt x="6" y="37"/>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1" name="Freeform 84">
                <a:extLst>
                  <a:ext uri="{FF2B5EF4-FFF2-40B4-BE49-F238E27FC236}">
                    <a16:creationId xmlns:a16="http://schemas.microsoft.com/office/drawing/2014/main" id="{1E7B27A0-22C2-4545-9EC1-4B21CC06DA72}"/>
                  </a:ext>
                </a:extLst>
              </p:cNvPr>
              <p:cNvSpPr>
                <a:spLocks noEditPoints="1"/>
              </p:cNvSpPr>
              <p:nvPr/>
            </p:nvSpPr>
            <p:spPr bwMode="auto">
              <a:xfrm>
                <a:off x="4896" y="1681"/>
                <a:ext cx="88"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6"/>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1"/>
                      <a:pt x="11" y="0"/>
                      <a:pt x="25" y="0"/>
                    </a:cubicBezTo>
                    <a:cubicBezTo>
                      <a:pt x="25" y="6"/>
                      <a:pt x="25" y="6"/>
                      <a:pt x="25" y="6"/>
                    </a:cubicBezTo>
                    <a:cubicBezTo>
                      <a:pt x="14" y="6"/>
                      <a:pt x="6" y="15"/>
                      <a:pt x="6" y="26"/>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2" name="Freeform 85">
                <a:extLst>
                  <a:ext uri="{FF2B5EF4-FFF2-40B4-BE49-F238E27FC236}">
                    <a16:creationId xmlns:a16="http://schemas.microsoft.com/office/drawing/2014/main" id="{49E4203B-155E-4871-A80D-CA869B0C5832}"/>
                  </a:ext>
                </a:extLst>
              </p:cNvPr>
              <p:cNvSpPr>
                <a:spLocks noEditPoints="1"/>
              </p:cNvSpPr>
              <p:nvPr/>
            </p:nvSpPr>
            <p:spPr bwMode="auto">
              <a:xfrm>
                <a:off x="4828" y="955"/>
                <a:ext cx="89" cy="91"/>
              </a:xfrm>
              <a:custGeom>
                <a:avLst/>
                <a:gdLst>
                  <a:gd name="T0" fmla="*/ 26 w 51"/>
                  <a:gd name="T1" fmla="*/ 0 h 52"/>
                  <a:gd name="T2" fmla="*/ 51 w 51"/>
                  <a:gd name="T3" fmla="*/ 26 h 52"/>
                  <a:gd name="T4" fmla="*/ 26 w 51"/>
                  <a:gd name="T5" fmla="*/ 52 h 52"/>
                  <a:gd name="T6" fmla="*/ 26 w 51"/>
                  <a:gd name="T7" fmla="*/ 52 h 52"/>
                  <a:gd name="T8" fmla="*/ 26 w 51"/>
                  <a:gd name="T9" fmla="*/ 46 h 52"/>
                  <a:gd name="T10" fmla="*/ 26 w 51"/>
                  <a:gd name="T11" fmla="*/ 46 h 52"/>
                  <a:gd name="T12" fmla="*/ 45 w 51"/>
                  <a:gd name="T13" fmla="*/ 26 h 52"/>
                  <a:gd name="T14" fmla="*/ 26 w 51"/>
                  <a:gd name="T15" fmla="*/ 6 h 52"/>
                  <a:gd name="T16" fmla="*/ 26 w 51"/>
                  <a:gd name="T17" fmla="*/ 6 h 52"/>
                  <a:gd name="T18" fmla="*/ 26 w 51"/>
                  <a:gd name="T19" fmla="*/ 0 h 52"/>
                  <a:gd name="T20" fmla="*/ 26 w 51"/>
                  <a:gd name="T21" fmla="*/ 52 h 52"/>
                  <a:gd name="T22" fmla="*/ 0 w 51"/>
                  <a:gd name="T23" fmla="*/ 26 h 52"/>
                  <a:gd name="T24" fmla="*/ 26 w 51"/>
                  <a:gd name="T25" fmla="*/ 0 h 52"/>
                  <a:gd name="T26" fmla="*/ 26 w 51"/>
                  <a:gd name="T27" fmla="*/ 6 h 52"/>
                  <a:gd name="T28" fmla="*/ 6 w 51"/>
                  <a:gd name="T29" fmla="*/ 26 h 52"/>
                  <a:gd name="T30" fmla="*/ 26 w 51"/>
                  <a:gd name="T31" fmla="*/ 46 h 52"/>
                  <a:gd name="T32" fmla="*/ 26 w 51"/>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2">
                    <a:moveTo>
                      <a:pt x="26" y="0"/>
                    </a:moveTo>
                    <a:cubicBezTo>
                      <a:pt x="40" y="0"/>
                      <a:pt x="51" y="12"/>
                      <a:pt x="51" y="26"/>
                    </a:cubicBezTo>
                    <a:cubicBezTo>
                      <a:pt x="51" y="40"/>
                      <a:pt x="40" y="52"/>
                      <a:pt x="26" y="52"/>
                    </a:cubicBezTo>
                    <a:cubicBezTo>
                      <a:pt x="26" y="52"/>
                      <a:pt x="26" y="52"/>
                      <a:pt x="26" y="52"/>
                    </a:cubicBezTo>
                    <a:cubicBezTo>
                      <a:pt x="26" y="46"/>
                      <a:pt x="26" y="46"/>
                      <a:pt x="26" y="46"/>
                    </a:cubicBezTo>
                    <a:cubicBezTo>
                      <a:pt x="26" y="46"/>
                      <a:pt x="26" y="46"/>
                      <a:pt x="26" y="46"/>
                    </a:cubicBezTo>
                    <a:cubicBezTo>
                      <a:pt x="36" y="46"/>
                      <a:pt x="45" y="37"/>
                      <a:pt x="45" y="26"/>
                    </a:cubicBezTo>
                    <a:cubicBezTo>
                      <a:pt x="45" y="15"/>
                      <a:pt x="36" y="6"/>
                      <a:pt x="26" y="6"/>
                    </a:cubicBezTo>
                    <a:cubicBezTo>
                      <a:pt x="26" y="6"/>
                      <a:pt x="26" y="6"/>
                      <a:pt x="26" y="6"/>
                    </a:cubicBezTo>
                    <a:cubicBezTo>
                      <a:pt x="26" y="0"/>
                      <a:pt x="26" y="0"/>
                      <a:pt x="26" y="0"/>
                    </a:cubicBezTo>
                    <a:close/>
                    <a:moveTo>
                      <a:pt x="26" y="52"/>
                    </a:moveTo>
                    <a:cubicBezTo>
                      <a:pt x="11" y="52"/>
                      <a:pt x="0" y="40"/>
                      <a:pt x="0" y="26"/>
                    </a:cubicBezTo>
                    <a:cubicBezTo>
                      <a:pt x="0" y="12"/>
                      <a:pt x="11"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3" name="Freeform 86">
                <a:extLst>
                  <a:ext uri="{FF2B5EF4-FFF2-40B4-BE49-F238E27FC236}">
                    <a16:creationId xmlns:a16="http://schemas.microsoft.com/office/drawing/2014/main" id="{7E3898BE-6041-4078-89D7-07CA4ABF9BBB}"/>
                  </a:ext>
                </a:extLst>
              </p:cNvPr>
              <p:cNvSpPr>
                <a:spLocks noEditPoints="1"/>
              </p:cNvSpPr>
              <p:nvPr/>
            </p:nvSpPr>
            <p:spPr bwMode="auto">
              <a:xfrm>
                <a:off x="4000" y="1570"/>
                <a:ext cx="88" cy="89"/>
              </a:xfrm>
              <a:custGeom>
                <a:avLst/>
                <a:gdLst>
                  <a:gd name="T0" fmla="*/ 25 w 51"/>
                  <a:gd name="T1" fmla="*/ 0 h 51"/>
                  <a:gd name="T2" fmla="*/ 51 w 51"/>
                  <a:gd name="T3" fmla="*/ 26 h 51"/>
                  <a:gd name="T4" fmla="*/ 25 w 51"/>
                  <a:gd name="T5" fmla="*/ 51 h 51"/>
                  <a:gd name="T6" fmla="*/ 25 w 51"/>
                  <a:gd name="T7" fmla="*/ 51 h 51"/>
                  <a:gd name="T8" fmla="*/ 25 w 51"/>
                  <a:gd name="T9" fmla="*/ 45 h 51"/>
                  <a:gd name="T10" fmla="*/ 25 w 51"/>
                  <a:gd name="T11" fmla="*/ 45 h 51"/>
                  <a:gd name="T12" fmla="*/ 45 w 51"/>
                  <a:gd name="T13" fmla="*/ 26 h 51"/>
                  <a:gd name="T14" fmla="*/ 25 w 51"/>
                  <a:gd name="T15" fmla="*/ 6 h 51"/>
                  <a:gd name="T16" fmla="*/ 25 w 51"/>
                  <a:gd name="T17" fmla="*/ 6 h 51"/>
                  <a:gd name="T18" fmla="*/ 25 w 51"/>
                  <a:gd name="T19" fmla="*/ 0 h 51"/>
                  <a:gd name="T20" fmla="*/ 25 w 51"/>
                  <a:gd name="T21" fmla="*/ 51 h 51"/>
                  <a:gd name="T22" fmla="*/ 0 w 51"/>
                  <a:gd name="T23" fmla="*/ 26 h 51"/>
                  <a:gd name="T24" fmla="*/ 25 w 51"/>
                  <a:gd name="T25" fmla="*/ 0 h 51"/>
                  <a:gd name="T26" fmla="*/ 25 w 51"/>
                  <a:gd name="T27" fmla="*/ 6 h 51"/>
                  <a:gd name="T28" fmla="*/ 6 w 51"/>
                  <a:gd name="T29" fmla="*/ 26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6"/>
                    </a:cubicBezTo>
                    <a:cubicBezTo>
                      <a:pt x="51" y="40"/>
                      <a:pt x="39" y="51"/>
                      <a:pt x="25" y="51"/>
                    </a:cubicBezTo>
                    <a:cubicBezTo>
                      <a:pt x="25" y="51"/>
                      <a:pt x="25" y="51"/>
                      <a:pt x="25" y="51"/>
                    </a:cubicBezTo>
                    <a:cubicBezTo>
                      <a:pt x="25" y="45"/>
                      <a:pt x="25" y="45"/>
                      <a:pt x="25" y="45"/>
                    </a:cubicBezTo>
                    <a:cubicBezTo>
                      <a:pt x="25" y="45"/>
                      <a:pt x="25" y="45"/>
                      <a:pt x="25" y="45"/>
                    </a:cubicBezTo>
                    <a:cubicBezTo>
                      <a:pt x="36" y="45"/>
                      <a:pt x="45" y="36"/>
                      <a:pt x="45" y="26"/>
                    </a:cubicBezTo>
                    <a:cubicBezTo>
                      <a:pt x="45" y="15"/>
                      <a:pt x="36" y="6"/>
                      <a:pt x="25" y="6"/>
                    </a:cubicBezTo>
                    <a:cubicBezTo>
                      <a:pt x="25" y="6"/>
                      <a:pt x="25" y="6"/>
                      <a:pt x="25" y="6"/>
                    </a:cubicBezTo>
                    <a:cubicBezTo>
                      <a:pt x="25" y="0"/>
                      <a:pt x="25" y="0"/>
                      <a:pt x="25" y="0"/>
                    </a:cubicBezTo>
                    <a:close/>
                    <a:moveTo>
                      <a:pt x="25" y="51"/>
                    </a:moveTo>
                    <a:cubicBezTo>
                      <a:pt x="11" y="51"/>
                      <a:pt x="0" y="40"/>
                      <a:pt x="0" y="26"/>
                    </a:cubicBezTo>
                    <a:cubicBezTo>
                      <a:pt x="0" y="11"/>
                      <a:pt x="11" y="0"/>
                      <a:pt x="25" y="0"/>
                    </a:cubicBezTo>
                    <a:cubicBezTo>
                      <a:pt x="25" y="6"/>
                      <a:pt x="25" y="6"/>
                      <a:pt x="25" y="6"/>
                    </a:cubicBezTo>
                    <a:cubicBezTo>
                      <a:pt x="14" y="6"/>
                      <a:pt x="6" y="15"/>
                      <a:pt x="6" y="26"/>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4" name="Freeform 87">
                <a:extLst>
                  <a:ext uri="{FF2B5EF4-FFF2-40B4-BE49-F238E27FC236}">
                    <a16:creationId xmlns:a16="http://schemas.microsoft.com/office/drawing/2014/main" id="{45F327C5-FE07-41FC-824F-E37117F87474}"/>
                  </a:ext>
                </a:extLst>
              </p:cNvPr>
              <p:cNvSpPr>
                <a:spLocks noEditPoints="1"/>
              </p:cNvSpPr>
              <p:nvPr/>
            </p:nvSpPr>
            <p:spPr bwMode="auto">
              <a:xfrm>
                <a:off x="3510" y="556"/>
                <a:ext cx="89" cy="90"/>
              </a:xfrm>
              <a:custGeom>
                <a:avLst/>
                <a:gdLst>
                  <a:gd name="T0" fmla="*/ 25 w 51"/>
                  <a:gd name="T1" fmla="*/ 0 h 52"/>
                  <a:gd name="T2" fmla="*/ 51 w 51"/>
                  <a:gd name="T3" fmla="*/ 26 h 52"/>
                  <a:gd name="T4" fmla="*/ 25 w 51"/>
                  <a:gd name="T5" fmla="*/ 52 h 52"/>
                  <a:gd name="T6" fmla="*/ 25 w 51"/>
                  <a:gd name="T7" fmla="*/ 46 h 52"/>
                  <a:gd name="T8" fmla="*/ 45 w 51"/>
                  <a:gd name="T9" fmla="*/ 26 h 52"/>
                  <a:gd name="T10" fmla="*/ 25 w 51"/>
                  <a:gd name="T11" fmla="*/ 6 h 52"/>
                  <a:gd name="T12" fmla="*/ 25 w 51"/>
                  <a:gd name="T13" fmla="*/ 0 h 52"/>
                  <a:gd name="T14" fmla="*/ 25 w 51"/>
                  <a:gd name="T15" fmla="*/ 52 h 52"/>
                  <a:gd name="T16" fmla="*/ 0 w 51"/>
                  <a:gd name="T17" fmla="*/ 26 h 52"/>
                  <a:gd name="T18" fmla="*/ 25 w 51"/>
                  <a:gd name="T19" fmla="*/ 0 h 52"/>
                  <a:gd name="T20" fmla="*/ 25 w 51"/>
                  <a:gd name="T21" fmla="*/ 6 h 52"/>
                  <a:gd name="T22" fmla="*/ 6 w 51"/>
                  <a:gd name="T23" fmla="*/ 26 h 52"/>
                  <a:gd name="T24" fmla="*/ 25 w 51"/>
                  <a:gd name="T25" fmla="*/ 46 h 52"/>
                  <a:gd name="T26" fmla="*/ 25 w 51"/>
                  <a:gd name="T2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2">
                    <a:moveTo>
                      <a:pt x="25" y="0"/>
                    </a:moveTo>
                    <a:cubicBezTo>
                      <a:pt x="40" y="0"/>
                      <a:pt x="51" y="12"/>
                      <a:pt x="51" y="26"/>
                    </a:cubicBezTo>
                    <a:cubicBezTo>
                      <a:pt x="51" y="40"/>
                      <a:pt x="40" y="52"/>
                      <a:pt x="25" y="52"/>
                    </a:cubicBezTo>
                    <a:cubicBezTo>
                      <a:pt x="25" y="46"/>
                      <a:pt x="25" y="46"/>
                      <a:pt x="25" y="46"/>
                    </a:cubicBezTo>
                    <a:cubicBezTo>
                      <a:pt x="36" y="46"/>
                      <a:pt x="45" y="37"/>
                      <a:pt x="45" y="26"/>
                    </a:cubicBezTo>
                    <a:cubicBezTo>
                      <a:pt x="45" y="15"/>
                      <a:pt x="36" y="6"/>
                      <a:pt x="25" y="6"/>
                    </a:cubicBezTo>
                    <a:lnTo>
                      <a:pt x="25" y="0"/>
                    </a:lnTo>
                    <a:close/>
                    <a:moveTo>
                      <a:pt x="25" y="52"/>
                    </a:moveTo>
                    <a:cubicBezTo>
                      <a:pt x="11" y="52"/>
                      <a:pt x="0" y="40"/>
                      <a:pt x="0" y="26"/>
                    </a:cubicBezTo>
                    <a:cubicBezTo>
                      <a:pt x="0" y="12"/>
                      <a:pt x="11" y="0"/>
                      <a:pt x="25" y="0"/>
                    </a:cubicBezTo>
                    <a:cubicBezTo>
                      <a:pt x="25" y="6"/>
                      <a:pt x="25" y="6"/>
                      <a:pt x="25" y="6"/>
                    </a:cubicBezTo>
                    <a:cubicBezTo>
                      <a:pt x="15" y="6"/>
                      <a:pt x="6" y="15"/>
                      <a:pt x="6" y="26"/>
                    </a:cubicBezTo>
                    <a:cubicBezTo>
                      <a:pt x="6" y="37"/>
                      <a:pt x="15" y="46"/>
                      <a:pt x="25" y="46"/>
                    </a:cubicBezTo>
                    <a:lnTo>
                      <a:pt x="25"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5" name="Freeform 88">
                <a:extLst>
                  <a:ext uri="{FF2B5EF4-FFF2-40B4-BE49-F238E27FC236}">
                    <a16:creationId xmlns:a16="http://schemas.microsoft.com/office/drawing/2014/main" id="{7FAAD5FF-266B-4E02-A562-1678FCC1ED55}"/>
                  </a:ext>
                </a:extLst>
              </p:cNvPr>
              <p:cNvSpPr>
                <a:spLocks noEditPoints="1"/>
              </p:cNvSpPr>
              <p:nvPr/>
            </p:nvSpPr>
            <p:spPr bwMode="auto">
              <a:xfrm>
                <a:off x="3131" y="1853"/>
                <a:ext cx="89" cy="89"/>
              </a:xfrm>
              <a:custGeom>
                <a:avLst/>
                <a:gdLst>
                  <a:gd name="T0" fmla="*/ 26 w 51"/>
                  <a:gd name="T1" fmla="*/ 0 h 51"/>
                  <a:gd name="T2" fmla="*/ 51 w 51"/>
                  <a:gd name="T3" fmla="*/ 26 h 51"/>
                  <a:gd name="T4" fmla="*/ 26 w 51"/>
                  <a:gd name="T5" fmla="*/ 51 h 51"/>
                  <a:gd name="T6" fmla="*/ 26 w 51"/>
                  <a:gd name="T7" fmla="*/ 45 h 51"/>
                  <a:gd name="T8" fmla="*/ 46 w 51"/>
                  <a:gd name="T9" fmla="*/ 26 h 51"/>
                  <a:gd name="T10" fmla="*/ 26 w 51"/>
                  <a:gd name="T11" fmla="*/ 6 h 51"/>
                  <a:gd name="T12" fmla="*/ 26 w 51"/>
                  <a:gd name="T13" fmla="*/ 0 h 51"/>
                  <a:gd name="T14" fmla="*/ 26 w 51"/>
                  <a:gd name="T15" fmla="*/ 51 h 51"/>
                  <a:gd name="T16" fmla="*/ 0 w 51"/>
                  <a:gd name="T17" fmla="*/ 26 h 51"/>
                  <a:gd name="T18" fmla="*/ 26 w 51"/>
                  <a:gd name="T19" fmla="*/ 0 h 51"/>
                  <a:gd name="T20" fmla="*/ 26 w 51"/>
                  <a:gd name="T21" fmla="*/ 6 h 51"/>
                  <a:gd name="T22" fmla="*/ 6 w 51"/>
                  <a:gd name="T23" fmla="*/ 26 h 51"/>
                  <a:gd name="T24" fmla="*/ 26 w 51"/>
                  <a:gd name="T25" fmla="*/ 45 h 51"/>
                  <a:gd name="T26" fmla="*/ 26 w 51"/>
                  <a:gd name="T2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1">
                    <a:moveTo>
                      <a:pt x="26" y="0"/>
                    </a:moveTo>
                    <a:cubicBezTo>
                      <a:pt x="40" y="0"/>
                      <a:pt x="51" y="12"/>
                      <a:pt x="51" y="26"/>
                    </a:cubicBezTo>
                    <a:cubicBezTo>
                      <a:pt x="51" y="40"/>
                      <a:pt x="40" y="51"/>
                      <a:pt x="26" y="51"/>
                    </a:cubicBezTo>
                    <a:cubicBezTo>
                      <a:pt x="26" y="45"/>
                      <a:pt x="26" y="45"/>
                      <a:pt x="26" y="45"/>
                    </a:cubicBezTo>
                    <a:cubicBezTo>
                      <a:pt x="37" y="45"/>
                      <a:pt x="46" y="37"/>
                      <a:pt x="46" y="26"/>
                    </a:cubicBezTo>
                    <a:cubicBezTo>
                      <a:pt x="46" y="15"/>
                      <a:pt x="37" y="6"/>
                      <a:pt x="26" y="6"/>
                    </a:cubicBezTo>
                    <a:lnTo>
                      <a:pt x="26" y="0"/>
                    </a:lnTo>
                    <a:close/>
                    <a:moveTo>
                      <a:pt x="26" y="51"/>
                    </a:moveTo>
                    <a:cubicBezTo>
                      <a:pt x="12" y="51"/>
                      <a:pt x="0" y="40"/>
                      <a:pt x="0" y="26"/>
                    </a:cubicBezTo>
                    <a:cubicBezTo>
                      <a:pt x="0" y="12"/>
                      <a:pt x="12" y="0"/>
                      <a:pt x="26" y="0"/>
                    </a:cubicBezTo>
                    <a:cubicBezTo>
                      <a:pt x="26" y="6"/>
                      <a:pt x="26" y="6"/>
                      <a:pt x="26" y="6"/>
                    </a:cubicBezTo>
                    <a:cubicBezTo>
                      <a:pt x="15" y="6"/>
                      <a:pt x="6" y="15"/>
                      <a:pt x="6" y="26"/>
                    </a:cubicBezTo>
                    <a:cubicBezTo>
                      <a:pt x="6" y="37"/>
                      <a:pt x="15" y="45"/>
                      <a:pt x="26" y="45"/>
                    </a:cubicBezTo>
                    <a:lnTo>
                      <a:pt x="26"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6" name="Freeform 89">
                <a:extLst>
                  <a:ext uri="{FF2B5EF4-FFF2-40B4-BE49-F238E27FC236}">
                    <a16:creationId xmlns:a16="http://schemas.microsoft.com/office/drawing/2014/main" id="{F5C5FFA7-0857-480F-96B2-0C605A13629F}"/>
                  </a:ext>
                </a:extLst>
              </p:cNvPr>
              <p:cNvSpPr>
                <a:spLocks noEditPoints="1"/>
              </p:cNvSpPr>
              <p:nvPr/>
            </p:nvSpPr>
            <p:spPr bwMode="auto">
              <a:xfrm>
                <a:off x="4385" y="1410"/>
                <a:ext cx="91" cy="91"/>
              </a:xfrm>
              <a:custGeom>
                <a:avLst/>
                <a:gdLst>
                  <a:gd name="T0" fmla="*/ 26 w 52"/>
                  <a:gd name="T1" fmla="*/ 0 h 52"/>
                  <a:gd name="T2" fmla="*/ 52 w 52"/>
                  <a:gd name="T3" fmla="*/ 26 h 52"/>
                  <a:gd name="T4" fmla="*/ 26 w 52"/>
                  <a:gd name="T5" fmla="*/ 52 h 52"/>
                  <a:gd name="T6" fmla="*/ 26 w 52"/>
                  <a:gd name="T7" fmla="*/ 52 h 52"/>
                  <a:gd name="T8" fmla="*/ 26 w 52"/>
                  <a:gd name="T9" fmla="*/ 46 h 52"/>
                  <a:gd name="T10" fmla="*/ 26 w 52"/>
                  <a:gd name="T11" fmla="*/ 46 h 52"/>
                  <a:gd name="T12" fmla="*/ 46 w 52"/>
                  <a:gd name="T13" fmla="*/ 26 h 52"/>
                  <a:gd name="T14" fmla="*/ 26 w 52"/>
                  <a:gd name="T15" fmla="*/ 6 h 52"/>
                  <a:gd name="T16" fmla="*/ 26 w 52"/>
                  <a:gd name="T17" fmla="*/ 6 h 52"/>
                  <a:gd name="T18" fmla="*/ 26 w 52"/>
                  <a:gd name="T19" fmla="*/ 0 h 52"/>
                  <a:gd name="T20" fmla="*/ 26 w 52"/>
                  <a:gd name="T21" fmla="*/ 52 h 52"/>
                  <a:gd name="T22" fmla="*/ 0 w 52"/>
                  <a:gd name="T23" fmla="*/ 26 h 52"/>
                  <a:gd name="T24" fmla="*/ 26 w 52"/>
                  <a:gd name="T25" fmla="*/ 0 h 52"/>
                  <a:gd name="T26" fmla="*/ 26 w 52"/>
                  <a:gd name="T27" fmla="*/ 6 h 52"/>
                  <a:gd name="T28" fmla="*/ 6 w 52"/>
                  <a:gd name="T29" fmla="*/ 26 h 52"/>
                  <a:gd name="T30" fmla="*/ 26 w 52"/>
                  <a:gd name="T31" fmla="*/ 46 h 52"/>
                  <a:gd name="T32" fmla="*/ 26 w 5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26" y="0"/>
                    </a:moveTo>
                    <a:cubicBezTo>
                      <a:pt x="40" y="0"/>
                      <a:pt x="52" y="12"/>
                      <a:pt x="52" y="26"/>
                    </a:cubicBezTo>
                    <a:cubicBezTo>
                      <a:pt x="52" y="40"/>
                      <a:pt x="40" y="52"/>
                      <a:pt x="26" y="52"/>
                    </a:cubicBezTo>
                    <a:cubicBezTo>
                      <a:pt x="26" y="52"/>
                      <a:pt x="26" y="52"/>
                      <a:pt x="26" y="52"/>
                    </a:cubicBezTo>
                    <a:cubicBezTo>
                      <a:pt x="26" y="46"/>
                      <a:pt x="26" y="46"/>
                      <a:pt x="26" y="46"/>
                    </a:cubicBezTo>
                    <a:cubicBezTo>
                      <a:pt x="26" y="46"/>
                      <a:pt x="26" y="46"/>
                      <a:pt x="26" y="46"/>
                    </a:cubicBezTo>
                    <a:cubicBezTo>
                      <a:pt x="37" y="46"/>
                      <a:pt x="46" y="37"/>
                      <a:pt x="46" y="26"/>
                    </a:cubicBezTo>
                    <a:cubicBezTo>
                      <a:pt x="46" y="15"/>
                      <a:pt x="37" y="6"/>
                      <a:pt x="26" y="6"/>
                    </a:cubicBezTo>
                    <a:cubicBezTo>
                      <a:pt x="26" y="6"/>
                      <a:pt x="26" y="6"/>
                      <a:pt x="26" y="6"/>
                    </a:cubicBezTo>
                    <a:cubicBezTo>
                      <a:pt x="26" y="0"/>
                      <a:pt x="26" y="0"/>
                      <a:pt x="26" y="0"/>
                    </a:cubicBezTo>
                    <a:close/>
                    <a:moveTo>
                      <a:pt x="26" y="52"/>
                    </a:moveTo>
                    <a:cubicBezTo>
                      <a:pt x="12" y="52"/>
                      <a:pt x="0" y="40"/>
                      <a:pt x="0" y="26"/>
                    </a:cubicBezTo>
                    <a:cubicBezTo>
                      <a:pt x="0" y="12"/>
                      <a:pt x="12" y="0"/>
                      <a:pt x="26" y="0"/>
                    </a:cubicBezTo>
                    <a:cubicBezTo>
                      <a:pt x="26" y="6"/>
                      <a:pt x="26" y="6"/>
                      <a:pt x="26" y="6"/>
                    </a:cubicBezTo>
                    <a:cubicBezTo>
                      <a:pt x="15" y="6"/>
                      <a:pt x="6" y="15"/>
                      <a:pt x="6" y="26"/>
                    </a:cubicBezTo>
                    <a:cubicBezTo>
                      <a:pt x="6" y="37"/>
                      <a:pt x="15" y="46"/>
                      <a:pt x="26" y="46"/>
                    </a:cubicBezTo>
                    <a:lnTo>
                      <a:pt x="26" y="52"/>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7" name="Freeform 90">
                <a:extLst>
                  <a:ext uri="{FF2B5EF4-FFF2-40B4-BE49-F238E27FC236}">
                    <a16:creationId xmlns:a16="http://schemas.microsoft.com/office/drawing/2014/main" id="{6A116C36-378E-4555-B0F7-6E978F727F7A}"/>
                  </a:ext>
                </a:extLst>
              </p:cNvPr>
              <p:cNvSpPr>
                <a:spLocks noEditPoints="1"/>
              </p:cNvSpPr>
              <p:nvPr/>
            </p:nvSpPr>
            <p:spPr bwMode="auto">
              <a:xfrm>
                <a:off x="4008" y="2176"/>
                <a:ext cx="89" cy="89"/>
              </a:xfrm>
              <a:custGeom>
                <a:avLst/>
                <a:gdLst>
                  <a:gd name="T0" fmla="*/ 25 w 51"/>
                  <a:gd name="T1" fmla="*/ 0 h 51"/>
                  <a:gd name="T2" fmla="*/ 51 w 51"/>
                  <a:gd name="T3" fmla="*/ 25 h 51"/>
                  <a:gd name="T4" fmla="*/ 25 w 51"/>
                  <a:gd name="T5" fmla="*/ 51 h 51"/>
                  <a:gd name="T6" fmla="*/ 25 w 51"/>
                  <a:gd name="T7" fmla="*/ 51 h 51"/>
                  <a:gd name="T8" fmla="*/ 25 w 51"/>
                  <a:gd name="T9" fmla="*/ 45 h 51"/>
                  <a:gd name="T10" fmla="*/ 25 w 51"/>
                  <a:gd name="T11" fmla="*/ 45 h 51"/>
                  <a:gd name="T12" fmla="*/ 45 w 51"/>
                  <a:gd name="T13" fmla="*/ 25 h 51"/>
                  <a:gd name="T14" fmla="*/ 25 w 51"/>
                  <a:gd name="T15" fmla="*/ 5 h 51"/>
                  <a:gd name="T16" fmla="*/ 25 w 51"/>
                  <a:gd name="T17" fmla="*/ 5 h 51"/>
                  <a:gd name="T18" fmla="*/ 25 w 51"/>
                  <a:gd name="T19" fmla="*/ 0 h 51"/>
                  <a:gd name="T20" fmla="*/ 25 w 51"/>
                  <a:gd name="T21" fmla="*/ 51 h 51"/>
                  <a:gd name="T22" fmla="*/ 0 w 51"/>
                  <a:gd name="T23" fmla="*/ 25 h 51"/>
                  <a:gd name="T24" fmla="*/ 25 w 51"/>
                  <a:gd name="T25" fmla="*/ 0 h 51"/>
                  <a:gd name="T26" fmla="*/ 25 w 51"/>
                  <a:gd name="T27" fmla="*/ 5 h 51"/>
                  <a:gd name="T28" fmla="*/ 6 w 51"/>
                  <a:gd name="T29" fmla="*/ 25 h 51"/>
                  <a:gd name="T30" fmla="*/ 25 w 51"/>
                  <a:gd name="T31" fmla="*/ 45 h 51"/>
                  <a:gd name="T32" fmla="*/ 25 w 51"/>
                  <a:gd name="T3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51">
                    <a:moveTo>
                      <a:pt x="25" y="0"/>
                    </a:moveTo>
                    <a:cubicBezTo>
                      <a:pt x="39" y="0"/>
                      <a:pt x="51" y="11"/>
                      <a:pt x="51" y="25"/>
                    </a:cubicBezTo>
                    <a:cubicBezTo>
                      <a:pt x="51" y="39"/>
                      <a:pt x="39" y="51"/>
                      <a:pt x="25" y="51"/>
                    </a:cubicBezTo>
                    <a:cubicBezTo>
                      <a:pt x="25" y="51"/>
                      <a:pt x="25" y="51"/>
                      <a:pt x="25" y="51"/>
                    </a:cubicBezTo>
                    <a:cubicBezTo>
                      <a:pt x="25" y="45"/>
                      <a:pt x="25" y="45"/>
                      <a:pt x="25" y="45"/>
                    </a:cubicBezTo>
                    <a:cubicBezTo>
                      <a:pt x="25" y="45"/>
                      <a:pt x="25" y="45"/>
                      <a:pt x="25" y="45"/>
                    </a:cubicBezTo>
                    <a:cubicBezTo>
                      <a:pt x="36" y="45"/>
                      <a:pt x="45" y="36"/>
                      <a:pt x="45" y="25"/>
                    </a:cubicBezTo>
                    <a:cubicBezTo>
                      <a:pt x="45" y="14"/>
                      <a:pt x="36" y="5"/>
                      <a:pt x="25" y="5"/>
                    </a:cubicBezTo>
                    <a:cubicBezTo>
                      <a:pt x="25" y="5"/>
                      <a:pt x="25" y="5"/>
                      <a:pt x="25" y="5"/>
                    </a:cubicBezTo>
                    <a:cubicBezTo>
                      <a:pt x="25" y="0"/>
                      <a:pt x="25" y="0"/>
                      <a:pt x="25" y="0"/>
                    </a:cubicBezTo>
                    <a:close/>
                    <a:moveTo>
                      <a:pt x="25" y="51"/>
                    </a:moveTo>
                    <a:cubicBezTo>
                      <a:pt x="11" y="51"/>
                      <a:pt x="0" y="39"/>
                      <a:pt x="0" y="25"/>
                    </a:cubicBezTo>
                    <a:cubicBezTo>
                      <a:pt x="0" y="11"/>
                      <a:pt x="11" y="0"/>
                      <a:pt x="25" y="0"/>
                    </a:cubicBezTo>
                    <a:cubicBezTo>
                      <a:pt x="25" y="5"/>
                      <a:pt x="25" y="5"/>
                      <a:pt x="25" y="5"/>
                    </a:cubicBezTo>
                    <a:cubicBezTo>
                      <a:pt x="14" y="5"/>
                      <a:pt x="6" y="14"/>
                      <a:pt x="6" y="25"/>
                    </a:cubicBezTo>
                    <a:cubicBezTo>
                      <a:pt x="6" y="36"/>
                      <a:pt x="14" y="45"/>
                      <a:pt x="25" y="45"/>
                    </a:cubicBezTo>
                    <a:lnTo>
                      <a:pt x="25" y="51"/>
                    </a:lnTo>
                    <a:close/>
                  </a:path>
                </a:pathLst>
              </a:custGeom>
              <a:solidFill>
                <a:srgbClr val="D9D9DE"/>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8" name="Freeform 91">
                <a:extLst>
                  <a:ext uri="{FF2B5EF4-FFF2-40B4-BE49-F238E27FC236}">
                    <a16:creationId xmlns:a16="http://schemas.microsoft.com/office/drawing/2014/main" id="{A8C4CE09-5D48-4511-A7D9-F27DAC09D03D}"/>
                  </a:ext>
                </a:extLst>
              </p:cNvPr>
              <p:cNvSpPr>
                <a:spLocks/>
              </p:cNvSpPr>
              <p:nvPr/>
            </p:nvSpPr>
            <p:spPr bwMode="auto">
              <a:xfrm>
                <a:off x="3562" y="1016"/>
                <a:ext cx="148" cy="111"/>
              </a:xfrm>
              <a:custGeom>
                <a:avLst/>
                <a:gdLst>
                  <a:gd name="T0" fmla="*/ 43 w 85"/>
                  <a:gd name="T1" fmla="*/ 0 h 64"/>
                  <a:gd name="T2" fmla="*/ 0 w 85"/>
                  <a:gd name="T3" fmla="*/ 43 h 64"/>
                  <a:gd name="T4" fmla="*/ 5 w 85"/>
                  <a:gd name="T5" fmla="*/ 63 h 64"/>
                  <a:gd name="T6" fmla="*/ 5 w 85"/>
                  <a:gd name="T7" fmla="*/ 52 h 64"/>
                  <a:gd name="T8" fmla="*/ 7 w 85"/>
                  <a:gd name="T9" fmla="*/ 46 h 64"/>
                  <a:gd name="T10" fmla="*/ 7 w 85"/>
                  <a:gd name="T11" fmla="*/ 43 h 64"/>
                  <a:gd name="T12" fmla="*/ 43 w 85"/>
                  <a:gd name="T13" fmla="*/ 7 h 64"/>
                  <a:gd name="T14" fmla="*/ 78 w 85"/>
                  <a:gd name="T15" fmla="*/ 43 h 64"/>
                  <a:gd name="T16" fmla="*/ 78 w 85"/>
                  <a:gd name="T17" fmla="*/ 47 h 64"/>
                  <a:gd name="T18" fmla="*/ 80 w 85"/>
                  <a:gd name="T19" fmla="*/ 52 h 64"/>
                  <a:gd name="T20" fmla="*/ 80 w 85"/>
                  <a:gd name="T21" fmla="*/ 64 h 64"/>
                  <a:gd name="T22" fmla="*/ 85 w 85"/>
                  <a:gd name="T23" fmla="*/ 43 h 64"/>
                  <a:gd name="T24" fmla="*/ 43 w 85"/>
                  <a:gd name="T2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64">
                    <a:moveTo>
                      <a:pt x="43" y="0"/>
                    </a:moveTo>
                    <a:cubicBezTo>
                      <a:pt x="19" y="0"/>
                      <a:pt x="0" y="19"/>
                      <a:pt x="0" y="43"/>
                    </a:cubicBezTo>
                    <a:cubicBezTo>
                      <a:pt x="0" y="50"/>
                      <a:pt x="2" y="57"/>
                      <a:pt x="5" y="63"/>
                    </a:cubicBezTo>
                    <a:cubicBezTo>
                      <a:pt x="5" y="52"/>
                      <a:pt x="5" y="52"/>
                      <a:pt x="5" y="52"/>
                    </a:cubicBezTo>
                    <a:cubicBezTo>
                      <a:pt x="5" y="50"/>
                      <a:pt x="6" y="48"/>
                      <a:pt x="7" y="46"/>
                    </a:cubicBezTo>
                    <a:cubicBezTo>
                      <a:pt x="7" y="45"/>
                      <a:pt x="7" y="44"/>
                      <a:pt x="7" y="43"/>
                    </a:cubicBezTo>
                    <a:cubicBezTo>
                      <a:pt x="7" y="23"/>
                      <a:pt x="23" y="7"/>
                      <a:pt x="43" y="7"/>
                    </a:cubicBezTo>
                    <a:cubicBezTo>
                      <a:pt x="62" y="7"/>
                      <a:pt x="78" y="23"/>
                      <a:pt x="78" y="43"/>
                    </a:cubicBezTo>
                    <a:cubicBezTo>
                      <a:pt x="78" y="44"/>
                      <a:pt x="78" y="46"/>
                      <a:pt x="78" y="47"/>
                    </a:cubicBezTo>
                    <a:cubicBezTo>
                      <a:pt x="79" y="48"/>
                      <a:pt x="80" y="50"/>
                      <a:pt x="80" y="52"/>
                    </a:cubicBezTo>
                    <a:cubicBezTo>
                      <a:pt x="80" y="64"/>
                      <a:pt x="80" y="64"/>
                      <a:pt x="80" y="64"/>
                    </a:cubicBezTo>
                    <a:cubicBezTo>
                      <a:pt x="83" y="58"/>
                      <a:pt x="85" y="50"/>
                      <a:pt x="85" y="43"/>
                    </a:cubicBezTo>
                    <a:cubicBezTo>
                      <a:pt x="85" y="19"/>
                      <a:pt x="66" y="0"/>
                      <a:pt x="4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89" name="Freeform 92">
                <a:extLst>
                  <a:ext uri="{FF2B5EF4-FFF2-40B4-BE49-F238E27FC236}">
                    <a16:creationId xmlns:a16="http://schemas.microsoft.com/office/drawing/2014/main" id="{16D450FE-E509-4341-8A73-02FDD83EF682}"/>
                  </a:ext>
                </a:extLst>
              </p:cNvPr>
              <p:cNvSpPr>
                <a:spLocks/>
              </p:cNvSpPr>
              <p:nvPr/>
            </p:nvSpPr>
            <p:spPr bwMode="auto">
              <a:xfrm>
                <a:off x="3574" y="1091"/>
                <a:ext cx="33" cy="59"/>
              </a:xfrm>
              <a:custGeom>
                <a:avLst/>
                <a:gdLst>
                  <a:gd name="T0" fmla="*/ 1 w 19"/>
                  <a:gd name="T1" fmla="*/ 7 h 34"/>
                  <a:gd name="T2" fmla="*/ 0 w 19"/>
                  <a:gd name="T3" fmla="*/ 9 h 34"/>
                  <a:gd name="T4" fmla="*/ 0 w 19"/>
                  <a:gd name="T5" fmla="*/ 20 h 34"/>
                  <a:gd name="T6" fmla="*/ 0 w 19"/>
                  <a:gd name="T7" fmla="*/ 25 h 34"/>
                  <a:gd name="T8" fmla="*/ 14 w 19"/>
                  <a:gd name="T9" fmla="*/ 34 h 34"/>
                  <a:gd name="T10" fmla="*/ 19 w 19"/>
                  <a:gd name="T11" fmla="*/ 34 h 34"/>
                  <a:gd name="T12" fmla="*/ 19 w 19"/>
                  <a:gd name="T13" fmla="*/ 0 h 34"/>
                  <a:gd name="T14" fmla="*/ 14 w 19"/>
                  <a:gd name="T15" fmla="*/ 0 h 34"/>
                  <a:gd name="T16" fmla="*/ 1 w 19"/>
                  <a:gd name="T17"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1" y="7"/>
                    </a:moveTo>
                    <a:cubicBezTo>
                      <a:pt x="1" y="8"/>
                      <a:pt x="0" y="8"/>
                      <a:pt x="0" y="9"/>
                    </a:cubicBezTo>
                    <a:cubicBezTo>
                      <a:pt x="0" y="20"/>
                      <a:pt x="0" y="20"/>
                      <a:pt x="0" y="20"/>
                    </a:cubicBezTo>
                    <a:cubicBezTo>
                      <a:pt x="0" y="25"/>
                      <a:pt x="0" y="25"/>
                      <a:pt x="0" y="25"/>
                    </a:cubicBezTo>
                    <a:cubicBezTo>
                      <a:pt x="0" y="30"/>
                      <a:pt x="6" y="34"/>
                      <a:pt x="14" y="34"/>
                    </a:cubicBezTo>
                    <a:cubicBezTo>
                      <a:pt x="19" y="34"/>
                      <a:pt x="19" y="34"/>
                      <a:pt x="19" y="34"/>
                    </a:cubicBezTo>
                    <a:cubicBezTo>
                      <a:pt x="19" y="0"/>
                      <a:pt x="19" y="0"/>
                      <a:pt x="19" y="0"/>
                    </a:cubicBezTo>
                    <a:cubicBezTo>
                      <a:pt x="14" y="0"/>
                      <a:pt x="14" y="0"/>
                      <a:pt x="14" y="0"/>
                    </a:cubicBezTo>
                    <a:cubicBezTo>
                      <a:pt x="7" y="0"/>
                      <a:pt x="2" y="3"/>
                      <a:pt x="1" y="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0" name="Freeform 93">
                <a:extLst>
                  <a:ext uri="{FF2B5EF4-FFF2-40B4-BE49-F238E27FC236}">
                    <a16:creationId xmlns:a16="http://schemas.microsoft.com/office/drawing/2014/main" id="{C7FB643A-80FE-49DA-8B07-07ABA01946F8}"/>
                  </a:ext>
                </a:extLst>
              </p:cNvPr>
              <p:cNvSpPr>
                <a:spLocks/>
              </p:cNvSpPr>
              <p:nvPr/>
            </p:nvSpPr>
            <p:spPr bwMode="auto">
              <a:xfrm>
                <a:off x="3665" y="1091"/>
                <a:ext cx="31" cy="59"/>
              </a:xfrm>
              <a:custGeom>
                <a:avLst/>
                <a:gdLst>
                  <a:gd name="T0" fmla="*/ 18 w 18"/>
                  <a:gd name="T1" fmla="*/ 25 h 34"/>
                  <a:gd name="T2" fmla="*/ 18 w 18"/>
                  <a:gd name="T3" fmla="*/ 20 h 34"/>
                  <a:gd name="T4" fmla="*/ 18 w 18"/>
                  <a:gd name="T5" fmla="*/ 9 h 34"/>
                  <a:gd name="T6" fmla="*/ 18 w 18"/>
                  <a:gd name="T7" fmla="*/ 8 h 34"/>
                  <a:gd name="T8" fmla="*/ 5 w 18"/>
                  <a:gd name="T9" fmla="*/ 0 h 34"/>
                  <a:gd name="T10" fmla="*/ 0 w 18"/>
                  <a:gd name="T11" fmla="*/ 0 h 34"/>
                  <a:gd name="T12" fmla="*/ 0 w 18"/>
                  <a:gd name="T13" fmla="*/ 34 h 34"/>
                  <a:gd name="T14" fmla="*/ 5 w 18"/>
                  <a:gd name="T15" fmla="*/ 34 h 34"/>
                  <a:gd name="T16" fmla="*/ 18 w 18"/>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34">
                    <a:moveTo>
                      <a:pt x="18" y="25"/>
                    </a:moveTo>
                    <a:cubicBezTo>
                      <a:pt x="18" y="20"/>
                      <a:pt x="18" y="20"/>
                      <a:pt x="18" y="20"/>
                    </a:cubicBezTo>
                    <a:cubicBezTo>
                      <a:pt x="18" y="9"/>
                      <a:pt x="18" y="9"/>
                      <a:pt x="18" y="9"/>
                    </a:cubicBezTo>
                    <a:cubicBezTo>
                      <a:pt x="18" y="9"/>
                      <a:pt x="18" y="8"/>
                      <a:pt x="18" y="8"/>
                    </a:cubicBezTo>
                    <a:cubicBezTo>
                      <a:pt x="18" y="4"/>
                      <a:pt x="12" y="0"/>
                      <a:pt x="5" y="0"/>
                    </a:cubicBezTo>
                    <a:cubicBezTo>
                      <a:pt x="0" y="0"/>
                      <a:pt x="0" y="0"/>
                      <a:pt x="0" y="0"/>
                    </a:cubicBezTo>
                    <a:cubicBezTo>
                      <a:pt x="0" y="34"/>
                      <a:pt x="0" y="34"/>
                      <a:pt x="0" y="34"/>
                    </a:cubicBezTo>
                    <a:cubicBezTo>
                      <a:pt x="5" y="34"/>
                      <a:pt x="5" y="34"/>
                      <a:pt x="5" y="34"/>
                    </a:cubicBezTo>
                    <a:cubicBezTo>
                      <a:pt x="13" y="34"/>
                      <a:pt x="18" y="30"/>
                      <a:pt x="18" y="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1" name="Freeform 94">
                <a:extLst>
                  <a:ext uri="{FF2B5EF4-FFF2-40B4-BE49-F238E27FC236}">
                    <a16:creationId xmlns:a16="http://schemas.microsoft.com/office/drawing/2014/main" id="{3FCC2517-02D7-49E0-8ACE-6A043D4EFB2A}"/>
                  </a:ext>
                </a:extLst>
              </p:cNvPr>
              <p:cNvSpPr>
                <a:spLocks/>
              </p:cNvSpPr>
              <p:nvPr/>
            </p:nvSpPr>
            <p:spPr bwMode="auto">
              <a:xfrm>
                <a:off x="4443" y="2270"/>
                <a:ext cx="38" cy="78"/>
              </a:xfrm>
              <a:custGeom>
                <a:avLst/>
                <a:gdLst>
                  <a:gd name="T0" fmla="*/ 0 w 38"/>
                  <a:gd name="T1" fmla="*/ 78 h 78"/>
                  <a:gd name="T2" fmla="*/ 38 w 38"/>
                  <a:gd name="T3" fmla="*/ 32 h 78"/>
                  <a:gd name="T4" fmla="*/ 0 w 38"/>
                  <a:gd name="T5" fmla="*/ 0 h 78"/>
                  <a:gd name="T6" fmla="*/ 0 w 38"/>
                  <a:gd name="T7" fmla="*/ 78 h 78"/>
                </a:gdLst>
                <a:ahLst/>
                <a:cxnLst>
                  <a:cxn ang="0">
                    <a:pos x="T0" y="T1"/>
                  </a:cxn>
                  <a:cxn ang="0">
                    <a:pos x="T2" y="T3"/>
                  </a:cxn>
                  <a:cxn ang="0">
                    <a:pos x="T4" y="T5"/>
                  </a:cxn>
                  <a:cxn ang="0">
                    <a:pos x="T6" y="T7"/>
                  </a:cxn>
                </a:cxnLst>
                <a:rect l="0" t="0" r="r" b="b"/>
                <a:pathLst>
                  <a:path w="38" h="78">
                    <a:moveTo>
                      <a:pt x="0" y="78"/>
                    </a:moveTo>
                    <a:lnTo>
                      <a:pt x="38" y="32"/>
                    </a:lnTo>
                    <a:lnTo>
                      <a:pt x="0" y="0"/>
                    </a:lnTo>
                    <a:lnTo>
                      <a:pt x="0" y="7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2" name="Freeform 95">
                <a:extLst>
                  <a:ext uri="{FF2B5EF4-FFF2-40B4-BE49-F238E27FC236}">
                    <a16:creationId xmlns:a16="http://schemas.microsoft.com/office/drawing/2014/main" id="{7F64AD27-1178-4DC0-91AB-471407CF5909}"/>
                  </a:ext>
                </a:extLst>
              </p:cNvPr>
              <p:cNvSpPr>
                <a:spLocks/>
              </p:cNvSpPr>
              <p:nvPr/>
            </p:nvSpPr>
            <p:spPr bwMode="auto">
              <a:xfrm>
                <a:off x="4535" y="2270"/>
                <a:ext cx="40" cy="78"/>
              </a:xfrm>
              <a:custGeom>
                <a:avLst/>
                <a:gdLst>
                  <a:gd name="T0" fmla="*/ 40 w 40"/>
                  <a:gd name="T1" fmla="*/ 78 h 78"/>
                  <a:gd name="T2" fmla="*/ 40 w 40"/>
                  <a:gd name="T3" fmla="*/ 0 h 78"/>
                  <a:gd name="T4" fmla="*/ 0 w 40"/>
                  <a:gd name="T5" fmla="*/ 32 h 78"/>
                  <a:gd name="T6" fmla="*/ 40 w 40"/>
                  <a:gd name="T7" fmla="*/ 78 h 78"/>
                </a:gdLst>
                <a:ahLst/>
                <a:cxnLst>
                  <a:cxn ang="0">
                    <a:pos x="T0" y="T1"/>
                  </a:cxn>
                  <a:cxn ang="0">
                    <a:pos x="T2" y="T3"/>
                  </a:cxn>
                  <a:cxn ang="0">
                    <a:pos x="T4" y="T5"/>
                  </a:cxn>
                  <a:cxn ang="0">
                    <a:pos x="T6" y="T7"/>
                  </a:cxn>
                </a:cxnLst>
                <a:rect l="0" t="0" r="r" b="b"/>
                <a:pathLst>
                  <a:path w="40" h="78">
                    <a:moveTo>
                      <a:pt x="40" y="78"/>
                    </a:moveTo>
                    <a:lnTo>
                      <a:pt x="40" y="0"/>
                    </a:lnTo>
                    <a:lnTo>
                      <a:pt x="0" y="32"/>
                    </a:lnTo>
                    <a:lnTo>
                      <a:pt x="40" y="7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3" name="Freeform 96">
                <a:extLst>
                  <a:ext uri="{FF2B5EF4-FFF2-40B4-BE49-F238E27FC236}">
                    <a16:creationId xmlns:a16="http://schemas.microsoft.com/office/drawing/2014/main" id="{63D891DD-BEFB-430D-AACB-BFC19B4F99E6}"/>
                  </a:ext>
                </a:extLst>
              </p:cNvPr>
              <p:cNvSpPr>
                <a:spLocks/>
              </p:cNvSpPr>
              <p:nvPr/>
            </p:nvSpPr>
            <p:spPr bwMode="auto">
              <a:xfrm>
                <a:off x="4575" y="2350"/>
                <a:ext cx="0" cy="2"/>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4" name="Freeform 97">
                <a:extLst>
                  <a:ext uri="{FF2B5EF4-FFF2-40B4-BE49-F238E27FC236}">
                    <a16:creationId xmlns:a16="http://schemas.microsoft.com/office/drawing/2014/main" id="{2E4BEFC9-8D2A-407B-AB59-1A91D448B695}"/>
                  </a:ext>
                </a:extLst>
              </p:cNvPr>
              <p:cNvSpPr>
                <a:spLocks/>
              </p:cNvSpPr>
              <p:nvPr/>
            </p:nvSpPr>
            <p:spPr bwMode="auto">
              <a:xfrm>
                <a:off x="4443" y="2350"/>
                <a:ext cx="0" cy="2"/>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5" name="Freeform 98">
                <a:extLst>
                  <a:ext uri="{FF2B5EF4-FFF2-40B4-BE49-F238E27FC236}">
                    <a16:creationId xmlns:a16="http://schemas.microsoft.com/office/drawing/2014/main" id="{E1696BBF-10AA-49A9-B82D-CE47E8AC2C46}"/>
                  </a:ext>
                </a:extLst>
              </p:cNvPr>
              <p:cNvSpPr>
                <a:spLocks/>
              </p:cNvSpPr>
              <p:nvPr/>
            </p:nvSpPr>
            <p:spPr bwMode="auto">
              <a:xfrm>
                <a:off x="4444" y="2303"/>
                <a:ext cx="127" cy="49"/>
              </a:xfrm>
              <a:custGeom>
                <a:avLst/>
                <a:gdLst>
                  <a:gd name="T0" fmla="*/ 127 w 127"/>
                  <a:gd name="T1" fmla="*/ 49 h 49"/>
                  <a:gd name="T2" fmla="*/ 127 w 127"/>
                  <a:gd name="T3" fmla="*/ 47 h 49"/>
                  <a:gd name="T4" fmla="*/ 89 w 127"/>
                  <a:gd name="T5" fmla="*/ 0 h 49"/>
                  <a:gd name="T6" fmla="*/ 65 w 127"/>
                  <a:gd name="T7" fmla="*/ 21 h 49"/>
                  <a:gd name="T8" fmla="*/ 40 w 127"/>
                  <a:gd name="T9" fmla="*/ 0 h 49"/>
                  <a:gd name="T10" fmla="*/ 0 w 127"/>
                  <a:gd name="T11" fmla="*/ 47 h 49"/>
                  <a:gd name="T12" fmla="*/ 0 w 127"/>
                  <a:gd name="T13" fmla="*/ 49 h 49"/>
                  <a:gd name="T14" fmla="*/ 127 w 127"/>
                  <a:gd name="T15" fmla="*/ 4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7" h="49">
                    <a:moveTo>
                      <a:pt x="127" y="49"/>
                    </a:moveTo>
                    <a:lnTo>
                      <a:pt x="127" y="47"/>
                    </a:lnTo>
                    <a:lnTo>
                      <a:pt x="89" y="0"/>
                    </a:lnTo>
                    <a:lnTo>
                      <a:pt x="65" y="21"/>
                    </a:lnTo>
                    <a:lnTo>
                      <a:pt x="40" y="0"/>
                    </a:lnTo>
                    <a:lnTo>
                      <a:pt x="0" y="47"/>
                    </a:lnTo>
                    <a:lnTo>
                      <a:pt x="0" y="49"/>
                    </a:lnTo>
                    <a:lnTo>
                      <a:pt x="127" y="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6" name="Freeform 99">
                <a:extLst>
                  <a:ext uri="{FF2B5EF4-FFF2-40B4-BE49-F238E27FC236}">
                    <a16:creationId xmlns:a16="http://schemas.microsoft.com/office/drawing/2014/main" id="{BFF57EA7-9F1E-4589-BCBD-A2CFD507D0CF}"/>
                  </a:ext>
                </a:extLst>
              </p:cNvPr>
              <p:cNvSpPr>
                <a:spLocks/>
              </p:cNvSpPr>
              <p:nvPr/>
            </p:nvSpPr>
            <p:spPr bwMode="auto">
              <a:xfrm>
                <a:off x="4446" y="2269"/>
                <a:ext cx="125" cy="50"/>
              </a:xfrm>
              <a:custGeom>
                <a:avLst/>
                <a:gdLst>
                  <a:gd name="T0" fmla="*/ 37 w 125"/>
                  <a:gd name="T1" fmla="*/ 29 h 50"/>
                  <a:gd name="T2" fmla="*/ 38 w 125"/>
                  <a:gd name="T3" fmla="*/ 31 h 50"/>
                  <a:gd name="T4" fmla="*/ 40 w 125"/>
                  <a:gd name="T5" fmla="*/ 33 h 50"/>
                  <a:gd name="T6" fmla="*/ 63 w 125"/>
                  <a:gd name="T7" fmla="*/ 50 h 50"/>
                  <a:gd name="T8" fmla="*/ 83 w 125"/>
                  <a:gd name="T9" fmla="*/ 33 h 50"/>
                  <a:gd name="T10" fmla="*/ 85 w 125"/>
                  <a:gd name="T11" fmla="*/ 31 h 50"/>
                  <a:gd name="T12" fmla="*/ 87 w 125"/>
                  <a:gd name="T13" fmla="*/ 29 h 50"/>
                  <a:gd name="T14" fmla="*/ 125 w 125"/>
                  <a:gd name="T15" fmla="*/ 0 h 50"/>
                  <a:gd name="T16" fmla="*/ 0 w 125"/>
                  <a:gd name="T17" fmla="*/ 0 h 50"/>
                  <a:gd name="T18" fmla="*/ 37 w 125"/>
                  <a:gd name="T19"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50">
                    <a:moveTo>
                      <a:pt x="37" y="29"/>
                    </a:moveTo>
                    <a:lnTo>
                      <a:pt x="38" y="31"/>
                    </a:lnTo>
                    <a:lnTo>
                      <a:pt x="40" y="33"/>
                    </a:lnTo>
                    <a:lnTo>
                      <a:pt x="63" y="50"/>
                    </a:lnTo>
                    <a:lnTo>
                      <a:pt x="83" y="33"/>
                    </a:lnTo>
                    <a:lnTo>
                      <a:pt x="85" y="31"/>
                    </a:lnTo>
                    <a:lnTo>
                      <a:pt x="87" y="29"/>
                    </a:lnTo>
                    <a:lnTo>
                      <a:pt x="125" y="0"/>
                    </a:lnTo>
                    <a:lnTo>
                      <a:pt x="0" y="0"/>
                    </a:lnTo>
                    <a:lnTo>
                      <a:pt x="37" y="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7" name="Freeform 100">
                <a:extLst>
                  <a:ext uri="{FF2B5EF4-FFF2-40B4-BE49-F238E27FC236}">
                    <a16:creationId xmlns:a16="http://schemas.microsoft.com/office/drawing/2014/main" id="{FEC7B0B1-8E0E-4EDA-BA04-BECE96D1E1AD}"/>
                  </a:ext>
                </a:extLst>
              </p:cNvPr>
              <p:cNvSpPr>
                <a:spLocks/>
              </p:cNvSpPr>
              <p:nvPr/>
            </p:nvSpPr>
            <p:spPr bwMode="auto">
              <a:xfrm>
                <a:off x="2855" y="1053"/>
                <a:ext cx="136" cy="128"/>
              </a:xfrm>
              <a:custGeom>
                <a:avLst/>
                <a:gdLst>
                  <a:gd name="T0" fmla="*/ 13 w 78"/>
                  <a:gd name="T1" fmla="*/ 74 h 74"/>
                  <a:gd name="T2" fmla="*/ 27 w 78"/>
                  <a:gd name="T3" fmla="*/ 61 h 74"/>
                  <a:gd name="T4" fmla="*/ 27 w 78"/>
                  <a:gd name="T5" fmla="*/ 61 h 74"/>
                  <a:gd name="T6" fmla="*/ 27 w 78"/>
                  <a:gd name="T7" fmla="*/ 17 h 74"/>
                  <a:gd name="T8" fmla="*/ 70 w 78"/>
                  <a:gd name="T9" fmla="*/ 17 h 74"/>
                  <a:gd name="T10" fmla="*/ 70 w 78"/>
                  <a:gd name="T11" fmla="*/ 48 h 74"/>
                  <a:gd name="T12" fmla="*/ 65 w 78"/>
                  <a:gd name="T13" fmla="*/ 47 h 74"/>
                  <a:gd name="T14" fmla="*/ 51 w 78"/>
                  <a:gd name="T15" fmla="*/ 61 h 74"/>
                  <a:gd name="T16" fmla="*/ 65 w 78"/>
                  <a:gd name="T17" fmla="*/ 74 h 74"/>
                  <a:gd name="T18" fmla="*/ 78 w 78"/>
                  <a:gd name="T19" fmla="*/ 61 h 74"/>
                  <a:gd name="T20" fmla="*/ 78 w 78"/>
                  <a:gd name="T21" fmla="*/ 61 h 74"/>
                  <a:gd name="T22" fmla="*/ 78 w 78"/>
                  <a:gd name="T23" fmla="*/ 61 h 74"/>
                  <a:gd name="T24" fmla="*/ 78 w 78"/>
                  <a:gd name="T25" fmla="*/ 17 h 74"/>
                  <a:gd name="T26" fmla="*/ 78 w 78"/>
                  <a:gd name="T27" fmla="*/ 0 h 74"/>
                  <a:gd name="T28" fmla="*/ 70 w 78"/>
                  <a:gd name="T29" fmla="*/ 0 h 74"/>
                  <a:gd name="T30" fmla="*/ 27 w 78"/>
                  <a:gd name="T31" fmla="*/ 0 h 74"/>
                  <a:gd name="T32" fmla="*/ 18 w 78"/>
                  <a:gd name="T33" fmla="*/ 0 h 74"/>
                  <a:gd name="T34" fmla="*/ 18 w 78"/>
                  <a:gd name="T35" fmla="*/ 17 h 74"/>
                  <a:gd name="T36" fmla="*/ 18 w 78"/>
                  <a:gd name="T37" fmla="*/ 48 h 74"/>
                  <a:gd name="T38" fmla="*/ 13 w 78"/>
                  <a:gd name="T39" fmla="*/ 47 h 74"/>
                  <a:gd name="T40" fmla="*/ 0 w 78"/>
                  <a:gd name="T41" fmla="*/ 61 h 74"/>
                  <a:gd name="T42" fmla="*/ 13 w 78"/>
                  <a:gd name="T43"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4">
                    <a:moveTo>
                      <a:pt x="13" y="74"/>
                    </a:moveTo>
                    <a:cubicBezTo>
                      <a:pt x="21" y="74"/>
                      <a:pt x="27" y="68"/>
                      <a:pt x="27" y="61"/>
                    </a:cubicBezTo>
                    <a:cubicBezTo>
                      <a:pt x="27" y="61"/>
                      <a:pt x="27" y="61"/>
                      <a:pt x="27" y="61"/>
                    </a:cubicBezTo>
                    <a:cubicBezTo>
                      <a:pt x="27" y="17"/>
                      <a:pt x="27" y="17"/>
                      <a:pt x="27" y="17"/>
                    </a:cubicBezTo>
                    <a:cubicBezTo>
                      <a:pt x="70" y="17"/>
                      <a:pt x="70" y="17"/>
                      <a:pt x="70" y="17"/>
                    </a:cubicBezTo>
                    <a:cubicBezTo>
                      <a:pt x="70" y="48"/>
                      <a:pt x="70" y="48"/>
                      <a:pt x="70" y="48"/>
                    </a:cubicBezTo>
                    <a:cubicBezTo>
                      <a:pt x="68" y="48"/>
                      <a:pt x="66" y="47"/>
                      <a:pt x="65" y="47"/>
                    </a:cubicBezTo>
                    <a:cubicBezTo>
                      <a:pt x="57" y="47"/>
                      <a:pt x="51" y="53"/>
                      <a:pt x="51" y="61"/>
                    </a:cubicBezTo>
                    <a:cubicBezTo>
                      <a:pt x="51" y="68"/>
                      <a:pt x="57" y="74"/>
                      <a:pt x="65" y="74"/>
                    </a:cubicBezTo>
                    <a:cubicBezTo>
                      <a:pt x="72" y="74"/>
                      <a:pt x="78" y="68"/>
                      <a:pt x="78" y="61"/>
                    </a:cubicBezTo>
                    <a:cubicBezTo>
                      <a:pt x="78" y="61"/>
                      <a:pt x="78" y="61"/>
                      <a:pt x="78" y="61"/>
                    </a:cubicBezTo>
                    <a:cubicBezTo>
                      <a:pt x="78" y="61"/>
                      <a:pt x="78" y="61"/>
                      <a:pt x="78" y="61"/>
                    </a:cubicBezTo>
                    <a:cubicBezTo>
                      <a:pt x="78" y="17"/>
                      <a:pt x="78" y="17"/>
                      <a:pt x="78" y="17"/>
                    </a:cubicBezTo>
                    <a:cubicBezTo>
                      <a:pt x="78" y="0"/>
                      <a:pt x="78" y="0"/>
                      <a:pt x="78" y="0"/>
                    </a:cubicBezTo>
                    <a:cubicBezTo>
                      <a:pt x="70" y="0"/>
                      <a:pt x="70" y="0"/>
                      <a:pt x="70" y="0"/>
                    </a:cubicBezTo>
                    <a:cubicBezTo>
                      <a:pt x="27" y="0"/>
                      <a:pt x="27" y="0"/>
                      <a:pt x="27" y="0"/>
                    </a:cubicBezTo>
                    <a:cubicBezTo>
                      <a:pt x="18" y="0"/>
                      <a:pt x="18" y="0"/>
                      <a:pt x="18" y="0"/>
                    </a:cubicBezTo>
                    <a:cubicBezTo>
                      <a:pt x="18" y="17"/>
                      <a:pt x="18" y="17"/>
                      <a:pt x="18" y="17"/>
                    </a:cubicBezTo>
                    <a:cubicBezTo>
                      <a:pt x="18" y="48"/>
                      <a:pt x="18" y="48"/>
                      <a:pt x="18" y="48"/>
                    </a:cubicBezTo>
                    <a:cubicBezTo>
                      <a:pt x="17" y="48"/>
                      <a:pt x="15" y="47"/>
                      <a:pt x="13" y="47"/>
                    </a:cubicBezTo>
                    <a:cubicBezTo>
                      <a:pt x="6" y="47"/>
                      <a:pt x="0" y="53"/>
                      <a:pt x="0" y="61"/>
                    </a:cubicBezTo>
                    <a:cubicBezTo>
                      <a:pt x="0" y="68"/>
                      <a:pt x="6" y="74"/>
                      <a:pt x="13" y="7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198" name="Freeform 101">
                <a:extLst>
                  <a:ext uri="{FF2B5EF4-FFF2-40B4-BE49-F238E27FC236}">
                    <a16:creationId xmlns:a16="http://schemas.microsoft.com/office/drawing/2014/main" id="{0C93CA92-66B9-4851-874A-62C026F6C1BE}"/>
                  </a:ext>
                </a:extLst>
              </p:cNvPr>
              <p:cNvSpPr>
                <a:spLocks/>
              </p:cNvSpPr>
              <p:nvPr/>
            </p:nvSpPr>
            <p:spPr bwMode="auto">
              <a:xfrm>
                <a:off x="4165" y="1468"/>
                <a:ext cx="67" cy="114"/>
              </a:xfrm>
              <a:custGeom>
                <a:avLst/>
                <a:gdLst>
                  <a:gd name="T0" fmla="*/ 0 w 39"/>
                  <a:gd name="T1" fmla="*/ 46 h 66"/>
                  <a:gd name="T2" fmla="*/ 0 w 39"/>
                  <a:gd name="T3" fmla="*/ 55 h 66"/>
                  <a:gd name="T4" fmla="*/ 11 w 39"/>
                  <a:gd name="T5" fmla="*/ 66 h 66"/>
                  <a:gd name="T6" fmla="*/ 27 w 39"/>
                  <a:gd name="T7" fmla="*/ 66 h 66"/>
                  <a:gd name="T8" fmla="*/ 39 w 39"/>
                  <a:gd name="T9" fmla="*/ 55 h 66"/>
                  <a:gd name="T10" fmla="*/ 39 w 39"/>
                  <a:gd name="T11" fmla="*/ 46 h 66"/>
                  <a:gd name="T12" fmla="*/ 25 w 39"/>
                  <a:gd name="T13" fmla="*/ 46 h 66"/>
                  <a:gd name="T14" fmla="*/ 25 w 39"/>
                  <a:gd name="T15" fmla="*/ 38 h 66"/>
                  <a:gd name="T16" fmla="*/ 39 w 39"/>
                  <a:gd name="T17" fmla="*/ 38 h 66"/>
                  <a:gd name="T18" fmla="*/ 39 w 39"/>
                  <a:gd name="T19" fmla="*/ 25 h 66"/>
                  <a:gd name="T20" fmla="*/ 25 w 39"/>
                  <a:gd name="T21" fmla="*/ 25 h 66"/>
                  <a:gd name="T22" fmla="*/ 25 w 39"/>
                  <a:gd name="T23" fmla="*/ 17 h 66"/>
                  <a:gd name="T24" fmla="*/ 39 w 39"/>
                  <a:gd name="T25" fmla="*/ 17 h 66"/>
                  <a:gd name="T26" fmla="*/ 39 w 39"/>
                  <a:gd name="T27" fmla="*/ 11 h 66"/>
                  <a:gd name="T28" fmla="*/ 27 w 39"/>
                  <a:gd name="T29" fmla="*/ 0 h 66"/>
                  <a:gd name="T30" fmla="*/ 11 w 39"/>
                  <a:gd name="T31" fmla="*/ 0 h 66"/>
                  <a:gd name="T32" fmla="*/ 0 w 39"/>
                  <a:gd name="T33" fmla="*/ 11 h 66"/>
                  <a:gd name="T34" fmla="*/ 0 w 39"/>
                  <a:gd name="T35" fmla="*/ 17 h 66"/>
                  <a:gd name="T36" fmla="*/ 14 w 39"/>
                  <a:gd name="T37" fmla="*/ 17 h 66"/>
                  <a:gd name="T38" fmla="*/ 14 w 39"/>
                  <a:gd name="T39" fmla="*/ 25 h 66"/>
                  <a:gd name="T40" fmla="*/ 0 w 39"/>
                  <a:gd name="T41" fmla="*/ 25 h 66"/>
                  <a:gd name="T42" fmla="*/ 0 w 39"/>
                  <a:gd name="T43" fmla="*/ 38 h 66"/>
                  <a:gd name="T44" fmla="*/ 14 w 39"/>
                  <a:gd name="T45" fmla="*/ 38 h 66"/>
                  <a:gd name="T46" fmla="*/ 14 w 39"/>
                  <a:gd name="T47" fmla="*/ 46 h 66"/>
                  <a:gd name="T48" fmla="*/ 0 w 39"/>
                  <a:gd name="T49" fmla="*/ 4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9" h="66">
                    <a:moveTo>
                      <a:pt x="0" y="46"/>
                    </a:moveTo>
                    <a:cubicBezTo>
                      <a:pt x="0" y="55"/>
                      <a:pt x="0" y="55"/>
                      <a:pt x="0" y="55"/>
                    </a:cubicBezTo>
                    <a:cubicBezTo>
                      <a:pt x="0" y="61"/>
                      <a:pt x="5" y="66"/>
                      <a:pt x="11" y="66"/>
                    </a:cubicBezTo>
                    <a:cubicBezTo>
                      <a:pt x="27" y="66"/>
                      <a:pt x="27" y="66"/>
                      <a:pt x="27" y="66"/>
                    </a:cubicBezTo>
                    <a:cubicBezTo>
                      <a:pt x="34" y="66"/>
                      <a:pt x="39" y="61"/>
                      <a:pt x="39" y="55"/>
                    </a:cubicBezTo>
                    <a:cubicBezTo>
                      <a:pt x="39" y="46"/>
                      <a:pt x="39" y="46"/>
                      <a:pt x="39" y="46"/>
                    </a:cubicBezTo>
                    <a:cubicBezTo>
                      <a:pt x="25" y="46"/>
                      <a:pt x="25" y="46"/>
                      <a:pt x="25" y="46"/>
                    </a:cubicBezTo>
                    <a:cubicBezTo>
                      <a:pt x="25" y="38"/>
                      <a:pt x="25" y="38"/>
                      <a:pt x="25" y="38"/>
                    </a:cubicBezTo>
                    <a:cubicBezTo>
                      <a:pt x="39" y="38"/>
                      <a:pt x="39" y="38"/>
                      <a:pt x="39" y="38"/>
                    </a:cubicBezTo>
                    <a:cubicBezTo>
                      <a:pt x="39" y="25"/>
                      <a:pt x="39" y="25"/>
                      <a:pt x="39" y="25"/>
                    </a:cubicBezTo>
                    <a:cubicBezTo>
                      <a:pt x="25" y="25"/>
                      <a:pt x="25" y="25"/>
                      <a:pt x="25" y="25"/>
                    </a:cubicBezTo>
                    <a:cubicBezTo>
                      <a:pt x="25" y="17"/>
                      <a:pt x="25" y="17"/>
                      <a:pt x="25" y="17"/>
                    </a:cubicBezTo>
                    <a:cubicBezTo>
                      <a:pt x="39" y="17"/>
                      <a:pt x="39" y="17"/>
                      <a:pt x="39" y="17"/>
                    </a:cubicBezTo>
                    <a:cubicBezTo>
                      <a:pt x="39" y="11"/>
                      <a:pt x="39" y="11"/>
                      <a:pt x="39" y="11"/>
                    </a:cubicBezTo>
                    <a:cubicBezTo>
                      <a:pt x="39" y="5"/>
                      <a:pt x="34" y="0"/>
                      <a:pt x="27" y="0"/>
                    </a:cubicBezTo>
                    <a:cubicBezTo>
                      <a:pt x="11" y="0"/>
                      <a:pt x="11" y="0"/>
                      <a:pt x="11" y="0"/>
                    </a:cubicBezTo>
                    <a:cubicBezTo>
                      <a:pt x="5" y="0"/>
                      <a:pt x="0" y="5"/>
                      <a:pt x="0" y="11"/>
                    </a:cubicBezTo>
                    <a:cubicBezTo>
                      <a:pt x="0" y="17"/>
                      <a:pt x="0" y="17"/>
                      <a:pt x="0" y="17"/>
                    </a:cubicBezTo>
                    <a:cubicBezTo>
                      <a:pt x="14" y="17"/>
                      <a:pt x="14" y="17"/>
                      <a:pt x="14" y="17"/>
                    </a:cubicBezTo>
                    <a:cubicBezTo>
                      <a:pt x="14" y="25"/>
                      <a:pt x="14" y="25"/>
                      <a:pt x="14" y="25"/>
                    </a:cubicBezTo>
                    <a:cubicBezTo>
                      <a:pt x="0" y="25"/>
                      <a:pt x="0" y="25"/>
                      <a:pt x="0" y="25"/>
                    </a:cubicBezTo>
                    <a:cubicBezTo>
                      <a:pt x="0" y="38"/>
                      <a:pt x="0" y="38"/>
                      <a:pt x="0" y="38"/>
                    </a:cubicBezTo>
                    <a:cubicBezTo>
                      <a:pt x="14" y="38"/>
                      <a:pt x="14" y="38"/>
                      <a:pt x="14" y="38"/>
                    </a:cubicBezTo>
                    <a:cubicBezTo>
                      <a:pt x="14" y="46"/>
                      <a:pt x="14" y="46"/>
                      <a:pt x="14" y="46"/>
                    </a:cubicBezTo>
                    <a:lnTo>
                      <a:pt x="0" y="4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199" name="Freeform 102">
                <a:extLst>
                  <a:ext uri="{FF2B5EF4-FFF2-40B4-BE49-F238E27FC236}">
                    <a16:creationId xmlns:a16="http://schemas.microsoft.com/office/drawing/2014/main" id="{7ABAA4D5-6B9E-4673-9FE3-10C3047BF6EB}"/>
                  </a:ext>
                </a:extLst>
              </p:cNvPr>
              <p:cNvSpPr>
                <a:spLocks/>
              </p:cNvSpPr>
              <p:nvPr/>
            </p:nvSpPr>
            <p:spPr bwMode="auto">
              <a:xfrm>
                <a:off x="4144" y="1570"/>
                <a:ext cx="108" cy="71"/>
              </a:xfrm>
              <a:custGeom>
                <a:avLst/>
                <a:gdLst>
                  <a:gd name="T0" fmla="*/ 0 w 62"/>
                  <a:gd name="T1" fmla="*/ 2 h 41"/>
                  <a:gd name="T2" fmla="*/ 20 w 62"/>
                  <a:gd name="T3" fmla="*/ 19 h 41"/>
                  <a:gd name="T4" fmla="*/ 27 w 62"/>
                  <a:gd name="T5" fmla="*/ 19 h 41"/>
                  <a:gd name="T6" fmla="*/ 27 w 62"/>
                  <a:gd name="T7" fmla="*/ 32 h 41"/>
                  <a:gd name="T8" fmla="*/ 19 w 62"/>
                  <a:gd name="T9" fmla="*/ 32 h 41"/>
                  <a:gd name="T10" fmla="*/ 19 w 62"/>
                  <a:gd name="T11" fmla="*/ 41 h 41"/>
                  <a:gd name="T12" fmla="*/ 43 w 62"/>
                  <a:gd name="T13" fmla="*/ 41 h 41"/>
                  <a:gd name="T14" fmla="*/ 43 w 62"/>
                  <a:gd name="T15" fmla="*/ 32 h 41"/>
                  <a:gd name="T16" fmla="*/ 35 w 62"/>
                  <a:gd name="T17" fmla="*/ 32 h 41"/>
                  <a:gd name="T18" fmla="*/ 35 w 62"/>
                  <a:gd name="T19" fmla="*/ 19 h 41"/>
                  <a:gd name="T20" fmla="*/ 42 w 62"/>
                  <a:gd name="T21" fmla="*/ 19 h 41"/>
                  <a:gd name="T22" fmla="*/ 62 w 62"/>
                  <a:gd name="T23" fmla="*/ 2 h 41"/>
                  <a:gd name="T24" fmla="*/ 54 w 62"/>
                  <a:gd name="T25" fmla="*/ 0 h 41"/>
                  <a:gd name="T26" fmla="*/ 42 w 62"/>
                  <a:gd name="T27" fmla="*/ 11 h 41"/>
                  <a:gd name="T28" fmla="*/ 20 w 62"/>
                  <a:gd name="T29" fmla="*/ 11 h 41"/>
                  <a:gd name="T30" fmla="*/ 8 w 62"/>
                  <a:gd name="T31" fmla="*/ 0 h 41"/>
                  <a:gd name="T32" fmla="*/ 0 w 62"/>
                  <a:gd name="T33" fmla="*/ 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41">
                    <a:moveTo>
                      <a:pt x="0" y="2"/>
                    </a:moveTo>
                    <a:cubicBezTo>
                      <a:pt x="2" y="12"/>
                      <a:pt x="11" y="19"/>
                      <a:pt x="20" y="19"/>
                    </a:cubicBezTo>
                    <a:cubicBezTo>
                      <a:pt x="27" y="19"/>
                      <a:pt x="27" y="19"/>
                      <a:pt x="27" y="19"/>
                    </a:cubicBezTo>
                    <a:cubicBezTo>
                      <a:pt x="27" y="32"/>
                      <a:pt x="27" y="32"/>
                      <a:pt x="27" y="32"/>
                    </a:cubicBezTo>
                    <a:cubicBezTo>
                      <a:pt x="19" y="32"/>
                      <a:pt x="19" y="32"/>
                      <a:pt x="19" y="32"/>
                    </a:cubicBezTo>
                    <a:cubicBezTo>
                      <a:pt x="19" y="41"/>
                      <a:pt x="19" y="41"/>
                      <a:pt x="19" y="41"/>
                    </a:cubicBezTo>
                    <a:cubicBezTo>
                      <a:pt x="43" y="41"/>
                      <a:pt x="43" y="41"/>
                      <a:pt x="43" y="41"/>
                    </a:cubicBezTo>
                    <a:cubicBezTo>
                      <a:pt x="43" y="32"/>
                      <a:pt x="43" y="32"/>
                      <a:pt x="43" y="32"/>
                    </a:cubicBezTo>
                    <a:cubicBezTo>
                      <a:pt x="35" y="32"/>
                      <a:pt x="35" y="32"/>
                      <a:pt x="35" y="32"/>
                    </a:cubicBezTo>
                    <a:cubicBezTo>
                      <a:pt x="35" y="19"/>
                      <a:pt x="35" y="19"/>
                      <a:pt x="35" y="19"/>
                    </a:cubicBezTo>
                    <a:cubicBezTo>
                      <a:pt x="42" y="19"/>
                      <a:pt x="42" y="19"/>
                      <a:pt x="42" y="19"/>
                    </a:cubicBezTo>
                    <a:cubicBezTo>
                      <a:pt x="52" y="19"/>
                      <a:pt x="60" y="10"/>
                      <a:pt x="62" y="2"/>
                    </a:cubicBezTo>
                    <a:cubicBezTo>
                      <a:pt x="54" y="0"/>
                      <a:pt x="54" y="0"/>
                      <a:pt x="54" y="0"/>
                    </a:cubicBezTo>
                    <a:cubicBezTo>
                      <a:pt x="53" y="5"/>
                      <a:pt x="48" y="11"/>
                      <a:pt x="42" y="11"/>
                    </a:cubicBezTo>
                    <a:cubicBezTo>
                      <a:pt x="20" y="11"/>
                      <a:pt x="20" y="11"/>
                      <a:pt x="20" y="11"/>
                    </a:cubicBezTo>
                    <a:cubicBezTo>
                      <a:pt x="15" y="11"/>
                      <a:pt x="9" y="6"/>
                      <a:pt x="8" y="0"/>
                    </a:cubicBezTo>
                    <a:lnTo>
                      <a:pt x="0"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0" name="Freeform 103">
                <a:extLst>
                  <a:ext uri="{FF2B5EF4-FFF2-40B4-BE49-F238E27FC236}">
                    <a16:creationId xmlns:a16="http://schemas.microsoft.com/office/drawing/2014/main" id="{E232DD10-5AE0-4B13-A05E-A106C17B2AC2}"/>
                  </a:ext>
                </a:extLst>
              </p:cNvPr>
              <p:cNvSpPr>
                <a:spLocks noEditPoints="1"/>
              </p:cNvSpPr>
              <p:nvPr/>
            </p:nvSpPr>
            <p:spPr bwMode="auto">
              <a:xfrm>
                <a:off x="3286" y="2482"/>
                <a:ext cx="129" cy="120"/>
              </a:xfrm>
              <a:custGeom>
                <a:avLst/>
                <a:gdLst>
                  <a:gd name="T0" fmla="*/ 70 w 74"/>
                  <a:gd name="T1" fmla="*/ 69 h 69"/>
                  <a:gd name="T2" fmla="*/ 70 w 74"/>
                  <a:gd name="T3" fmla="*/ 64 h 69"/>
                  <a:gd name="T4" fmla="*/ 74 w 74"/>
                  <a:gd name="T5" fmla="*/ 10 h 69"/>
                  <a:gd name="T6" fmla="*/ 65 w 74"/>
                  <a:gd name="T7" fmla="*/ 18 h 69"/>
                  <a:gd name="T8" fmla="*/ 65 w 74"/>
                  <a:gd name="T9" fmla="*/ 27 h 69"/>
                  <a:gd name="T10" fmla="*/ 65 w 74"/>
                  <a:gd name="T11" fmla="*/ 33 h 69"/>
                  <a:gd name="T12" fmla="*/ 65 w 74"/>
                  <a:gd name="T13" fmla="*/ 41 h 69"/>
                  <a:gd name="T14" fmla="*/ 32 w 74"/>
                  <a:gd name="T15" fmla="*/ 3 h 69"/>
                  <a:gd name="T16" fmla="*/ 31 w 74"/>
                  <a:gd name="T17" fmla="*/ 4 h 69"/>
                  <a:gd name="T18" fmla="*/ 31 w 74"/>
                  <a:gd name="T19" fmla="*/ 64 h 69"/>
                  <a:gd name="T20" fmla="*/ 61 w 74"/>
                  <a:gd name="T21" fmla="*/ 64 h 69"/>
                  <a:gd name="T22" fmla="*/ 65 w 74"/>
                  <a:gd name="T23" fmla="*/ 69 h 69"/>
                  <a:gd name="T24" fmla="*/ 61 w 74"/>
                  <a:gd name="T25" fmla="*/ 37 h 69"/>
                  <a:gd name="T26" fmla="*/ 65 w 74"/>
                  <a:gd name="T27" fmla="*/ 27 h 69"/>
                  <a:gd name="T28" fmla="*/ 61 w 74"/>
                  <a:gd name="T29" fmla="*/ 23 h 69"/>
                  <a:gd name="T30" fmla="*/ 65 w 74"/>
                  <a:gd name="T31" fmla="*/ 10 h 69"/>
                  <a:gd name="T32" fmla="*/ 31 w 74"/>
                  <a:gd name="T33" fmla="*/ 17 h 69"/>
                  <a:gd name="T34" fmla="*/ 53 w 74"/>
                  <a:gd name="T35" fmla="*/ 57 h 69"/>
                  <a:gd name="T36" fmla="*/ 31 w 74"/>
                  <a:gd name="T37" fmla="*/ 57 h 69"/>
                  <a:gd name="T38" fmla="*/ 65 w 74"/>
                  <a:gd name="T39" fmla="*/ 33 h 69"/>
                  <a:gd name="T40" fmla="*/ 31 w 74"/>
                  <a:gd name="T41" fmla="*/ 2 h 69"/>
                  <a:gd name="T42" fmla="*/ 16 w 74"/>
                  <a:gd name="T43" fmla="*/ 10 h 69"/>
                  <a:gd name="T44" fmla="*/ 0 w 74"/>
                  <a:gd name="T45" fmla="*/ 3 h 69"/>
                  <a:gd name="T46" fmla="*/ 10 w 74"/>
                  <a:gd name="T47" fmla="*/ 10 h 69"/>
                  <a:gd name="T48" fmla="*/ 1 w 74"/>
                  <a:gd name="T49" fmla="*/ 64 h 69"/>
                  <a:gd name="T50" fmla="*/ 7 w 74"/>
                  <a:gd name="T51" fmla="*/ 64 h 69"/>
                  <a:gd name="T52" fmla="*/ 16 w 74"/>
                  <a:gd name="T53" fmla="*/ 69 h 69"/>
                  <a:gd name="T54" fmla="*/ 16 w 74"/>
                  <a:gd name="T55" fmla="*/ 64 h 69"/>
                  <a:gd name="T56" fmla="*/ 31 w 74"/>
                  <a:gd name="T57" fmla="*/ 57 h 69"/>
                  <a:gd name="T58" fmla="*/ 8 w 74"/>
                  <a:gd name="T59" fmla="*/ 17 h 69"/>
                  <a:gd name="T60" fmla="*/ 31 w 74"/>
                  <a:gd name="T61" fmla="*/ 10 h 69"/>
                  <a:gd name="T62" fmla="*/ 23 w 74"/>
                  <a:gd name="T63" fmla="*/ 10 h 69"/>
                  <a:gd name="T64" fmla="*/ 31 w 74"/>
                  <a:gd name="T65"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9">
                    <a:moveTo>
                      <a:pt x="65" y="69"/>
                    </a:moveTo>
                    <a:cubicBezTo>
                      <a:pt x="70" y="69"/>
                      <a:pt x="70" y="69"/>
                      <a:pt x="70" y="69"/>
                    </a:cubicBezTo>
                    <a:cubicBezTo>
                      <a:pt x="70" y="64"/>
                      <a:pt x="70" y="64"/>
                      <a:pt x="70" y="64"/>
                    </a:cubicBezTo>
                    <a:cubicBezTo>
                      <a:pt x="70" y="64"/>
                      <a:pt x="70" y="64"/>
                      <a:pt x="70" y="64"/>
                    </a:cubicBezTo>
                    <a:cubicBezTo>
                      <a:pt x="74" y="64"/>
                      <a:pt x="74" y="64"/>
                      <a:pt x="74" y="64"/>
                    </a:cubicBezTo>
                    <a:cubicBezTo>
                      <a:pt x="74" y="10"/>
                      <a:pt x="74" y="10"/>
                      <a:pt x="74" y="10"/>
                    </a:cubicBezTo>
                    <a:cubicBezTo>
                      <a:pt x="65" y="10"/>
                      <a:pt x="65" y="10"/>
                      <a:pt x="65" y="10"/>
                    </a:cubicBezTo>
                    <a:cubicBezTo>
                      <a:pt x="65" y="18"/>
                      <a:pt x="65" y="18"/>
                      <a:pt x="65" y="18"/>
                    </a:cubicBezTo>
                    <a:cubicBezTo>
                      <a:pt x="67" y="18"/>
                      <a:pt x="69" y="20"/>
                      <a:pt x="69" y="23"/>
                    </a:cubicBezTo>
                    <a:cubicBezTo>
                      <a:pt x="69" y="25"/>
                      <a:pt x="67" y="27"/>
                      <a:pt x="65" y="27"/>
                    </a:cubicBezTo>
                    <a:cubicBezTo>
                      <a:pt x="65" y="33"/>
                      <a:pt x="65" y="33"/>
                      <a:pt x="65" y="33"/>
                    </a:cubicBezTo>
                    <a:cubicBezTo>
                      <a:pt x="65" y="33"/>
                      <a:pt x="65" y="33"/>
                      <a:pt x="65" y="33"/>
                    </a:cubicBezTo>
                    <a:cubicBezTo>
                      <a:pt x="67" y="33"/>
                      <a:pt x="69" y="35"/>
                      <a:pt x="69" y="37"/>
                    </a:cubicBezTo>
                    <a:cubicBezTo>
                      <a:pt x="69" y="39"/>
                      <a:pt x="67" y="41"/>
                      <a:pt x="65" y="41"/>
                    </a:cubicBezTo>
                    <a:lnTo>
                      <a:pt x="65" y="69"/>
                    </a:lnTo>
                    <a:close/>
                    <a:moveTo>
                      <a:pt x="32" y="3"/>
                    </a:moveTo>
                    <a:cubicBezTo>
                      <a:pt x="31" y="2"/>
                      <a:pt x="31" y="2"/>
                      <a:pt x="31" y="2"/>
                    </a:cubicBezTo>
                    <a:cubicBezTo>
                      <a:pt x="31" y="4"/>
                      <a:pt x="31" y="4"/>
                      <a:pt x="31" y="4"/>
                    </a:cubicBezTo>
                    <a:cubicBezTo>
                      <a:pt x="32" y="3"/>
                      <a:pt x="32" y="3"/>
                      <a:pt x="32" y="3"/>
                    </a:cubicBezTo>
                    <a:close/>
                    <a:moveTo>
                      <a:pt x="31" y="64"/>
                    </a:moveTo>
                    <a:cubicBezTo>
                      <a:pt x="61" y="64"/>
                      <a:pt x="61" y="64"/>
                      <a:pt x="61" y="64"/>
                    </a:cubicBezTo>
                    <a:cubicBezTo>
                      <a:pt x="61" y="64"/>
                      <a:pt x="61" y="64"/>
                      <a:pt x="61" y="64"/>
                    </a:cubicBezTo>
                    <a:cubicBezTo>
                      <a:pt x="61" y="69"/>
                      <a:pt x="61" y="69"/>
                      <a:pt x="61" y="69"/>
                    </a:cubicBezTo>
                    <a:cubicBezTo>
                      <a:pt x="65" y="69"/>
                      <a:pt x="65" y="69"/>
                      <a:pt x="65" y="69"/>
                    </a:cubicBezTo>
                    <a:cubicBezTo>
                      <a:pt x="65" y="41"/>
                      <a:pt x="65" y="41"/>
                      <a:pt x="65" y="41"/>
                    </a:cubicBezTo>
                    <a:cubicBezTo>
                      <a:pt x="63" y="41"/>
                      <a:pt x="61" y="39"/>
                      <a:pt x="61" y="37"/>
                    </a:cubicBezTo>
                    <a:cubicBezTo>
                      <a:pt x="61" y="35"/>
                      <a:pt x="63" y="33"/>
                      <a:pt x="65" y="33"/>
                    </a:cubicBezTo>
                    <a:cubicBezTo>
                      <a:pt x="65" y="27"/>
                      <a:pt x="65" y="27"/>
                      <a:pt x="65" y="27"/>
                    </a:cubicBezTo>
                    <a:cubicBezTo>
                      <a:pt x="63" y="27"/>
                      <a:pt x="61" y="25"/>
                      <a:pt x="61" y="23"/>
                    </a:cubicBezTo>
                    <a:cubicBezTo>
                      <a:pt x="61" y="23"/>
                      <a:pt x="61" y="23"/>
                      <a:pt x="61" y="23"/>
                    </a:cubicBezTo>
                    <a:cubicBezTo>
                      <a:pt x="61" y="20"/>
                      <a:pt x="63" y="18"/>
                      <a:pt x="65" y="18"/>
                    </a:cubicBezTo>
                    <a:cubicBezTo>
                      <a:pt x="65" y="10"/>
                      <a:pt x="65" y="10"/>
                      <a:pt x="65" y="10"/>
                    </a:cubicBezTo>
                    <a:cubicBezTo>
                      <a:pt x="31" y="10"/>
                      <a:pt x="31" y="10"/>
                      <a:pt x="31" y="10"/>
                    </a:cubicBezTo>
                    <a:cubicBezTo>
                      <a:pt x="31" y="17"/>
                      <a:pt x="31" y="17"/>
                      <a:pt x="31" y="17"/>
                    </a:cubicBezTo>
                    <a:cubicBezTo>
                      <a:pt x="53" y="17"/>
                      <a:pt x="53" y="17"/>
                      <a:pt x="53" y="17"/>
                    </a:cubicBezTo>
                    <a:cubicBezTo>
                      <a:pt x="53" y="57"/>
                      <a:pt x="53" y="57"/>
                      <a:pt x="53" y="57"/>
                    </a:cubicBezTo>
                    <a:cubicBezTo>
                      <a:pt x="53" y="57"/>
                      <a:pt x="53" y="57"/>
                      <a:pt x="53" y="57"/>
                    </a:cubicBezTo>
                    <a:cubicBezTo>
                      <a:pt x="31" y="57"/>
                      <a:pt x="31" y="57"/>
                      <a:pt x="31" y="57"/>
                    </a:cubicBezTo>
                    <a:cubicBezTo>
                      <a:pt x="31" y="64"/>
                      <a:pt x="31" y="64"/>
                      <a:pt x="31" y="64"/>
                    </a:cubicBezTo>
                    <a:close/>
                    <a:moveTo>
                      <a:pt x="65" y="33"/>
                    </a:moveTo>
                    <a:cubicBezTo>
                      <a:pt x="65" y="33"/>
                      <a:pt x="65" y="33"/>
                      <a:pt x="65" y="33"/>
                    </a:cubicBezTo>
                    <a:moveTo>
                      <a:pt x="31" y="2"/>
                    </a:moveTo>
                    <a:cubicBezTo>
                      <a:pt x="29" y="0"/>
                      <a:pt x="29" y="0"/>
                      <a:pt x="29" y="0"/>
                    </a:cubicBezTo>
                    <a:cubicBezTo>
                      <a:pt x="16" y="10"/>
                      <a:pt x="16" y="10"/>
                      <a:pt x="16" y="10"/>
                    </a:cubicBezTo>
                    <a:cubicBezTo>
                      <a:pt x="3" y="0"/>
                      <a:pt x="3" y="0"/>
                      <a:pt x="3" y="0"/>
                    </a:cubicBezTo>
                    <a:cubicBezTo>
                      <a:pt x="0" y="3"/>
                      <a:pt x="0" y="3"/>
                      <a:pt x="0" y="3"/>
                    </a:cubicBezTo>
                    <a:cubicBezTo>
                      <a:pt x="9" y="10"/>
                      <a:pt x="9" y="10"/>
                      <a:pt x="9" y="10"/>
                    </a:cubicBezTo>
                    <a:cubicBezTo>
                      <a:pt x="10" y="10"/>
                      <a:pt x="10" y="10"/>
                      <a:pt x="10" y="10"/>
                    </a:cubicBezTo>
                    <a:cubicBezTo>
                      <a:pt x="1" y="10"/>
                      <a:pt x="1" y="10"/>
                      <a:pt x="1" y="10"/>
                    </a:cubicBezTo>
                    <a:cubicBezTo>
                      <a:pt x="1" y="64"/>
                      <a:pt x="1" y="64"/>
                      <a:pt x="1" y="64"/>
                    </a:cubicBezTo>
                    <a:cubicBezTo>
                      <a:pt x="7" y="64"/>
                      <a:pt x="7" y="64"/>
                      <a:pt x="7" y="64"/>
                    </a:cubicBezTo>
                    <a:cubicBezTo>
                      <a:pt x="7" y="64"/>
                      <a:pt x="7" y="64"/>
                      <a:pt x="7" y="64"/>
                    </a:cubicBezTo>
                    <a:cubicBezTo>
                      <a:pt x="7" y="69"/>
                      <a:pt x="7" y="69"/>
                      <a:pt x="7" y="69"/>
                    </a:cubicBezTo>
                    <a:cubicBezTo>
                      <a:pt x="16" y="69"/>
                      <a:pt x="16" y="69"/>
                      <a:pt x="16" y="69"/>
                    </a:cubicBezTo>
                    <a:cubicBezTo>
                      <a:pt x="16" y="64"/>
                      <a:pt x="16" y="64"/>
                      <a:pt x="16" y="64"/>
                    </a:cubicBezTo>
                    <a:cubicBezTo>
                      <a:pt x="16" y="64"/>
                      <a:pt x="16" y="64"/>
                      <a:pt x="16" y="64"/>
                    </a:cubicBezTo>
                    <a:cubicBezTo>
                      <a:pt x="31" y="64"/>
                      <a:pt x="31" y="64"/>
                      <a:pt x="31" y="64"/>
                    </a:cubicBezTo>
                    <a:cubicBezTo>
                      <a:pt x="31" y="57"/>
                      <a:pt x="31" y="57"/>
                      <a:pt x="31" y="57"/>
                    </a:cubicBezTo>
                    <a:cubicBezTo>
                      <a:pt x="8" y="57"/>
                      <a:pt x="8" y="57"/>
                      <a:pt x="8" y="57"/>
                    </a:cubicBezTo>
                    <a:cubicBezTo>
                      <a:pt x="8" y="17"/>
                      <a:pt x="8" y="17"/>
                      <a:pt x="8" y="17"/>
                    </a:cubicBezTo>
                    <a:cubicBezTo>
                      <a:pt x="31" y="17"/>
                      <a:pt x="31" y="17"/>
                      <a:pt x="31" y="17"/>
                    </a:cubicBezTo>
                    <a:cubicBezTo>
                      <a:pt x="31" y="10"/>
                      <a:pt x="31" y="10"/>
                      <a:pt x="31" y="10"/>
                    </a:cubicBezTo>
                    <a:cubicBezTo>
                      <a:pt x="22" y="10"/>
                      <a:pt x="22" y="10"/>
                      <a:pt x="22" y="10"/>
                    </a:cubicBezTo>
                    <a:cubicBezTo>
                      <a:pt x="23" y="10"/>
                      <a:pt x="23" y="10"/>
                      <a:pt x="23" y="10"/>
                    </a:cubicBezTo>
                    <a:cubicBezTo>
                      <a:pt x="31" y="4"/>
                      <a:pt x="31" y="4"/>
                      <a:pt x="31" y="4"/>
                    </a:cubicBezTo>
                    <a:lnTo>
                      <a:pt x="31" y="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1" name="Oval 104">
                <a:extLst>
                  <a:ext uri="{FF2B5EF4-FFF2-40B4-BE49-F238E27FC236}">
                    <a16:creationId xmlns:a16="http://schemas.microsoft.com/office/drawing/2014/main" id="{207745B8-4B1A-4FE4-ADCE-CC07CD4772F1}"/>
                  </a:ext>
                </a:extLst>
              </p:cNvPr>
              <p:cNvSpPr>
                <a:spLocks noChangeArrowheads="1"/>
              </p:cNvSpPr>
              <p:nvPr/>
            </p:nvSpPr>
            <p:spPr bwMode="auto">
              <a:xfrm>
                <a:off x="4498" y="1072"/>
                <a:ext cx="35" cy="34"/>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2" name="Freeform 105">
                <a:extLst>
                  <a:ext uri="{FF2B5EF4-FFF2-40B4-BE49-F238E27FC236}">
                    <a16:creationId xmlns:a16="http://schemas.microsoft.com/office/drawing/2014/main" id="{B0FAF384-4AA3-4A42-B4F4-1195AA553442}"/>
                  </a:ext>
                </a:extLst>
              </p:cNvPr>
              <p:cNvSpPr>
                <a:spLocks/>
              </p:cNvSpPr>
              <p:nvPr/>
            </p:nvSpPr>
            <p:spPr bwMode="auto">
              <a:xfrm>
                <a:off x="4474" y="1113"/>
                <a:ext cx="82" cy="125"/>
              </a:xfrm>
              <a:custGeom>
                <a:avLst/>
                <a:gdLst>
                  <a:gd name="T0" fmla="*/ 14 w 82"/>
                  <a:gd name="T1" fmla="*/ 23 h 125"/>
                  <a:gd name="T2" fmla="*/ 19 w 82"/>
                  <a:gd name="T3" fmla="*/ 23 h 125"/>
                  <a:gd name="T4" fmla="*/ 19 w 82"/>
                  <a:gd name="T5" fmla="*/ 65 h 125"/>
                  <a:gd name="T6" fmla="*/ 19 w 82"/>
                  <a:gd name="T7" fmla="*/ 65 h 125"/>
                  <a:gd name="T8" fmla="*/ 19 w 82"/>
                  <a:gd name="T9" fmla="*/ 125 h 125"/>
                  <a:gd name="T10" fmla="*/ 38 w 82"/>
                  <a:gd name="T11" fmla="*/ 125 h 125"/>
                  <a:gd name="T12" fmla="*/ 38 w 82"/>
                  <a:gd name="T13" fmla="*/ 59 h 125"/>
                  <a:gd name="T14" fmla="*/ 45 w 82"/>
                  <a:gd name="T15" fmla="*/ 59 h 125"/>
                  <a:gd name="T16" fmla="*/ 45 w 82"/>
                  <a:gd name="T17" fmla="*/ 125 h 125"/>
                  <a:gd name="T18" fmla="*/ 64 w 82"/>
                  <a:gd name="T19" fmla="*/ 125 h 125"/>
                  <a:gd name="T20" fmla="*/ 64 w 82"/>
                  <a:gd name="T21" fmla="*/ 59 h 125"/>
                  <a:gd name="T22" fmla="*/ 64 w 82"/>
                  <a:gd name="T23" fmla="*/ 59 h 125"/>
                  <a:gd name="T24" fmla="*/ 64 w 82"/>
                  <a:gd name="T25" fmla="*/ 23 h 125"/>
                  <a:gd name="T26" fmla="*/ 69 w 82"/>
                  <a:gd name="T27" fmla="*/ 23 h 125"/>
                  <a:gd name="T28" fmla="*/ 69 w 82"/>
                  <a:gd name="T29" fmla="*/ 59 h 125"/>
                  <a:gd name="T30" fmla="*/ 82 w 82"/>
                  <a:gd name="T31" fmla="*/ 59 h 125"/>
                  <a:gd name="T32" fmla="*/ 82 w 82"/>
                  <a:gd name="T33" fmla="*/ 0 h 125"/>
                  <a:gd name="T34" fmla="*/ 0 w 82"/>
                  <a:gd name="T35" fmla="*/ 0 h 125"/>
                  <a:gd name="T36" fmla="*/ 0 w 82"/>
                  <a:gd name="T37" fmla="*/ 59 h 125"/>
                  <a:gd name="T38" fmla="*/ 14 w 82"/>
                  <a:gd name="T39" fmla="*/ 59 h 125"/>
                  <a:gd name="T40" fmla="*/ 14 w 82"/>
                  <a:gd name="T41" fmla="*/ 2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125">
                    <a:moveTo>
                      <a:pt x="14" y="23"/>
                    </a:moveTo>
                    <a:lnTo>
                      <a:pt x="19" y="23"/>
                    </a:lnTo>
                    <a:lnTo>
                      <a:pt x="19" y="65"/>
                    </a:lnTo>
                    <a:lnTo>
                      <a:pt x="19" y="65"/>
                    </a:lnTo>
                    <a:lnTo>
                      <a:pt x="19" y="125"/>
                    </a:lnTo>
                    <a:lnTo>
                      <a:pt x="38" y="125"/>
                    </a:lnTo>
                    <a:lnTo>
                      <a:pt x="38" y="59"/>
                    </a:lnTo>
                    <a:lnTo>
                      <a:pt x="45" y="59"/>
                    </a:lnTo>
                    <a:lnTo>
                      <a:pt x="45" y="125"/>
                    </a:lnTo>
                    <a:lnTo>
                      <a:pt x="64" y="125"/>
                    </a:lnTo>
                    <a:lnTo>
                      <a:pt x="64" y="59"/>
                    </a:lnTo>
                    <a:lnTo>
                      <a:pt x="64" y="59"/>
                    </a:lnTo>
                    <a:lnTo>
                      <a:pt x="64" y="23"/>
                    </a:lnTo>
                    <a:lnTo>
                      <a:pt x="69" y="23"/>
                    </a:lnTo>
                    <a:lnTo>
                      <a:pt x="69" y="59"/>
                    </a:lnTo>
                    <a:lnTo>
                      <a:pt x="82" y="59"/>
                    </a:lnTo>
                    <a:lnTo>
                      <a:pt x="82" y="0"/>
                    </a:lnTo>
                    <a:lnTo>
                      <a:pt x="0" y="0"/>
                    </a:lnTo>
                    <a:lnTo>
                      <a:pt x="0" y="59"/>
                    </a:lnTo>
                    <a:lnTo>
                      <a:pt x="14" y="59"/>
                    </a:lnTo>
                    <a:lnTo>
                      <a:pt x="14" y="2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3" name="Oval 106">
                <a:extLst>
                  <a:ext uri="{FF2B5EF4-FFF2-40B4-BE49-F238E27FC236}">
                    <a16:creationId xmlns:a16="http://schemas.microsoft.com/office/drawing/2014/main" id="{B910AA28-7572-45DD-8B44-F86064028DFE}"/>
                  </a:ext>
                </a:extLst>
              </p:cNvPr>
              <p:cNvSpPr>
                <a:spLocks noChangeArrowheads="1"/>
              </p:cNvSpPr>
              <p:nvPr/>
            </p:nvSpPr>
            <p:spPr bwMode="auto">
              <a:xfrm>
                <a:off x="4592" y="1072"/>
                <a:ext cx="33" cy="34"/>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04" name="Freeform 107">
                <a:extLst>
                  <a:ext uri="{FF2B5EF4-FFF2-40B4-BE49-F238E27FC236}">
                    <a16:creationId xmlns:a16="http://schemas.microsoft.com/office/drawing/2014/main" id="{53754F40-D658-4A20-AA7D-CEE640CE640D}"/>
                  </a:ext>
                </a:extLst>
              </p:cNvPr>
              <p:cNvSpPr>
                <a:spLocks/>
              </p:cNvSpPr>
              <p:nvPr/>
            </p:nvSpPr>
            <p:spPr bwMode="auto">
              <a:xfrm>
                <a:off x="4561" y="1113"/>
                <a:ext cx="93" cy="125"/>
              </a:xfrm>
              <a:custGeom>
                <a:avLst/>
                <a:gdLst>
                  <a:gd name="T0" fmla="*/ 81 w 93"/>
                  <a:gd name="T1" fmla="*/ 59 h 125"/>
                  <a:gd name="T2" fmla="*/ 93 w 93"/>
                  <a:gd name="T3" fmla="*/ 59 h 125"/>
                  <a:gd name="T4" fmla="*/ 78 w 93"/>
                  <a:gd name="T5" fmla="*/ 0 h 125"/>
                  <a:gd name="T6" fmla="*/ 17 w 93"/>
                  <a:gd name="T7" fmla="*/ 0 h 125"/>
                  <a:gd name="T8" fmla="*/ 0 w 93"/>
                  <a:gd name="T9" fmla="*/ 59 h 125"/>
                  <a:gd name="T10" fmla="*/ 14 w 93"/>
                  <a:gd name="T11" fmla="*/ 59 h 125"/>
                  <a:gd name="T12" fmla="*/ 24 w 93"/>
                  <a:gd name="T13" fmla="*/ 23 h 125"/>
                  <a:gd name="T14" fmla="*/ 28 w 93"/>
                  <a:gd name="T15" fmla="*/ 23 h 125"/>
                  <a:gd name="T16" fmla="*/ 10 w 93"/>
                  <a:gd name="T17" fmla="*/ 89 h 125"/>
                  <a:gd name="T18" fmla="*/ 24 w 93"/>
                  <a:gd name="T19" fmla="*/ 89 h 125"/>
                  <a:gd name="T20" fmla="*/ 24 w 93"/>
                  <a:gd name="T21" fmla="*/ 125 h 125"/>
                  <a:gd name="T22" fmla="*/ 45 w 93"/>
                  <a:gd name="T23" fmla="*/ 125 h 125"/>
                  <a:gd name="T24" fmla="*/ 45 w 93"/>
                  <a:gd name="T25" fmla="*/ 89 h 125"/>
                  <a:gd name="T26" fmla="*/ 50 w 93"/>
                  <a:gd name="T27" fmla="*/ 89 h 125"/>
                  <a:gd name="T28" fmla="*/ 50 w 93"/>
                  <a:gd name="T29" fmla="*/ 125 h 125"/>
                  <a:gd name="T30" fmla="*/ 69 w 93"/>
                  <a:gd name="T31" fmla="*/ 125 h 125"/>
                  <a:gd name="T32" fmla="*/ 69 w 93"/>
                  <a:gd name="T33" fmla="*/ 89 h 125"/>
                  <a:gd name="T34" fmla="*/ 85 w 93"/>
                  <a:gd name="T35" fmla="*/ 89 h 125"/>
                  <a:gd name="T36" fmla="*/ 66 w 93"/>
                  <a:gd name="T37" fmla="*/ 23 h 125"/>
                  <a:gd name="T38" fmla="*/ 71 w 93"/>
                  <a:gd name="T39" fmla="*/ 23 h 125"/>
                  <a:gd name="T40" fmla="*/ 81 w 93"/>
                  <a:gd name="T41" fmla="*/ 5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125">
                    <a:moveTo>
                      <a:pt x="81" y="59"/>
                    </a:moveTo>
                    <a:lnTo>
                      <a:pt x="93" y="59"/>
                    </a:lnTo>
                    <a:lnTo>
                      <a:pt x="78" y="0"/>
                    </a:lnTo>
                    <a:lnTo>
                      <a:pt x="17" y="0"/>
                    </a:lnTo>
                    <a:lnTo>
                      <a:pt x="0" y="59"/>
                    </a:lnTo>
                    <a:lnTo>
                      <a:pt x="14" y="59"/>
                    </a:lnTo>
                    <a:lnTo>
                      <a:pt x="24" y="23"/>
                    </a:lnTo>
                    <a:lnTo>
                      <a:pt x="28" y="23"/>
                    </a:lnTo>
                    <a:lnTo>
                      <a:pt x="10" y="89"/>
                    </a:lnTo>
                    <a:lnTo>
                      <a:pt x="24" y="89"/>
                    </a:lnTo>
                    <a:lnTo>
                      <a:pt x="24" y="125"/>
                    </a:lnTo>
                    <a:lnTo>
                      <a:pt x="45" y="125"/>
                    </a:lnTo>
                    <a:lnTo>
                      <a:pt x="45" y="89"/>
                    </a:lnTo>
                    <a:lnTo>
                      <a:pt x="50" y="89"/>
                    </a:lnTo>
                    <a:lnTo>
                      <a:pt x="50" y="125"/>
                    </a:lnTo>
                    <a:lnTo>
                      <a:pt x="69" y="125"/>
                    </a:lnTo>
                    <a:lnTo>
                      <a:pt x="69" y="89"/>
                    </a:lnTo>
                    <a:lnTo>
                      <a:pt x="85" y="89"/>
                    </a:lnTo>
                    <a:lnTo>
                      <a:pt x="66" y="23"/>
                    </a:lnTo>
                    <a:lnTo>
                      <a:pt x="71" y="23"/>
                    </a:lnTo>
                    <a:lnTo>
                      <a:pt x="81" y="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5" name="Freeform 108">
                <a:extLst>
                  <a:ext uri="{FF2B5EF4-FFF2-40B4-BE49-F238E27FC236}">
                    <a16:creationId xmlns:a16="http://schemas.microsoft.com/office/drawing/2014/main" id="{D8AFE7C5-71FB-4AD6-8ECA-1ADE8E64434C}"/>
                  </a:ext>
                </a:extLst>
              </p:cNvPr>
              <p:cNvSpPr>
                <a:spLocks noEditPoints="1"/>
              </p:cNvSpPr>
              <p:nvPr/>
            </p:nvSpPr>
            <p:spPr bwMode="auto">
              <a:xfrm>
                <a:off x="3831" y="2807"/>
                <a:ext cx="131" cy="160"/>
              </a:xfrm>
              <a:custGeom>
                <a:avLst/>
                <a:gdLst>
                  <a:gd name="T0" fmla="*/ 52 w 75"/>
                  <a:gd name="T1" fmla="*/ 84 h 92"/>
                  <a:gd name="T2" fmla="*/ 75 w 75"/>
                  <a:gd name="T3" fmla="*/ 92 h 92"/>
                  <a:gd name="T4" fmla="*/ 52 w 75"/>
                  <a:gd name="T5" fmla="*/ 52 h 92"/>
                  <a:gd name="T6" fmla="*/ 47 w 75"/>
                  <a:gd name="T7" fmla="*/ 45 h 92"/>
                  <a:gd name="T8" fmla="*/ 43 w 75"/>
                  <a:gd name="T9" fmla="*/ 63 h 92"/>
                  <a:gd name="T10" fmla="*/ 45 w 75"/>
                  <a:gd name="T11" fmla="*/ 69 h 92"/>
                  <a:gd name="T12" fmla="*/ 43 w 75"/>
                  <a:gd name="T13" fmla="*/ 67 h 92"/>
                  <a:gd name="T14" fmla="*/ 46 w 75"/>
                  <a:gd name="T15" fmla="*/ 78 h 92"/>
                  <a:gd name="T16" fmla="*/ 43 w 75"/>
                  <a:gd name="T17" fmla="*/ 84 h 92"/>
                  <a:gd name="T18" fmla="*/ 43 w 75"/>
                  <a:gd name="T19" fmla="*/ 84 h 92"/>
                  <a:gd name="T20" fmla="*/ 37 w 75"/>
                  <a:gd name="T21" fmla="*/ 78 h 92"/>
                  <a:gd name="T22" fmla="*/ 43 w 75"/>
                  <a:gd name="T23" fmla="*/ 24 h 92"/>
                  <a:gd name="T24" fmla="*/ 40 w 75"/>
                  <a:gd name="T25" fmla="*/ 14 h 92"/>
                  <a:gd name="T26" fmla="*/ 37 w 75"/>
                  <a:gd name="T27" fmla="*/ 27 h 92"/>
                  <a:gd name="T28" fmla="*/ 37 w 75"/>
                  <a:gd name="T29" fmla="*/ 45 h 92"/>
                  <a:gd name="T30" fmla="*/ 41 w 75"/>
                  <a:gd name="T31" fmla="*/ 52 h 92"/>
                  <a:gd name="T32" fmla="*/ 37 w 75"/>
                  <a:gd name="T33" fmla="*/ 62 h 92"/>
                  <a:gd name="T34" fmla="*/ 43 w 75"/>
                  <a:gd name="T35" fmla="*/ 74 h 92"/>
                  <a:gd name="T36" fmla="*/ 41 w 75"/>
                  <a:gd name="T37" fmla="*/ 65 h 92"/>
                  <a:gd name="T38" fmla="*/ 43 w 75"/>
                  <a:gd name="T39" fmla="*/ 24 h 92"/>
                  <a:gd name="T40" fmla="*/ 37 w 75"/>
                  <a:gd name="T41" fmla="*/ 84 h 92"/>
                  <a:gd name="T42" fmla="*/ 37 w 75"/>
                  <a:gd name="T43" fmla="*/ 78 h 92"/>
                  <a:gd name="T44" fmla="*/ 37 w 75"/>
                  <a:gd name="T45" fmla="*/ 78 h 92"/>
                  <a:gd name="T46" fmla="*/ 32 w 75"/>
                  <a:gd name="T47" fmla="*/ 84 h 92"/>
                  <a:gd name="T48" fmla="*/ 37 w 75"/>
                  <a:gd name="T49" fmla="*/ 0 h 92"/>
                  <a:gd name="T50" fmla="*/ 34 w 75"/>
                  <a:gd name="T51" fmla="*/ 14 h 92"/>
                  <a:gd name="T52" fmla="*/ 32 w 75"/>
                  <a:gd name="T53" fmla="*/ 63 h 92"/>
                  <a:gd name="T54" fmla="*/ 32 w 75"/>
                  <a:gd name="T55" fmla="*/ 67 h 92"/>
                  <a:gd name="T56" fmla="*/ 37 w 75"/>
                  <a:gd name="T57" fmla="*/ 69 h 92"/>
                  <a:gd name="T58" fmla="*/ 37 w 75"/>
                  <a:gd name="T59" fmla="*/ 62 h 92"/>
                  <a:gd name="T60" fmla="*/ 33 w 75"/>
                  <a:gd name="T61" fmla="*/ 58 h 92"/>
                  <a:gd name="T62" fmla="*/ 37 w 75"/>
                  <a:gd name="T63" fmla="*/ 52 h 92"/>
                  <a:gd name="T64" fmla="*/ 37 w 75"/>
                  <a:gd name="T65" fmla="*/ 52 h 92"/>
                  <a:gd name="T66" fmla="*/ 37 w 75"/>
                  <a:gd name="T67" fmla="*/ 45 h 92"/>
                  <a:gd name="T68" fmla="*/ 37 w 75"/>
                  <a:gd name="T69" fmla="*/ 27 h 92"/>
                  <a:gd name="T70" fmla="*/ 37 w 75"/>
                  <a:gd name="T71" fmla="*/ 27 h 92"/>
                  <a:gd name="T72" fmla="*/ 0 w 75"/>
                  <a:gd name="T73" fmla="*/ 92 h 92"/>
                  <a:gd name="T74" fmla="*/ 23 w 75"/>
                  <a:gd name="T75" fmla="*/ 84 h 92"/>
                  <a:gd name="T76" fmla="*/ 32 w 75"/>
                  <a:gd name="T77" fmla="*/ 78 h 92"/>
                  <a:gd name="T78" fmla="*/ 32 w 75"/>
                  <a:gd name="T79" fmla="*/ 74 h 92"/>
                  <a:gd name="T80" fmla="*/ 30 w 75"/>
                  <a:gd name="T81" fmla="*/ 69 h 92"/>
                  <a:gd name="T82" fmla="*/ 32 w 75"/>
                  <a:gd name="T83" fmla="*/ 63 h 92"/>
                  <a:gd name="T84" fmla="*/ 32 w 75"/>
                  <a:gd name="T85" fmla="*/ 24 h 92"/>
                  <a:gd name="T86" fmla="*/ 23 w 75"/>
                  <a:gd name="T87" fmla="*/ 45 h 92"/>
                  <a:gd name="T88" fmla="*/ 25 w 75"/>
                  <a:gd name="T89" fmla="*/ 5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5" h="92">
                    <a:moveTo>
                      <a:pt x="43" y="84"/>
                    </a:moveTo>
                    <a:cubicBezTo>
                      <a:pt x="52" y="84"/>
                      <a:pt x="52" y="84"/>
                      <a:pt x="52" y="84"/>
                    </a:cubicBezTo>
                    <a:cubicBezTo>
                      <a:pt x="60" y="92"/>
                      <a:pt x="60" y="92"/>
                      <a:pt x="60" y="92"/>
                    </a:cubicBezTo>
                    <a:cubicBezTo>
                      <a:pt x="75" y="92"/>
                      <a:pt x="75" y="92"/>
                      <a:pt x="75" y="92"/>
                    </a:cubicBezTo>
                    <a:cubicBezTo>
                      <a:pt x="63" y="85"/>
                      <a:pt x="55" y="69"/>
                      <a:pt x="50" y="52"/>
                    </a:cubicBezTo>
                    <a:cubicBezTo>
                      <a:pt x="52" y="52"/>
                      <a:pt x="52" y="52"/>
                      <a:pt x="52" y="52"/>
                    </a:cubicBezTo>
                    <a:cubicBezTo>
                      <a:pt x="52" y="45"/>
                      <a:pt x="52" y="45"/>
                      <a:pt x="52" y="45"/>
                    </a:cubicBezTo>
                    <a:cubicBezTo>
                      <a:pt x="47" y="45"/>
                      <a:pt x="47" y="45"/>
                      <a:pt x="47" y="45"/>
                    </a:cubicBezTo>
                    <a:cubicBezTo>
                      <a:pt x="45" y="37"/>
                      <a:pt x="44" y="30"/>
                      <a:pt x="43" y="24"/>
                    </a:cubicBezTo>
                    <a:cubicBezTo>
                      <a:pt x="43" y="63"/>
                      <a:pt x="43" y="63"/>
                      <a:pt x="43" y="63"/>
                    </a:cubicBezTo>
                    <a:cubicBezTo>
                      <a:pt x="43" y="63"/>
                      <a:pt x="43" y="63"/>
                      <a:pt x="43" y="63"/>
                    </a:cubicBezTo>
                    <a:cubicBezTo>
                      <a:pt x="44" y="65"/>
                      <a:pt x="44" y="67"/>
                      <a:pt x="45" y="69"/>
                    </a:cubicBezTo>
                    <a:cubicBezTo>
                      <a:pt x="45" y="69"/>
                      <a:pt x="45" y="69"/>
                      <a:pt x="45" y="69"/>
                    </a:cubicBezTo>
                    <a:cubicBezTo>
                      <a:pt x="43" y="67"/>
                      <a:pt x="43" y="67"/>
                      <a:pt x="43" y="67"/>
                    </a:cubicBezTo>
                    <a:cubicBezTo>
                      <a:pt x="43" y="74"/>
                      <a:pt x="43" y="74"/>
                      <a:pt x="43" y="74"/>
                    </a:cubicBezTo>
                    <a:cubicBezTo>
                      <a:pt x="46" y="78"/>
                      <a:pt x="46" y="78"/>
                      <a:pt x="46" y="78"/>
                    </a:cubicBezTo>
                    <a:cubicBezTo>
                      <a:pt x="43" y="78"/>
                      <a:pt x="43" y="78"/>
                      <a:pt x="43" y="78"/>
                    </a:cubicBezTo>
                    <a:lnTo>
                      <a:pt x="43" y="84"/>
                    </a:lnTo>
                    <a:close/>
                    <a:moveTo>
                      <a:pt x="37" y="84"/>
                    </a:moveTo>
                    <a:cubicBezTo>
                      <a:pt x="43" y="84"/>
                      <a:pt x="43" y="84"/>
                      <a:pt x="43" y="84"/>
                    </a:cubicBezTo>
                    <a:cubicBezTo>
                      <a:pt x="43" y="78"/>
                      <a:pt x="43" y="78"/>
                      <a:pt x="43" y="78"/>
                    </a:cubicBezTo>
                    <a:cubicBezTo>
                      <a:pt x="37" y="78"/>
                      <a:pt x="37" y="78"/>
                      <a:pt x="37" y="78"/>
                    </a:cubicBezTo>
                    <a:cubicBezTo>
                      <a:pt x="37" y="84"/>
                      <a:pt x="37" y="84"/>
                      <a:pt x="37" y="84"/>
                    </a:cubicBezTo>
                    <a:close/>
                    <a:moveTo>
                      <a:pt x="43" y="24"/>
                    </a:moveTo>
                    <a:cubicBezTo>
                      <a:pt x="42" y="18"/>
                      <a:pt x="41" y="14"/>
                      <a:pt x="41" y="14"/>
                    </a:cubicBezTo>
                    <a:cubicBezTo>
                      <a:pt x="40" y="14"/>
                      <a:pt x="40" y="14"/>
                      <a:pt x="40" y="14"/>
                    </a:cubicBezTo>
                    <a:cubicBezTo>
                      <a:pt x="37" y="0"/>
                      <a:pt x="37" y="0"/>
                      <a:pt x="37" y="0"/>
                    </a:cubicBezTo>
                    <a:cubicBezTo>
                      <a:pt x="37" y="27"/>
                      <a:pt x="37" y="27"/>
                      <a:pt x="37" y="27"/>
                    </a:cubicBezTo>
                    <a:cubicBezTo>
                      <a:pt x="38" y="28"/>
                      <a:pt x="38" y="41"/>
                      <a:pt x="39" y="45"/>
                    </a:cubicBezTo>
                    <a:cubicBezTo>
                      <a:pt x="37" y="45"/>
                      <a:pt x="37" y="45"/>
                      <a:pt x="37" y="45"/>
                    </a:cubicBezTo>
                    <a:cubicBezTo>
                      <a:pt x="37" y="52"/>
                      <a:pt x="37" y="52"/>
                      <a:pt x="37" y="52"/>
                    </a:cubicBezTo>
                    <a:cubicBezTo>
                      <a:pt x="41" y="52"/>
                      <a:pt x="41" y="52"/>
                      <a:pt x="41" y="52"/>
                    </a:cubicBezTo>
                    <a:cubicBezTo>
                      <a:pt x="41" y="52"/>
                      <a:pt x="41" y="54"/>
                      <a:pt x="42" y="58"/>
                    </a:cubicBezTo>
                    <a:cubicBezTo>
                      <a:pt x="37" y="62"/>
                      <a:pt x="37" y="62"/>
                      <a:pt x="37" y="62"/>
                    </a:cubicBezTo>
                    <a:cubicBezTo>
                      <a:pt x="37" y="69"/>
                      <a:pt x="37" y="69"/>
                      <a:pt x="37" y="69"/>
                    </a:cubicBezTo>
                    <a:cubicBezTo>
                      <a:pt x="43" y="74"/>
                      <a:pt x="43" y="74"/>
                      <a:pt x="43" y="74"/>
                    </a:cubicBezTo>
                    <a:cubicBezTo>
                      <a:pt x="43" y="67"/>
                      <a:pt x="43" y="67"/>
                      <a:pt x="43" y="67"/>
                    </a:cubicBezTo>
                    <a:cubicBezTo>
                      <a:pt x="41" y="65"/>
                      <a:pt x="41" y="65"/>
                      <a:pt x="41" y="65"/>
                    </a:cubicBezTo>
                    <a:cubicBezTo>
                      <a:pt x="43" y="63"/>
                      <a:pt x="43" y="63"/>
                      <a:pt x="43" y="63"/>
                    </a:cubicBezTo>
                    <a:lnTo>
                      <a:pt x="43" y="24"/>
                    </a:lnTo>
                    <a:close/>
                    <a:moveTo>
                      <a:pt x="32" y="84"/>
                    </a:moveTo>
                    <a:cubicBezTo>
                      <a:pt x="37" y="84"/>
                      <a:pt x="37" y="84"/>
                      <a:pt x="37" y="84"/>
                    </a:cubicBezTo>
                    <a:cubicBezTo>
                      <a:pt x="37" y="84"/>
                      <a:pt x="37" y="84"/>
                      <a:pt x="37" y="84"/>
                    </a:cubicBezTo>
                    <a:cubicBezTo>
                      <a:pt x="37" y="78"/>
                      <a:pt x="37" y="78"/>
                      <a:pt x="37" y="78"/>
                    </a:cubicBezTo>
                    <a:cubicBezTo>
                      <a:pt x="37" y="78"/>
                      <a:pt x="37" y="78"/>
                      <a:pt x="37" y="78"/>
                    </a:cubicBezTo>
                    <a:cubicBezTo>
                      <a:pt x="37" y="78"/>
                      <a:pt x="37" y="78"/>
                      <a:pt x="37" y="78"/>
                    </a:cubicBezTo>
                    <a:cubicBezTo>
                      <a:pt x="32" y="78"/>
                      <a:pt x="32" y="78"/>
                      <a:pt x="32" y="78"/>
                    </a:cubicBezTo>
                    <a:cubicBezTo>
                      <a:pt x="32" y="84"/>
                      <a:pt x="32" y="84"/>
                      <a:pt x="32" y="84"/>
                    </a:cubicBezTo>
                    <a:close/>
                    <a:moveTo>
                      <a:pt x="37" y="0"/>
                    </a:moveTo>
                    <a:cubicBezTo>
                      <a:pt x="37" y="0"/>
                      <a:pt x="37" y="0"/>
                      <a:pt x="37" y="0"/>
                    </a:cubicBezTo>
                    <a:cubicBezTo>
                      <a:pt x="35" y="14"/>
                      <a:pt x="35" y="14"/>
                      <a:pt x="35" y="14"/>
                    </a:cubicBezTo>
                    <a:cubicBezTo>
                      <a:pt x="34" y="14"/>
                      <a:pt x="34" y="14"/>
                      <a:pt x="34" y="14"/>
                    </a:cubicBezTo>
                    <a:cubicBezTo>
                      <a:pt x="34" y="14"/>
                      <a:pt x="33" y="18"/>
                      <a:pt x="32" y="24"/>
                    </a:cubicBezTo>
                    <a:cubicBezTo>
                      <a:pt x="32" y="63"/>
                      <a:pt x="32" y="63"/>
                      <a:pt x="32" y="63"/>
                    </a:cubicBezTo>
                    <a:cubicBezTo>
                      <a:pt x="34" y="65"/>
                      <a:pt x="34" y="65"/>
                      <a:pt x="34" y="65"/>
                    </a:cubicBezTo>
                    <a:cubicBezTo>
                      <a:pt x="32" y="67"/>
                      <a:pt x="32" y="67"/>
                      <a:pt x="32" y="67"/>
                    </a:cubicBezTo>
                    <a:cubicBezTo>
                      <a:pt x="32" y="74"/>
                      <a:pt x="32" y="74"/>
                      <a:pt x="32" y="74"/>
                    </a:cubicBezTo>
                    <a:cubicBezTo>
                      <a:pt x="37" y="69"/>
                      <a:pt x="37" y="69"/>
                      <a:pt x="37" y="69"/>
                    </a:cubicBezTo>
                    <a:cubicBezTo>
                      <a:pt x="37" y="69"/>
                      <a:pt x="37" y="69"/>
                      <a:pt x="37" y="69"/>
                    </a:cubicBezTo>
                    <a:cubicBezTo>
                      <a:pt x="37" y="62"/>
                      <a:pt x="37" y="62"/>
                      <a:pt x="37" y="62"/>
                    </a:cubicBezTo>
                    <a:cubicBezTo>
                      <a:pt x="37" y="62"/>
                      <a:pt x="37" y="62"/>
                      <a:pt x="37" y="62"/>
                    </a:cubicBezTo>
                    <a:cubicBezTo>
                      <a:pt x="33" y="58"/>
                      <a:pt x="33" y="58"/>
                      <a:pt x="33" y="58"/>
                    </a:cubicBezTo>
                    <a:cubicBezTo>
                      <a:pt x="34" y="54"/>
                      <a:pt x="34" y="52"/>
                      <a:pt x="34" y="52"/>
                    </a:cubicBezTo>
                    <a:cubicBezTo>
                      <a:pt x="37" y="52"/>
                      <a:pt x="37" y="52"/>
                      <a:pt x="37" y="52"/>
                    </a:cubicBezTo>
                    <a:cubicBezTo>
                      <a:pt x="37" y="52"/>
                      <a:pt x="37" y="52"/>
                      <a:pt x="37" y="52"/>
                    </a:cubicBezTo>
                    <a:cubicBezTo>
                      <a:pt x="37" y="52"/>
                      <a:pt x="37" y="52"/>
                      <a:pt x="37" y="52"/>
                    </a:cubicBezTo>
                    <a:cubicBezTo>
                      <a:pt x="37" y="45"/>
                      <a:pt x="37" y="45"/>
                      <a:pt x="37" y="45"/>
                    </a:cubicBezTo>
                    <a:cubicBezTo>
                      <a:pt x="37" y="45"/>
                      <a:pt x="37" y="45"/>
                      <a:pt x="37" y="45"/>
                    </a:cubicBezTo>
                    <a:cubicBezTo>
                      <a:pt x="36" y="45"/>
                      <a:pt x="36" y="45"/>
                      <a:pt x="36" y="45"/>
                    </a:cubicBezTo>
                    <a:cubicBezTo>
                      <a:pt x="37" y="40"/>
                      <a:pt x="37" y="27"/>
                      <a:pt x="37" y="27"/>
                    </a:cubicBezTo>
                    <a:cubicBezTo>
                      <a:pt x="37" y="27"/>
                      <a:pt x="37" y="27"/>
                      <a:pt x="37" y="27"/>
                    </a:cubicBezTo>
                    <a:cubicBezTo>
                      <a:pt x="37" y="27"/>
                      <a:pt x="37" y="27"/>
                      <a:pt x="37" y="27"/>
                    </a:cubicBezTo>
                    <a:lnTo>
                      <a:pt x="37" y="0"/>
                    </a:lnTo>
                    <a:close/>
                    <a:moveTo>
                      <a:pt x="0" y="92"/>
                    </a:moveTo>
                    <a:cubicBezTo>
                      <a:pt x="15" y="92"/>
                      <a:pt x="15" y="92"/>
                      <a:pt x="15" y="92"/>
                    </a:cubicBezTo>
                    <a:cubicBezTo>
                      <a:pt x="23" y="84"/>
                      <a:pt x="23" y="84"/>
                      <a:pt x="23" y="84"/>
                    </a:cubicBezTo>
                    <a:cubicBezTo>
                      <a:pt x="32" y="84"/>
                      <a:pt x="32" y="84"/>
                      <a:pt x="32" y="84"/>
                    </a:cubicBezTo>
                    <a:cubicBezTo>
                      <a:pt x="32" y="78"/>
                      <a:pt x="32" y="78"/>
                      <a:pt x="32" y="78"/>
                    </a:cubicBezTo>
                    <a:cubicBezTo>
                      <a:pt x="29" y="78"/>
                      <a:pt x="29" y="78"/>
                      <a:pt x="29" y="78"/>
                    </a:cubicBezTo>
                    <a:cubicBezTo>
                      <a:pt x="32" y="74"/>
                      <a:pt x="32" y="74"/>
                      <a:pt x="32" y="74"/>
                    </a:cubicBezTo>
                    <a:cubicBezTo>
                      <a:pt x="32" y="67"/>
                      <a:pt x="32" y="67"/>
                      <a:pt x="32" y="67"/>
                    </a:cubicBezTo>
                    <a:cubicBezTo>
                      <a:pt x="30" y="69"/>
                      <a:pt x="30" y="69"/>
                      <a:pt x="30" y="69"/>
                    </a:cubicBezTo>
                    <a:cubicBezTo>
                      <a:pt x="31" y="67"/>
                      <a:pt x="31" y="65"/>
                      <a:pt x="32" y="63"/>
                    </a:cubicBezTo>
                    <a:cubicBezTo>
                      <a:pt x="32" y="63"/>
                      <a:pt x="32" y="63"/>
                      <a:pt x="32" y="63"/>
                    </a:cubicBezTo>
                    <a:cubicBezTo>
                      <a:pt x="32" y="63"/>
                      <a:pt x="32" y="63"/>
                      <a:pt x="32" y="63"/>
                    </a:cubicBezTo>
                    <a:cubicBezTo>
                      <a:pt x="32" y="24"/>
                      <a:pt x="32" y="24"/>
                      <a:pt x="32" y="24"/>
                    </a:cubicBezTo>
                    <a:cubicBezTo>
                      <a:pt x="31" y="30"/>
                      <a:pt x="30" y="37"/>
                      <a:pt x="28" y="45"/>
                    </a:cubicBezTo>
                    <a:cubicBezTo>
                      <a:pt x="23" y="45"/>
                      <a:pt x="23" y="45"/>
                      <a:pt x="23" y="45"/>
                    </a:cubicBezTo>
                    <a:cubicBezTo>
                      <a:pt x="23" y="52"/>
                      <a:pt x="23" y="52"/>
                      <a:pt x="23" y="52"/>
                    </a:cubicBezTo>
                    <a:cubicBezTo>
                      <a:pt x="25" y="52"/>
                      <a:pt x="25" y="52"/>
                      <a:pt x="25" y="52"/>
                    </a:cubicBezTo>
                    <a:cubicBezTo>
                      <a:pt x="20" y="69"/>
                      <a:pt x="12" y="85"/>
                      <a:pt x="0" y="9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6" name="Freeform 109">
                <a:extLst>
                  <a:ext uri="{FF2B5EF4-FFF2-40B4-BE49-F238E27FC236}">
                    <a16:creationId xmlns:a16="http://schemas.microsoft.com/office/drawing/2014/main" id="{80521211-E88F-484F-803A-1C727177ED75}"/>
                  </a:ext>
                </a:extLst>
              </p:cNvPr>
              <p:cNvSpPr>
                <a:spLocks noEditPoints="1"/>
              </p:cNvSpPr>
              <p:nvPr/>
            </p:nvSpPr>
            <p:spPr bwMode="auto">
              <a:xfrm>
                <a:off x="3425" y="705"/>
                <a:ext cx="101" cy="63"/>
              </a:xfrm>
              <a:custGeom>
                <a:avLst/>
                <a:gdLst>
                  <a:gd name="T0" fmla="*/ 78 w 101"/>
                  <a:gd name="T1" fmla="*/ 63 h 63"/>
                  <a:gd name="T2" fmla="*/ 101 w 101"/>
                  <a:gd name="T3" fmla="*/ 63 h 63"/>
                  <a:gd name="T4" fmla="*/ 101 w 101"/>
                  <a:gd name="T5" fmla="*/ 35 h 63"/>
                  <a:gd name="T6" fmla="*/ 89 w 101"/>
                  <a:gd name="T7" fmla="*/ 35 h 63"/>
                  <a:gd name="T8" fmla="*/ 89 w 101"/>
                  <a:gd name="T9" fmla="*/ 0 h 63"/>
                  <a:gd name="T10" fmla="*/ 78 w 101"/>
                  <a:gd name="T11" fmla="*/ 0 h 63"/>
                  <a:gd name="T12" fmla="*/ 78 w 101"/>
                  <a:gd name="T13" fmla="*/ 44 h 63"/>
                  <a:gd name="T14" fmla="*/ 87 w 101"/>
                  <a:gd name="T15" fmla="*/ 44 h 63"/>
                  <a:gd name="T16" fmla="*/ 87 w 101"/>
                  <a:gd name="T17" fmla="*/ 56 h 63"/>
                  <a:gd name="T18" fmla="*/ 87 w 101"/>
                  <a:gd name="T19" fmla="*/ 56 h 63"/>
                  <a:gd name="T20" fmla="*/ 78 w 101"/>
                  <a:gd name="T21" fmla="*/ 56 h 63"/>
                  <a:gd name="T22" fmla="*/ 78 w 101"/>
                  <a:gd name="T23" fmla="*/ 63 h 63"/>
                  <a:gd name="T24" fmla="*/ 64 w 101"/>
                  <a:gd name="T25" fmla="*/ 0 h 63"/>
                  <a:gd name="T26" fmla="*/ 64 w 101"/>
                  <a:gd name="T27" fmla="*/ 35 h 63"/>
                  <a:gd name="T28" fmla="*/ 50 w 101"/>
                  <a:gd name="T29" fmla="*/ 35 h 63"/>
                  <a:gd name="T30" fmla="*/ 50 w 101"/>
                  <a:gd name="T31" fmla="*/ 44 h 63"/>
                  <a:gd name="T32" fmla="*/ 59 w 101"/>
                  <a:gd name="T33" fmla="*/ 44 h 63"/>
                  <a:gd name="T34" fmla="*/ 59 w 101"/>
                  <a:gd name="T35" fmla="*/ 56 h 63"/>
                  <a:gd name="T36" fmla="*/ 59 w 101"/>
                  <a:gd name="T37" fmla="*/ 56 h 63"/>
                  <a:gd name="T38" fmla="*/ 50 w 101"/>
                  <a:gd name="T39" fmla="*/ 56 h 63"/>
                  <a:gd name="T40" fmla="*/ 50 w 101"/>
                  <a:gd name="T41" fmla="*/ 63 h 63"/>
                  <a:gd name="T42" fmla="*/ 78 w 101"/>
                  <a:gd name="T43" fmla="*/ 63 h 63"/>
                  <a:gd name="T44" fmla="*/ 78 w 101"/>
                  <a:gd name="T45" fmla="*/ 56 h 63"/>
                  <a:gd name="T46" fmla="*/ 69 w 101"/>
                  <a:gd name="T47" fmla="*/ 56 h 63"/>
                  <a:gd name="T48" fmla="*/ 69 w 101"/>
                  <a:gd name="T49" fmla="*/ 44 h 63"/>
                  <a:gd name="T50" fmla="*/ 78 w 101"/>
                  <a:gd name="T51" fmla="*/ 44 h 63"/>
                  <a:gd name="T52" fmla="*/ 78 w 101"/>
                  <a:gd name="T53" fmla="*/ 0 h 63"/>
                  <a:gd name="T54" fmla="*/ 64 w 101"/>
                  <a:gd name="T55" fmla="*/ 0 h 63"/>
                  <a:gd name="T56" fmla="*/ 50 w 101"/>
                  <a:gd name="T57" fmla="*/ 35 h 63"/>
                  <a:gd name="T58" fmla="*/ 21 w 101"/>
                  <a:gd name="T59" fmla="*/ 35 h 63"/>
                  <a:gd name="T60" fmla="*/ 21 w 101"/>
                  <a:gd name="T61" fmla="*/ 44 h 63"/>
                  <a:gd name="T62" fmla="*/ 29 w 101"/>
                  <a:gd name="T63" fmla="*/ 44 h 63"/>
                  <a:gd name="T64" fmla="*/ 29 w 101"/>
                  <a:gd name="T65" fmla="*/ 56 h 63"/>
                  <a:gd name="T66" fmla="*/ 29 w 101"/>
                  <a:gd name="T67" fmla="*/ 56 h 63"/>
                  <a:gd name="T68" fmla="*/ 21 w 101"/>
                  <a:gd name="T69" fmla="*/ 56 h 63"/>
                  <a:gd name="T70" fmla="*/ 21 w 101"/>
                  <a:gd name="T71" fmla="*/ 63 h 63"/>
                  <a:gd name="T72" fmla="*/ 50 w 101"/>
                  <a:gd name="T73" fmla="*/ 63 h 63"/>
                  <a:gd name="T74" fmla="*/ 50 w 101"/>
                  <a:gd name="T75" fmla="*/ 56 h 63"/>
                  <a:gd name="T76" fmla="*/ 42 w 101"/>
                  <a:gd name="T77" fmla="*/ 56 h 63"/>
                  <a:gd name="T78" fmla="*/ 42 w 101"/>
                  <a:gd name="T79" fmla="*/ 44 h 63"/>
                  <a:gd name="T80" fmla="*/ 50 w 101"/>
                  <a:gd name="T81" fmla="*/ 44 h 63"/>
                  <a:gd name="T82" fmla="*/ 50 w 101"/>
                  <a:gd name="T83" fmla="*/ 35 h 63"/>
                  <a:gd name="T84" fmla="*/ 21 w 101"/>
                  <a:gd name="T85" fmla="*/ 35 h 63"/>
                  <a:gd name="T86" fmla="*/ 0 w 101"/>
                  <a:gd name="T87" fmla="*/ 35 h 63"/>
                  <a:gd name="T88" fmla="*/ 0 w 101"/>
                  <a:gd name="T89" fmla="*/ 63 h 63"/>
                  <a:gd name="T90" fmla="*/ 21 w 101"/>
                  <a:gd name="T91" fmla="*/ 63 h 63"/>
                  <a:gd name="T92" fmla="*/ 21 w 101"/>
                  <a:gd name="T93" fmla="*/ 56 h 63"/>
                  <a:gd name="T94" fmla="*/ 12 w 101"/>
                  <a:gd name="T95" fmla="*/ 56 h 63"/>
                  <a:gd name="T96" fmla="*/ 12 w 101"/>
                  <a:gd name="T97" fmla="*/ 44 h 63"/>
                  <a:gd name="T98" fmla="*/ 21 w 101"/>
                  <a:gd name="T99" fmla="*/ 44 h 63"/>
                  <a:gd name="T100" fmla="*/ 21 w 101"/>
                  <a:gd name="T101" fmla="*/ 3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1" h="63">
                    <a:moveTo>
                      <a:pt x="78" y="63"/>
                    </a:moveTo>
                    <a:lnTo>
                      <a:pt x="101" y="63"/>
                    </a:lnTo>
                    <a:lnTo>
                      <a:pt x="101" y="35"/>
                    </a:lnTo>
                    <a:lnTo>
                      <a:pt x="89" y="35"/>
                    </a:lnTo>
                    <a:lnTo>
                      <a:pt x="89" y="0"/>
                    </a:lnTo>
                    <a:lnTo>
                      <a:pt x="78" y="0"/>
                    </a:lnTo>
                    <a:lnTo>
                      <a:pt x="78" y="44"/>
                    </a:lnTo>
                    <a:lnTo>
                      <a:pt x="87" y="44"/>
                    </a:lnTo>
                    <a:lnTo>
                      <a:pt x="87" y="56"/>
                    </a:lnTo>
                    <a:lnTo>
                      <a:pt x="87" y="56"/>
                    </a:lnTo>
                    <a:lnTo>
                      <a:pt x="78" y="56"/>
                    </a:lnTo>
                    <a:lnTo>
                      <a:pt x="78" y="63"/>
                    </a:lnTo>
                    <a:close/>
                    <a:moveTo>
                      <a:pt x="64" y="0"/>
                    </a:moveTo>
                    <a:lnTo>
                      <a:pt x="64" y="35"/>
                    </a:lnTo>
                    <a:lnTo>
                      <a:pt x="50" y="35"/>
                    </a:lnTo>
                    <a:lnTo>
                      <a:pt x="50" y="44"/>
                    </a:lnTo>
                    <a:lnTo>
                      <a:pt x="59" y="44"/>
                    </a:lnTo>
                    <a:lnTo>
                      <a:pt x="59" y="56"/>
                    </a:lnTo>
                    <a:lnTo>
                      <a:pt x="59" y="56"/>
                    </a:lnTo>
                    <a:lnTo>
                      <a:pt x="50" y="56"/>
                    </a:lnTo>
                    <a:lnTo>
                      <a:pt x="50" y="63"/>
                    </a:lnTo>
                    <a:lnTo>
                      <a:pt x="78" y="63"/>
                    </a:lnTo>
                    <a:lnTo>
                      <a:pt x="78" y="56"/>
                    </a:lnTo>
                    <a:lnTo>
                      <a:pt x="69" y="56"/>
                    </a:lnTo>
                    <a:lnTo>
                      <a:pt x="69" y="44"/>
                    </a:lnTo>
                    <a:lnTo>
                      <a:pt x="78" y="44"/>
                    </a:lnTo>
                    <a:lnTo>
                      <a:pt x="78" y="0"/>
                    </a:lnTo>
                    <a:lnTo>
                      <a:pt x="64" y="0"/>
                    </a:lnTo>
                    <a:close/>
                    <a:moveTo>
                      <a:pt x="50" y="35"/>
                    </a:moveTo>
                    <a:lnTo>
                      <a:pt x="21" y="35"/>
                    </a:lnTo>
                    <a:lnTo>
                      <a:pt x="21" y="44"/>
                    </a:lnTo>
                    <a:lnTo>
                      <a:pt x="29" y="44"/>
                    </a:lnTo>
                    <a:lnTo>
                      <a:pt x="29" y="56"/>
                    </a:lnTo>
                    <a:lnTo>
                      <a:pt x="29" y="56"/>
                    </a:lnTo>
                    <a:lnTo>
                      <a:pt x="21" y="56"/>
                    </a:lnTo>
                    <a:lnTo>
                      <a:pt x="21" y="63"/>
                    </a:lnTo>
                    <a:lnTo>
                      <a:pt x="50" y="63"/>
                    </a:lnTo>
                    <a:lnTo>
                      <a:pt x="50" y="56"/>
                    </a:lnTo>
                    <a:lnTo>
                      <a:pt x="42" y="56"/>
                    </a:lnTo>
                    <a:lnTo>
                      <a:pt x="42" y="44"/>
                    </a:lnTo>
                    <a:lnTo>
                      <a:pt x="50" y="44"/>
                    </a:lnTo>
                    <a:lnTo>
                      <a:pt x="50" y="35"/>
                    </a:lnTo>
                    <a:close/>
                    <a:moveTo>
                      <a:pt x="21" y="35"/>
                    </a:moveTo>
                    <a:lnTo>
                      <a:pt x="0" y="35"/>
                    </a:lnTo>
                    <a:lnTo>
                      <a:pt x="0" y="63"/>
                    </a:lnTo>
                    <a:lnTo>
                      <a:pt x="21" y="63"/>
                    </a:lnTo>
                    <a:lnTo>
                      <a:pt x="21" y="56"/>
                    </a:lnTo>
                    <a:lnTo>
                      <a:pt x="12" y="56"/>
                    </a:lnTo>
                    <a:lnTo>
                      <a:pt x="12" y="44"/>
                    </a:lnTo>
                    <a:lnTo>
                      <a:pt x="21" y="44"/>
                    </a:lnTo>
                    <a:lnTo>
                      <a:pt x="21" y="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7" name="Freeform 110">
                <a:extLst>
                  <a:ext uri="{FF2B5EF4-FFF2-40B4-BE49-F238E27FC236}">
                    <a16:creationId xmlns:a16="http://schemas.microsoft.com/office/drawing/2014/main" id="{EE016CEB-72ED-47C3-928B-1A3B2CE0EAE3}"/>
                  </a:ext>
                </a:extLst>
              </p:cNvPr>
              <p:cNvSpPr>
                <a:spLocks/>
              </p:cNvSpPr>
              <p:nvPr/>
            </p:nvSpPr>
            <p:spPr bwMode="auto">
              <a:xfrm>
                <a:off x="3401" y="771"/>
                <a:ext cx="135" cy="44"/>
              </a:xfrm>
              <a:custGeom>
                <a:avLst/>
                <a:gdLst>
                  <a:gd name="T0" fmla="*/ 130 w 135"/>
                  <a:gd name="T1" fmla="*/ 44 h 44"/>
                  <a:gd name="T2" fmla="*/ 135 w 135"/>
                  <a:gd name="T3" fmla="*/ 0 h 44"/>
                  <a:gd name="T4" fmla="*/ 0 w 135"/>
                  <a:gd name="T5" fmla="*/ 0 h 44"/>
                  <a:gd name="T6" fmla="*/ 15 w 135"/>
                  <a:gd name="T7" fmla="*/ 44 h 44"/>
                  <a:gd name="T8" fmla="*/ 130 w 135"/>
                  <a:gd name="T9" fmla="*/ 44 h 44"/>
                </a:gdLst>
                <a:ahLst/>
                <a:cxnLst>
                  <a:cxn ang="0">
                    <a:pos x="T0" y="T1"/>
                  </a:cxn>
                  <a:cxn ang="0">
                    <a:pos x="T2" y="T3"/>
                  </a:cxn>
                  <a:cxn ang="0">
                    <a:pos x="T4" y="T5"/>
                  </a:cxn>
                  <a:cxn ang="0">
                    <a:pos x="T6" y="T7"/>
                  </a:cxn>
                  <a:cxn ang="0">
                    <a:pos x="T8" y="T9"/>
                  </a:cxn>
                </a:cxnLst>
                <a:rect l="0" t="0" r="r" b="b"/>
                <a:pathLst>
                  <a:path w="135" h="44">
                    <a:moveTo>
                      <a:pt x="130" y="44"/>
                    </a:moveTo>
                    <a:lnTo>
                      <a:pt x="135" y="0"/>
                    </a:lnTo>
                    <a:lnTo>
                      <a:pt x="0" y="0"/>
                    </a:lnTo>
                    <a:lnTo>
                      <a:pt x="15" y="44"/>
                    </a:lnTo>
                    <a:lnTo>
                      <a:pt x="130" y="4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08" name="Freeform 111">
                <a:extLst>
                  <a:ext uri="{FF2B5EF4-FFF2-40B4-BE49-F238E27FC236}">
                    <a16:creationId xmlns:a16="http://schemas.microsoft.com/office/drawing/2014/main" id="{E5CD701C-58A1-41FA-887C-F1DDBBC95601}"/>
                  </a:ext>
                </a:extLst>
              </p:cNvPr>
              <p:cNvSpPr>
                <a:spLocks noEditPoints="1"/>
              </p:cNvSpPr>
              <p:nvPr/>
            </p:nvSpPr>
            <p:spPr bwMode="auto">
              <a:xfrm>
                <a:off x="2900" y="1669"/>
                <a:ext cx="127" cy="101"/>
              </a:xfrm>
              <a:custGeom>
                <a:avLst/>
                <a:gdLst>
                  <a:gd name="T0" fmla="*/ 58 w 73"/>
                  <a:gd name="T1" fmla="*/ 58 h 58"/>
                  <a:gd name="T2" fmla="*/ 58 w 73"/>
                  <a:gd name="T3" fmla="*/ 38 h 58"/>
                  <a:gd name="T4" fmla="*/ 67 w 73"/>
                  <a:gd name="T5" fmla="*/ 29 h 58"/>
                  <a:gd name="T6" fmla="*/ 73 w 73"/>
                  <a:gd name="T7" fmla="*/ 29 h 58"/>
                  <a:gd name="T8" fmla="*/ 73 w 73"/>
                  <a:gd name="T9" fmla="*/ 8 h 58"/>
                  <a:gd name="T10" fmla="*/ 65 w 73"/>
                  <a:gd name="T11" fmla="*/ 0 h 58"/>
                  <a:gd name="T12" fmla="*/ 47 w 73"/>
                  <a:gd name="T13" fmla="*/ 0 h 58"/>
                  <a:gd name="T14" fmla="*/ 47 w 73"/>
                  <a:gd name="T15" fmla="*/ 9 h 58"/>
                  <a:gd name="T16" fmla="*/ 54 w 73"/>
                  <a:gd name="T17" fmla="*/ 16 h 58"/>
                  <a:gd name="T18" fmla="*/ 47 w 73"/>
                  <a:gd name="T19" fmla="*/ 22 h 58"/>
                  <a:gd name="T20" fmla="*/ 47 w 73"/>
                  <a:gd name="T21" fmla="*/ 26 h 58"/>
                  <a:gd name="T22" fmla="*/ 54 w 73"/>
                  <a:gd name="T23" fmla="*/ 33 h 58"/>
                  <a:gd name="T24" fmla="*/ 47 w 73"/>
                  <a:gd name="T25" fmla="*/ 39 h 58"/>
                  <a:gd name="T26" fmla="*/ 47 w 73"/>
                  <a:gd name="T27" fmla="*/ 58 h 58"/>
                  <a:gd name="T28" fmla="*/ 58 w 73"/>
                  <a:gd name="T29" fmla="*/ 58 h 58"/>
                  <a:gd name="T30" fmla="*/ 47 w 73"/>
                  <a:gd name="T31" fmla="*/ 0 h 58"/>
                  <a:gd name="T32" fmla="*/ 26 w 73"/>
                  <a:gd name="T33" fmla="*/ 0 h 58"/>
                  <a:gd name="T34" fmla="*/ 26 w 73"/>
                  <a:gd name="T35" fmla="*/ 9 h 58"/>
                  <a:gd name="T36" fmla="*/ 33 w 73"/>
                  <a:gd name="T37" fmla="*/ 16 h 58"/>
                  <a:gd name="T38" fmla="*/ 26 w 73"/>
                  <a:gd name="T39" fmla="*/ 22 h 58"/>
                  <a:gd name="T40" fmla="*/ 26 w 73"/>
                  <a:gd name="T41" fmla="*/ 26 h 58"/>
                  <a:gd name="T42" fmla="*/ 33 w 73"/>
                  <a:gd name="T43" fmla="*/ 33 h 58"/>
                  <a:gd name="T44" fmla="*/ 26 w 73"/>
                  <a:gd name="T45" fmla="*/ 39 h 58"/>
                  <a:gd name="T46" fmla="*/ 26 w 73"/>
                  <a:gd name="T47" fmla="*/ 58 h 58"/>
                  <a:gd name="T48" fmla="*/ 47 w 73"/>
                  <a:gd name="T49" fmla="*/ 58 h 58"/>
                  <a:gd name="T50" fmla="*/ 47 w 73"/>
                  <a:gd name="T51" fmla="*/ 39 h 58"/>
                  <a:gd name="T52" fmla="*/ 47 w 73"/>
                  <a:gd name="T53" fmla="*/ 39 h 58"/>
                  <a:gd name="T54" fmla="*/ 41 w 73"/>
                  <a:gd name="T55" fmla="*/ 33 h 58"/>
                  <a:gd name="T56" fmla="*/ 47 w 73"/>
                  <a:gd name="T57" fmla="*/ 26 h 58"/>
                  <a:gd name="T58" fmla="*/ 47 w 73"/>
                  <a:gd name="T59" fmla="*/ 26 h 58"/>
                  <a:gd name="T60" fmla="*/ 47 w 73"/>
                  <a:gd name="T61" fmla="*/ 26 h 58"/>
                  <a:gd name="T62" fmla="*/ 47 w 73"/>
                  <a:gd name="T63" fmla="*/ 22 h 58"/>
                  <a:gd name="T64" fmla="*/ 47 w 73"/>
                  <a:gd name="T65" fmla="*/ 22 h 58"/>
                  <a:gd name="T66" fmla="*/ 41 w 73"/>
                  <a:gd name="T67" fmla="*/ 16 h 58"/>
                  <a:gd name="T68" fmla="*/ 47 w 73"/>
                  <a:gd name="T69" fmla="*/ 9 h 58"/>
                  <a:gd name="T70" fmla="*/ 47 w 73"/>
                  <a:gd name="T71" fmla="*/ 9 h 58"/>
                  <a:gd name="T72" fmla="*/ 47 w 73"/>
                  <a:gd name="T73" fmla="*/ 9 h 58"/>
                  <a:gd name="T74" fmla="*/ 47 w 73"/>
                  <a:gd name="T75" fmla="*/ 0 h 58"/>
                  <a:gd name="T76" fmla="*/ 26 w 73"/>
                  <a:gd name="T77" fmla="*/ 0 h 58"/>
                  <a:gd name="T78" fmla="*/ 8 w 73"/>
                  <a:gd name="T79" fmla="*/ 0 h 58"/>
                  <a:gd name="T80" fmla="*/ 0 w 73"/>
                  <a:gd name="T81" fmla="*/ 8 h 58"/>
                  <a:gd name="T82" fmla="*/ 0 w 73"/>
                  <a:gd name="T83" fmla="*/ 29 h 58"/>
                  <a:gd name="T84" fmla="*/ 6 w 73"/>
                  <a:gd name="T85" fmla="*/ 29 h 58"/>
                  <a:gd name="T86" fmla="*/ 15 w 73"/>
                  <a:gd name="T87" fmla="*/ 38 h 58"/>
                  <a:gd name="T88" fmla="*/ 15 w 73"/>
                  <a:gd name="T89" fmla="*/ 58 h 58"/>
                  <a:gd name="T90" fmla="*/ 26 w 73"/>
                  <a:gd name="T91" fmla="*/ 58 h 58"/>
                  <a:gd name="T92" fmla="*/ 26 w 73"/>
                  <a:gd name="T93" fmla="*/ 39 h 58"/>
                  <a:gd name="T94" fmla="*/ 26 w 73"/>
                  <a:gd name="T95" fmla="*/ 39 h 58"/>
                  <a:gd name="T96" fmla="*/ 20 w 73"/>
                  <a:gd name="T97" fmla="*/ 33 h 58"/>
                  <a:gd name="T98" fmla="*/ 26 w 73"/>
                  <a:gd name="T99" fmla="*/ 26 h 58"/>
                  <a:gd name="T100" fmla="*/ 26 w 73"/>
                  <a:gd name="T101" fmla="*/ 26 h 58"/>
                  <a:gd name="T102" fmla="*/ 26 w 73"/>
                  <a:gd name="T103" fmla="*/ 26 h 58"/>
                  <a:gd name="T104" fmla="*/ 26 w 73"/>
                  <a:gd name="T105" fmla="*/ 22 h 58"/>
                  <a:gd name="T106" fmla="*/ 26 w 73"/>
                  <a:gd name="T107" fmla="*/ 22 h 58"/>
                  <a:gd name="T108" fmla="*/ 20 w 73"/>
                  <a:gd name="T109" fmla="*/ 16 h 58"/>
                  <a:gd name="T110" fmla="*/ 26 w 73"/>
                  <a:gd name="T111" fmla="*/ 9 h 58"/>
                  <a:gd name="T112" fmla="*/ 26 w 73"/>
                  <a:gd name="T113" fmla="*/ 9 h 58"/>
                  <a:gd name="T114" fmla="*/ 26 w 73"/>
                  <a:gd name="T115" fmla="*/ 9 h 58"/>
                  <a:gd name="T116" fmla="*/ 26 w 73"/>
                  <a:gd name="T117"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3" h="58">
                    <a:moveTo>
                      <a:pt x="58" y="58"/>
                    </a:moveTo>
                    <a:cubicBezTo>
                      <a:pt x="58" y="38"/>
                      <a:pt x="58" y="38"/>
                      <a:pt x="58" y="38"/>
                    </a:cubicBezTo>
                    <a:cubicBezTo>
                      <a:pt x="58" y="32"/>
                      <a:pt x="61" y="29"/>
                      <a:pt x="67" y="29"/>
                    </a:cubicBezTo>
                    <a:cubicBezTo>
                      <a:pt x="73" y="29"/>
                      <a:pt x="73" y="29"/>
                      <a:pt x="73" y="29"/>
                    </a:cubicBezTo>
                    <a:cubicBezTo>
                      <a:pt x="73" y="8"/>
                      <a:pt x="73" y="8"/>
                      <a:pt x="73" y="8"/>
                    </a:cubicBezTo>
                    <a:cubicBezTo>
                      <a:pt x="73" y="3"/>
                      <a:pt x="70" y="0"/>
                      <a:pt x="65" y="0"/>
                    </a:cubicBezTo>
                    <a:cubicBezTo>
                      <a:pt x="47" y="0"/>
                      <a:pt x="47" y="0"/>
                      <a:pt x="47" y="0"/>
                    </a:cubicBezTo>
                    <a:cubicBezTo>
                      <a:pt x="47" y="9"/>
                      <a:pt x="47" y="9"/>
                      <a:pt x="47" y="9"/>
                    </a:cubicBezTo>
                    <a:cubicBezTo>
                      <a:pt x="51" y="9"/>
                      <a:pt x="54" y="12"/>
                      <a:pt x="54" y="16"/>
                    </a:cubicBezTo>
                    <a:cubicBezTo>
                      <a:pt x="54" y="19"/>
                      <a:pt x="51" y="22"/>
                      <a:pt x="47" y="22"/>
                    </a:cubicBezTo>
                    <a:cubicBezTo>
                      <a:pt x="47" y="26"/>
                      <a:pt x="47" y="26"/>
                      <a:pt x="47" y="26"/>
                    </a:cubicBezTo>
                    <a:cubicBezTo>
                      <a:pt x="51" y="26"/>
                      <a:pt x="54" y="29"/>
                      <a:pt x="54" y="33"/>
                    </a:cubicBezTo>
                    <a:cubicBezTo>
                      <a:pt x="54" y="37"/>
                      <a:pt x="51" y="39"/>
                      <a:pt x="47" y="39"/>
                    </a:cubicBezTo>
                    <a:cubicBezTo>
                      <a:pt x="47" y="58"/>
                      <a:pt x="47" y="58"/>
                      <a:pt x="47" y="58"/>
                    </a:cubicBezTo>
                    <a:lnTo>
                      <a:pt x="58" y="58"/>
                    </a:lnTo>
                    <a:close/>
                    <a:moveTo>
                      <a:pt x="47" y="0"/>
                    </a:moveTo>
                    <a:cubicBezTo>
                      <a:pt x="26" y="0"/>
                      <a:pt x="26" y="0"/>
                      <a:pt x="26" y="0"/>
                    </a:cubicBezTo>
                    <a:cubicBezTo>
                      <a:pt x="26" y="9"/>
                      <a:pt x="26" y="9"/>
                      <a:pt x="26" y="9"/>
                    </a:cubicBezTo>
                    <a:cubicBezTo>
                      <a:pt x="30" y="9"/>
                      <a:pt x="33" y="12"/>
                      <a:pt x="33" y="16"/>
                    </a:cubicBezTo>
                    <a:cubicBezTo>
                      <a:pt x="33" y="19"/>
                      <a:pt x="30" y="22"/>
                      <a:pt x="26" y="22"/>
                    </a:cubicBezTo>
                    <a:cubicBezTo>
                      <a:pt x="26" y="26"/>
                      <a:pt x="26" y="26"/>
                      <a:pt x="26" y="26"/>
                    </a:cubicBezTo>
                    <a:cubicBezTo>
                      <a:pt x="30" y="26"/>
                      <a:pt x="33" y="29"/>
                      <a:pt x="33" y="33"/>
                    </a:cubicBezTo>
                    <a:cubicBezTo>
                      <a:pt x="33" y="37"/>
                      <a:pt x="30" y="39"/>
                      <a:pt x="26" y="39"/>
                    </a:cubicBezTo>
                    <a:cubicBezTo>
                      <a:pt x="26" y="58"/>
                      <a:pt x="26" y="58"/>
                      <a:pt x="26" y="58"/>
                    </a:cubicBezTo>
                    <a:cubicBezTo>
                      <a:pt x="47" y="58"/>
                      <a:pt x="47" y="58"/>
                      <a:pt x="47" y="58"/>
                    </a:cubicBezTo>
                    <a:cubicBezTo>
                      <a:pt x="47" y="39"/>
                      <a:pt x="47" y="39"/>
                      <a:pt x="47" y="39"/>
                    </a:cubicBezTo>
                    <a:cubicBezTo>
                      <a:pt x="47" y="39"/>
                      <a:pt x="47" y="39"/>
                      <a:pt x="47" y="39"/>
                    </a:cubicBezTo>
                    <a:cubicBezTo>
                      <a:pt x="44" y="39"/>
                      <a:pt x="41" y="37"/>
                      <a:pt x="41" y="33"/>
                    </a:cubicBezTo>
                    <a:cubicBezTo>
                      <a:pt x="41" y="29"/>
                      <a:pt x="44" y="26"/>
                      <a:pt x="47" y="26"/>
                    </a:cubicBezTo>
                    <a:cubicBezTo>
                      <a:pt x="47" y="26"/>
                      <a:pt x="47" y="26"/>
                      <a:pt x="47" y="26"/>
                    </a:cubicBezTo>
                    <a:cubicBezTo>
                      <a:pt x="47" y="26"/>
                      <a:pt x="47" y="26"/>
                      <a:pt x="47" y="26"/>
                    </a:cubicBezTo>
                    <a:cubicBezTo>
                      <a:pt x="47" y="22"/>
                      <a:pt x="47" y="22"/>
                      <a:pt x="47" y="22"/>
                    </a:cubicBezTo>
                    <a:cubicBezTo>
                      <a:pt x="47" y="22"/>
                      <a:pt x="47" y="22"/>
                      <a:pt x="47" y="22"/>
                    </a:cubicBezTo>
                    <a:cubicBezTo>
                      <a:pt x="44" y="22"/>
                      <a:pt x="41" y="19"/>
                      <a:pt x="41" y="16"/>
                    </a:cubicBezTo>
                    <a:cubicBezTo>
                      <a:pt x="41" y="12"/>
                      <a:pt x="44" y="9"/>
                      <a:pt x="47" y="9"/>
                    </a:cubicBezTo>
                    <a:cubicBezTo>
                      <a:pt x="47" y="9"/>
                      <a:pt x="47" y="9"/>
                      <a:pt x="47" y="9"/>
                    </a:cubicBezTo>
                    <a:cubicBezTo>
                      <a:pt x="47" y="9"/>
                      <a:pt x="47" y="9"/>
                      <a:pt x="47" y="9"/>
                    </a:cubicBezTo>
                    <a:lnTo>
                      <a:pt x="47" y="0"/>
                    </a:lnTo>
                    <a:close/>
                    <a:moveTo>
                      <a:pt x="26" y="0"/>
                    </a:moveTo>
                    <a:cubicBezTo>
                      <a:pt x="8" y="0"/>
                      <a:pt x="8" y="0"/>
                      <a:pt x="8" y="0"/>
                    </a:cubicBezTo>
                    <a:cubicBezTo>
                      <a:pt x="4" y="0"/>
                      <a:pt x="0" y="3"/>
                      <a:pt x="0" y="8"/>
                    </a:cubicBezTo>
                    <a:cubicBezTo>
                      <a:pt x="0" y="29"/>
                      <a:pt x="0" y="29"/>
                      <a:pt x="0" y="29"/>
                    </a:cubicBezTo>
                    <a:cubicBezTo>
                      <a:pt x="6" y="29"/>
                      <a:pt x="6" y="29"/>
                      <a:pt x="6" y="29"/>
                    </a:cubicBezTo>
                    <a:cubicBezTo>
                      <a:pt x="12" y="29"/>
                      <a:pt x="15" y="32"/>
                      <a:pt x="15" y="38"/>
                    </a:cubicBezTo>
                    <a:cubicBezTo>
                      <a:pt x="15" y="58"/>
                      <a:pt x="15" y="58"/>
                      <a:pt x="15" y="58"/>
                    </a:cubicBezTo>
                    <a:cubicBezTo>
                      <a:pt x="26" y="58"/>
                      <a:pt x="26" y="58"/>
                      <a:pt x="26" y="58"/>
                    </a:cubicBezTo>
                    <a:cubicBezTo>
                      <a:pt x="26" y="39"/>
                      <a:pt x="26" y="39"/>
                      <a:pt x="26" y="39"/>
                    </a:cubicBezTo>
                    <a:cubicBezTo>
                      <a:pt x="26" y="39"/>
                      <a:pt x="26" y="39"/>
                      <a:pt x="26" y="39"/>
                    </a:cubicBezTo>
                    <a:cubicBezTo>
                      <a:pt x="23" y="39"/>
                      <a:pt x="20" y="37"/>
                      <a:pt x="20" y="33"/>
                    </a:cubicBezTo>
                    <a:cubicBezTo>
                      <a:pt x="20" y="29"/>
                      <a:pt x="23" y="26"/>
                      <a:pt x="26" y="26"/>
                    </a:cubicBezTo>
                    <a:cubicBezTo>
                      <a:pt x="26" y="26"/>
                      <a:pt x="26" y="26"/>
                      <a:pt x="26" y="26"/>
                    </a:cubicBezTo>
                    <a:cubicBezTo>
                      <a:pt x="26" y="26"/>
                      <a:pt x="26" y="26"/>
                      <a:pt x="26" y="26"/>
                    </a:cubicBezTo>
                    <a:cubicBezTo>
                      <a:pt x="26" y="22"/>
                      <a:pt x="26" y="22"/>
                      <a:pt x="26" y="22"/>
                    </a:cubicBezTo>
                    <a:cubicBezTo>
                      <a:pt x="26" y="22"/>
                      <a:pt x="26" y="22"/>
                      <a:pt x="26" y="22"/>
                    </a:cubicBezTo>
                    <a:cubicBezTo>
                      <a:pt x="23" y="22"/>
                      <a:pt x="20" y="19"/>
                      <a:pt x="20" y="16"/>
                    </a:cubicBezTo>
                    <a:cubicBezTo>
                      <a:pt x="20" y="12"/>
                      <a:pt x="23" y="9"/>
                      <a:pt x="26" y="9"/>
                    </a:cubicBezTo>
                    <a:cubicBezTo>
                      <a:pt x="26" y="9"/>
                      <a:pt x="26" y="9"/>
                      <a:pt x="26" y="9"/>
                    </a:cubicBezTo>
                    <a:cubicBezTo>
                      <a:pt x="26" y="9"/>
                      <a:pt x="26" y="9"/>
                      <a:pt x="26" y="9"/>
                    </a:cubicBez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09" name="Freeform 112">
                <a:extLst>
                  <a:ext uri="{FF2B5EF4-FFF2-40B4-BE49-F238E27FC236}">
                    <a16:creationId xmlns:a16="http://schemas.microsoft.com/office/drawing/2014/main" id="{E66BA0C9-D7B2-4574-ABD8-D9CC2123E198}"/>
                  </a:ext>
                </a:extLst>
              </p:cNvPr>
              <p:cNvSpPr>
                <a:spLocks/>
              </p:cNvSpPr>
              <p:nvPr/>
            </p:nvSpPr>
            <p:spPr bwMode="auto">
              <a:xfrm>
                <a:off x="2878" y="1725"/>
                <a:ext cx="172" cy="92"/>
              </a:xfrm>
              <a:custGeom>
                <a:avLst/>
                <a:gdLst>
                  <a:gd name="T0" fmla="*/ 93 w 99"/>
                  <a:gd name="T1" fmla="*/ 0 h 53"/>
                  <a:gd name="T2" fmla="*/ 86 w 99"/>
                  <a:gd name="T3" fmla="*/ 0 h 53"/>
                  <a:gd name="T4" fmla="*/ 80 w 99"/>
                  <a:gd name="T5" fmla="*/ 0 h 53"/>
                  <a:gd name="T6" fmla="*/ 73 w 99"/>
                  <a:gd name="T7" fmla="*/ 6 h 53"/>
                  <a:gd name="T8" fmla="*/ 73 w 99"/>
                  <a:gd name="T9" fmla="*/ 28 h 53"/>
                  <a:gd name="T10" fmla="*/ 26 w 99"/>
                  <a:gd name="T11" fmla="*/ 28 h 53"/>
                  <a:gd name="T12" fmla="*/ 26 w 99"/>
                  <a:gd name="T13" fmla="*/ 6 h 53"/>
                  <a:gd name="T14" fmla="*/ 19 w 99"/>
                  <a:gd name="T15" fmla="*/ 0 h 53"/>
                  <a:gd name="T16" fmla="*/ 13 w 99"/>
                  <a:gd name="T17" fmla="*/ 0 h 53"/>
                  <a:gd name="T18" fmla="*/ 7 w 99"/>
                  <a:gd name="T19" fmla="*/ 0 h 53"/>
                  <a:gd name="T20" fmla="*/ 0 w 99"/>
                  <a:gd name="T21" fmla="*/ 6 h 53"/>
                  <a:gd name="T22" fmla="*/ 0 w 99"/>
                  <a:gd name="T23" fmla="*/ 39 h 53"/>
                  <a:gd name="T24" fmla="*/ 10 w 99"/>
                  <a:gd name="T25" fmla="*/ 48 h 53"/>
                  <a:gd name="T26" fmla="*/ 10 w 99"/>
                  <a:gd name="T27" fmla="*/ 49 h 53"/>
                  <a:gd name="T28" fmla="*/ 10 w 99"/>
                  <a:gd name="T29" fmla="*/ 51 h 53"/>
                  <a:gd name="T30" fmla="*/ 14 w 99"/>
                  <a:gd name="T31" fmla="*/ 53 h 53"/>
                  <a:gd name="T32" fmla="*/ 15 w 99"/>
                  <a:gd name="T33" fmla="*/ 53 h 53"/>
                  <a:gd name="T34" fmla="*/ 19 w 99"/>
                  <a:gd name="T35" fmla="*/ 51 h 53"/>
                  <a:gd name="T36" fmla="*/ 19 w 99"/>
                  <a:gd name="T37" fmla="*/ 49 h 53"/>
                  <a:gd name="T38" fmla="*/ 19 w 99"/>
                  <a:gd name="T39" fmla="*/ 48 h 53"/>
                  <a:gd name="T40" fmla="*/ 80 w 99"/>
                  <a:gd name="T41" fmla="*/ 48 h 53"/>
                  <a:gd name="T42" fmla="*/ 80 w 99"/>
                  <a:gd name="T43" fmla="*/ 49 h 53"/>
                  <a:gd name="T44" fmla="*/ 81 w 99"/>
                  <a:gd name="T45" fmla="*/ 51 h 53"/>
                  <a:gd name="T46" fmla="*/ 84 w 99"/>
                  <a:gd name="T47" fmla="*/ 53 h 53"/>
                  <a:gd name="T48" fmla="*/ 86 w 99"/>
                  <a:gd name="T49" fmla="*/ 53 h 53"/>
                  <a:gd name="T50" fmla="*/ 89 w 99"/>
                  <a:gd name="T51" fmla="*/ 51 h 53"/>
                  <a:gd name="T52" fmla="*/ 90 w 99"/>
                  <a:gd name="T53" fmla="*/ 49 h 53"/>
                  <a:gd name="T54" fmla="*/ 90 w 99"/>
                  <a:gd name="T55" fmla="*/ 48 h 53"/>
                  <a:gd name="T56" fmla="*/ 93 w 99"/>
                  <a:gd name="T57" fmla="*/ 48 h 53"/>
                  <a:gd name="T58" fmla="*/ 99 w 99"/>
                  <a:gd name="T59" fmla="*/ 39 h 53"/>
                  <a:gd name="T60" fmla="*/ 99 w 99"/>
                  <a:gd name="T61" fmla="*/ 6 h 53"/>
                  <a:gd name="T62" fmla="*/ 93 w 99"/>
                  <a:gd name="T63"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9" h="53">
                    <a:moveTo>
                      <a:pt x="93" y="0"/>
                    </a:moveTo>
                    <a:cubicBezTo>
                      <a:pt x="86" y="0"/>
                      <a:pt x="86" y="0"/>
                      <a:pt x="86" y="0"/>
                    </a:cubicBezTo>
                    <a:cubicBezTo>
                      <a:pt x="80" y="0"/>
                      <a:pt x="80" y="0"/>
                      <a:pt x="80" y="0"/>
                    </a:cubicBezTo>
                    <a:cubicBezTo>
                      <a:pt x="76" y="0"/>
                      <a:pt x="73" y="2"/>
                      <a:pt x="73" y="6"/>
                    </a:cubicBezTo>
                    <a:cubicBezTo>
                      <a:pt x="73" y="28"/>
                      <a:pt x="73" y="28"/>
                      <a:pt x="73" y="28"/>
                    </a:cubicBezTo>
                    <a:cubicBezTo>
                      <a:pt x="26" y="28"/>
                      <a:pt x="26" y="28"/>
                      <a:pt x="26" y="28"/>
                    </a:cubicBezTo>
                    <a:cubicBezTo>
                      <a:pt x="26" y="6"/>
                      <a:pt x="26" y="6"/>
                      <a:pt x="26" y="6"/>
                    </a:cubicBezTo>
                    <a:cubicBezTo>
                      <a:pt x="26" y="2"/>
                      <a:pt x="24" y="0"/>
                      <a:pt x="19" y="0"/>
                    </a:cubicBezTo>
                    <a:cubicBezTo>
                      <a:pt x="13" y="0"/>
                      <a:pt x="13" y="0"/>
                      <a:pt x="13" y="0"/>
                    </a:cubicBezTo>
                    <a:cubicBezTo>
                      <a:pt x="7" y="0"/>
                      <a:pt x="7" y="0"/>
                      <a:pt x="7" y="0"/>
                    </a:cubicBezTo>
                    <a:cubicBezTo>
                      <a:pt x="3" y="0"/>
                      <a:pt x="0" y="2"/>
                      <a:pt x="0" y="6"/>
                    </a:cubicBezTo>
                    <a:cubicBezTo>
                      <a:pt x="0" y="39"/>
                      <a:pt x="0" y="39"/>
                      <a:pt x="0" y="39"/>
                    </a:cubicBezTo>
                    <a:cubicBezTo>
                      <a:pt x="0" y="43"/>
                      <a:pt x="5" y="48"/>
                      <a:pt x="10" y="48"/>
                    </a:cubicBezTo>
                    <a:cubicBezTo>
                      <a:pt x="10" y="49"/>
                      <a:pt x="10" y="49"/>
                      <a:pt x="10" y="49"/>
                    </a:cubicBezTo>
                    <a:cubicBezTo>
                      <a:pt x="10" y="50"/>
                      <a:pt x="10" y="51"/>
                      <a:pt x="10" y="51"/>
                    </a:cubicBezTo>
                    <a:cubicBezTo>
                      <a:pt x="11" y="52"/>
                      <a:pt x="12" y="53"/>
                      <a:pt x="14" y="53"/>
                    </a:cubicBezTo>
                    <a:cubicBezTo>
                      <a:pt x="15" y="53"/>
                      <a:pt x="15" y="53"/>
                      <a:pt x="15" y="53"/>
                    </a:cubicBezTo>
                    <a:cubicBezTo>
                      <a:pt x="17" y="53"/>
                      <a:pt x="18" y="52"/>
                      <a:pt x="19" y="51"/>
                    </a:cubicBezTo>
                    <a:cubicBezTo>
                      <a:pt x="19" y="51"/>
                      <a:pt x="19" y="50"/>
                      <a:pt x="19" y="49"/>
                    </a:cubicBezTo>
                    <a:cubicBezTo>
                      <a:pt x="19" y="49"/>
                      <a:pt x="19" y="49"/>
                      <a:pt x="19" y="48"/>
                    </a:cubicBezTo>
                    <a:cubicBezTo>
                      <a:pt x="80" y="48"/>
                      <a:pt x="80" y="48"/>
                      <a:pt x="80" y="48"/>
                    </a:cubicBezTo>
                    <a:cubicBezTo>
                      <a:pt x="80" y="49"/>
                      <a:pt x="80" y="49"/>
                      <a:pt x="80" y="49"/>
                    </a:cubicBezTo>
                    <a:cubicBezTo>
                      <a:pt x="80" y="50"/>
                      <a:pt x="80" y="51"/>
                      <a:pt x="81" y="51"/>
                    </a:cubicBezTo>
                    <a:cubicBezTo>
                      <a:pt x="81" y="52"/>
                      <a:pt x="83" y="53"/>
                      <a:pt x="84" y="53"/>
                    </a:cubicBezTo>
                    <a:cubicBezTo>
                      <a:pt x="86" y="53"/>
                      <a:pt x="86" y="53"/>
                      <a:pt x="86" y="53"/>
                    </a:cubicBezTo>
                    <a:cubicBezTo>
                      <a:pt x="87" y="53"/>
                      <a:pt x="88" y="52"/>
                      <a:pt x="89" y="51"/>
                    </a:cubicBezTo>
                    <a:cubicBezTo>
                      <a:pt x="89" y="51"/>
                      <a:pt x="89" y="50"/>
                      <a:pt x="90" y="49"/>
                    </a:cubicBezTo>
                    <a:cubicBezTo>
                      <a:pt x="90" y="49"/>
                      <a:pt x="90" y="49"/>
                      <a:pt x="90" y="48"/>
                    </a:cubicBezTo>
                    <a:cubicBezTo>
                      <a:pt x="93" y="48"/>
                      <a:pt x="93" y="48"/>
                      <a:pt x="93" y="48"/>
                    </a:cubicBezTo>
                    <a:cubicBezTo>
                      <a:pt x="97" y="48"/>
                      <a:pt x="99" y="43"/>
                      <a:pt x="99" y="39"/>
                    </a:cubicBezTo>
                    <a:cubicBezTo>
                      <a:pt x="99" y="6"/>
                      <a:pt x="99" y="6"/>
                      <a:pt x="99" y="6"/>
                    </a:cubicBezTo>
                    <a:cubicBezTo>
                      <a:pt x="99" y="2"/>
                      <a:pt x="97" y="0"/>
                      <a:pt x="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0" name="Oval 113">
                <a:extLst>
                  <a:ext uri="{FF2B5EF4-FFF2-40B4-BE49-F238E27FC236}">
                    <a16:creationId xmlns:a16="http://schemas.microsoft.com/office/drawing/2014/main" id="{FD24B172-6C1E-482B-8901-29230C888565}"/>
                  </a:ext>
                </a:extLst>
              </p:cNvPr>
              <p:cNvSpPr>
                <a:spLocks noChangeArrowheads="1"/>
              </p:cNvSpPr>
              <p:nvPr/>
            </p:nvSpPr>
            <p:spPr bwMode="auto">
              <a:xfrm>
                <a:off x="2939" y="169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1" name="Oval 114">
                <a:extLst>
                  <a:ext uri="{FF2B5EF4-FFF2-40B4-BE49-F238E27FC236}">
                    <a16:creationId xmlns:a16="http://schemas.microsoft.com/office/drawing/2014/main" id="{1BE54055-229F-4433-A795-FB90300405C2}"/>
                  </a:ext>
                </a:extLst>
              </p:cNvPr>
              <p:cNvSpPr>
                <a:spLocks noChangeArrowheads="1"/>
              </p:cNvSpPr>
              <p:nvPr/>
            </p:nvSpPr>
            <p:spPr bwMode="auto">
              <a:xfrm>
                <a:off x="2975" y="169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2" name="Oval 115">
                <a:extLst>
                  <a:ext uri="{FF2B5EF4-FFF2-40B4-BE49-F238E27FC236}">
                    <a16:creationId xmlns:a16="http://schemas.microsoft.com/office/drawing/2014/main" id="{3F78AB2E-A9FE-415B-8A2D-B324D879824B}"/>
                  </a:ext>
                </a:extLst>
              </p:cNvPr>
              <p:cNvSpPr>
                <a:spLocks noChangeArrowheads="1"/>
              </p:cNvSpPr>
              <p:nvPr/>
            </p:nvSpPr>
            <p:spPr bwMode="auto">
              <a:xfrm>
                <a:off x="2939" y="172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3" name="Oval 116">
                <a:extLst>
                  <a:ext uri="{FF2B5EF4-FFF2-40B4-BE49-F238E27FC236}">
                    <a16:creationId xmlns:a16="http://schemas.microsoft.com/office/drawing/2014/main" id="{0FDCBAB8-26FE-481B-8C9B-1B40F7A645B1}"/>
                  </a:ext>
                </a:extLst>
              </p:cNvPr>
              <p:cNvSpPr>
                <a:spLocks noChangeArrowheads="1"/>
              </p:cNvSpPr>
              <p:nvPr/>
            </p:nvSpPr>
            <p:spPr bwMode="auto">
              <a:xfrm>
                <a:off x="2975" y="1720"/>
                <a:ext cx="14" cy="14"/>
              </a:xfrm>
              <a:prstGeom prst="ellipse">
                <a:avLst/>
              </a:pr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4" name="Freeform 117">
                <a:extLst>
                  <a:ext uri="{FF2B5EF4-FFF2-40B4-BE49-F238E27FC236}">
                    <a16:creationId xmlns:a16="http://schemas.microsoft.com/office/drawing/2014/main" id="{3FE9D33B-FFB2-426D-97F6-B8EA9D031A41}"/>
                  </a:ext>
                </a:extLst>
              </p:cNvPr>
              <p:cNvSpPr>
                <a:spLocks/>
              </p:cNvSpPr>
              <p:nvPr/>
            </p:nvSpPr>
            <p:spPr bwMode="auto">
              <a:xfrm>
                <a:off x="3996" y="514"/>
                <a:ext cx="129" cy="132"/>
              </a:xfrm>
              <a:custGeom>
                <a:avLst/>
                <a:gdLst>
                  <a:gd name="T0" fmla="*/ 72 w 74"/>
                  <a:gd name="T1" fmla="*/ 54 h 76"/>
                  <a:gd name="T2" fmla="*/ 58 w 74"/>
                  <a:gd name="T3" fmla="*/ 39 h 76"/>
                  <a:gd name="T4" fmla="*/ 55 w 74"/>
                  <a:gd name="T5" fmla="*/ 36 h 76"/>
                  <a:gd name="T6" fmla="*/ 41 w 74"/>
                  <a:gd name="T7" fmla="*/ 19 h 76"/>
                  <a:gd name="T8" fmla="*/ 34 w 74"/>
                  <a:gd name="T9" fmla="*/ 5 h 76"/>
                  <a:gd name="T10" fmla="*/ 26 w 74"/>
                  <a:gd name="T11" fmla="*/ 4 h 76"/>
                  <a:gd name="T12" fmla="*/ 24 w 74"/>
                  <a:gd name="T13" fmla="*/ 11 h 76"/>
                  <a:gd name="T14" fmla="*/ 28 w 74"/>
                  <a:gd name="T15" fmla="*/ 22 h 76"/>
                  <a:gd name="T16" fmla="*/ 29 w 74"/>
                  <a:gd name="T17" fmla="*/ 29 h 76"/>
                  <a:gd name="T18" fmla="*/ 6 w 74"/>
                  <a:gd name="T19" fmla="*/ 29 h 76"/>
                  <a:gd name="T20" fmla="*/ 1 w 74"/>
                  <a:gd name="T21" fmla="*/ 37 h 76"/>
                  <a:gd name="T22" fmla="*/ 12 w 74"/>
                  <a:gd name="T23" fmla="*/ 68 h 76"/>
                  <a:gd name="T24" fmla="*/ 17 w 74"/>
                  <a:gd name="T25" fmla="*/ 71 h 76"/>
                  <a:gd name="T26" fmla="*/ 44 w 74"/>
                  <a:gd name="T27" fmla="*/ 71 h 76"/>
                  <a:gd name="T28" fmla="*/ 50 w 74"/>
                  <a:gd name="T29" fmla="*/ 74 h 76"/>
                  <a:gd name="T30" fmla="*/ 51 w 74"/>
                  <a:gd name="T31" fmla="*/ 75 h 76"/>
                  <a:gd name="T32" fmla="*/ 56 w 74"/>
                  <a:gd name="T33" fmla="*/ 75 h 76"/>
                  <a:gd name="T34" fmla="*/ 72 w 74"/>
                  <a:gd name="T35" fmla="*/ 58 h 76"/>
                  <a:gd name="T36" fmla="*/ 72 w 74"/>
                  <a:gd name="T37" fmla="*/ 5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6">
                    <a:moveTo>
                      <a:pt x="72" y="54"/>
                    </a:moveTo>
                    <a:cubicBezTo>
                      <a:pt x="58" y="39"/>
                      <a:pt x="58" y="39"/>
                      <a:pt x="58" y="39"/>
                    </a:cubicBezTo>
                    <a:cubicBezTo>
                      <a:pt x="56" y="38"/>
                      <a:pt x="55" y="36"/>
                      <a:pt x="55" y="36"/>
                    </a:cubicBezTo>
                    <a:cubicBezTo>
                      <a:pt x="55" y="36"/>
                      <a:pt x="49" y="25"/>
                      <a:pt x="41" y="19"/>
                    </a:cubicBezTo>
                    <a:cubicBezTo>
                      <a:pt x="32" y="14"/>
                      <a:pt x="34" y="10"/>
                      <a:pt x="34" y="5"/>
                    </a:cubicBezTo>
                    <a:cubicBezTo>
                      <a:pt x="34" y="1"/>
                      <a:pt x="30" y="0"/>
                      <a:pt x="26" y="4"/>
                    </a:cubicBezTo>
                    <a:cubicBezTo>
                      <a:pt x="25" y="6"/>
                      <a:pt x="24" y="9"/>
                      <a:pt x="24" y="11"/>
                    </a:cubicBezTo>
                    <a:cubicBezTo>
                      <a:pt x="23" y="16"/>
                      <a:pt x="27" y="20"/>
                      <a:pt x="28" y="22"/>
                    </a:cubicBezTo>
                    <a:cubicBezTo>
                      <a:pt x="29" y="23"/>
                      <a:pt x="30" y="26"/>
                      <a:pt x="29" y="29"/>
                    </a:cubicBezTo>
                    <a:cubicBezTo>
                      <a:pt x="6" y="29"/>
                      <a:pt x="6" y="29"/>
                      <a:pt x="6" y="29"/>
                    </a:cubicBezTo>
                    <a:cubicBezTo>
                      <a:pt x="2" y="29"/>
                      <a:pt x="0" y="33"/>
                      <a:pt x="1" y="37"/>
                    </a:cubicBezTo>
                    <a:cubicBezTo>
                      <a:pt x="12" y="68"/>
                      <a:pt x="12" y="68"/>
                      <a:pt x="12" y="68"/>
                    </a:cubicBezTo>
                    <a:cubicBezTo>
                      <a:pt x="13" y="70"/>
                      <a:pt x="15" y="71"/>
                      <a:pt x="17" y="71"/>
                    </a:cubicBezTo>
                    <a:cubicBezTo>
                      <a:pt x="44" y="71"/>
                      <a:pt x="44" y="71"/>
                      <a:pt x="44" y="71"/>
                    </a:cubicBezTo>
                    <a:cubicBezTo>
                      <a:pt x="46" y="71"/>
                      <a:pt x="48" y="73"/>
                      <a:pt x="50" y="74"/>
                    </a:cubicBezTo>
                    <a:cubicBezTo>
                      <a:pt x="51" y="75"/>
                      <a:pt x="51" y="75"/>
                      <a:pt x="51" y="75"/>
                    </a:cubicBezTo>
                    <a:cubicBezTo>
                      <a:pt x="52" y="76"/>
                      <a:pt x="54" y="76"/>
                      <a:pt x="56" y="75"/>
                    </a:cubicBezTo>
                    <a:cubicBezTo>
                      <a:pt x="72" y="58"/>
                      <a:pt x="72" y="58"/>
                      <a:pt x="72" y="58"/>
                    </a:cubicBezTo>
                    <a:cubicBezTo>
                      <a:pt x="74" y="57"/>
                      <a:pt x="74" y="55"/>
                      <a:pt x="72" y="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5" name="Freeform 118">
                <a:extLst>
                  <a:ext uri="{FF2B5EF4-FFF2-40B4-BE49-F238E27FC236}">
                    <a16:creationId xmlns:a16="http://schemas.microsoft.com/office/drawing/2014/main" id="{C948C977-13B6-4B5E-BDD3-0380A521729B}"/>
                  </a:ext>
                </a:extLst>
              </p:cNvPr>
              <p:cNvSpPr>
                <a:spLocks/>
              </p:cNvSpPr>
              <p:nvPr/>
            </p:nvSpPr>
            <p:spPr bwMode="auto">
              <a:xfrm>
                <a:off x="4094" y="617"/>
                <a:ext cx="43" cy="43"/>
              </a:xfrm>
              <a:custGeom>
                <a:avLst/>
                <a:gdLst>
                  <a:gd name="T0" fmla="*/ 8 w 43"/>
                  <a:gd name="T1" fmla="*/ 43 h 43"/>
                  <a:gd name="T2" fmla="*/ 0 w 43"/>
                  <a:gd name="T3" fmla="*/ 34 h 43"/>
                  <a:gd name="T4" fmla="*/ 34 w 43"/>
                  <a:gd name="T5" fmla="*/ 0 h 43"/>
                  <a:gd name="T6" fmla="*/ 43 w 43"/>
                  <a:gd name="T7" fmla="*/ 8 h 43"/>
                  <a:gd name="T8" fmla="*/ 8 w 43"/>
                  <a:gd name="T9" fmla="*/ 43 h 43"/>
                </a:gdLst>
                <a:ahLst/>
                <a:cxnLst>
                  <a:cxn ang="0">
                    <a:pos x="T0" y="T1"/>
                  </a:cxn>
                  <a:cxn ang="0">
                    <a:pos x="T2" y="T3"/>
                  </a:cxn>
                  <a:cxn ang="0">
                    <a:pos x="T4" y="T5"/>
                  </a:cxn>
                  <a:cxn ang="0">
                    <a:pos x="T6" y="T7"/>
                  </a:cxn>
                  <a:cxn ang="0">
                    <a:pos x="T8" y="T9"/>
                  </a:cxn>
                </a:cxnLst>
                <a:rect l="0" t="0" r="r" b="b"/>
                <a:pathLst>
                  <a:path w="43" h="43">
                    <a:moveTo>
                      <a:pt x="8" y="43"/>
                    </a:moveTo>
                    <a:lnTo>
                      <a:pt x="0" y="34"/>
                    </a:lnTo>
                    <a:lnTo>
                      <a:pt x="34" y="0"/>
                    </a:lnTo>
                    <a:lnTo>
                      <a:pt x="43" y="8"/>
                    </a:lnTo>
                    <a:lnTo>
                      <a:pt x="8" y="43"/>
                    </a:ln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16" name="Freeform 119">
                <a:extLst>
                  <a:ext uri="{FF2B5EF4-FFF2-40B4-BE49-F238E27FC236}">
                    <a16:creationId xmlns:a16="http://schemas.microsoft.com/office/drawing/2014/main" id="{D730BC04-4057-4A42-98E7-5BBC30CE4914}"/>
                  </a:ext>
                </a:extLst>
              </p:cNvPr>
              <p:cNvSpPr>
                <a:spLocks/>
              </p:cNvSpPr>
              <p:nvPr/>
            </p:nvSpPr>
            <p:spPr bwMode="auto">
              <a:xfrm>
                <a:off x="3923" y="1728"/>
                <a:ext cx="39" cy="68"/>
              </a:xfrm>
              <a:custGeom>
                <a:avLst/>
                <a:gdLst>
                  <a:gd name="T0" fmla="*/ 22 w 22"/>
                  <a:gd name="T1" fmla="*/ 20 h 39"/>
                  <a:gd name="T2" fmla="*/ 11 w 22"/>
                  <a:gd name="T3" fmla="*/ 0 h 39"/>
                  <a:gd name="T4" fmla="*/ 0 w 22"/>
                  <a:gd name="T5" fmla="*/ 20 h 39"/>
                  <a:gd name="T6" fmla="*/ 11 w 22"/>
                  <a:gd name="T7" fmla="*/ 39 h 39"/>
                  <a:gd name="T8" fmla="*/ 22 w 22"/>
                  <a:gd name="T9" fmla="*/ 20 h 39"/>
                </a:gdLst>
                <a:ahLst/>
                <a:cxnLst>
                  <a:cxn ang="0">
                    <a:pos x="T0" y="T1"/>
                  </a:cxn>
                  <a:cxn ang="0">
                    <a:pos x="T2" y="T3"/>
                  </a:cxn>
                  <a:cxn ang="0">
                    <a:pos x="T4" y="T5"/>
                  </a:cxn>
                  <a:cxn ang="0">
                    <a:pos x="T6" y="T7"/>
                  </a:cxn>
                  <a:cxn ang="0">
                    <a:pos x="T8" y="T9"/>
                  </a:cxn>
                </a:cxnLst>
                <a:rect l="0" t="0" r="r" b="b"/>
                <a:pathLst>
                  <a:path w="22" h="39">
                    <a:moveTo>
                      <a:pt x="22" y="20"/>
                    </a:moveTo>
                    <a:cubicBezTo>
                      <a:pt x="22" y="13"/>
                      <a:pt x="18" y="3"/>
                      <a:pt x="11" y="0"/>
                    </a:cubicBezTo>
                    <a:cubicBezTo>
                      <a:pt x="5" y="3"/>
                      <a:pt x="0" y="13"/>
                      <a:pt x="0" y="20"/>
                    </a:cubicBezTo>
                    <a:cubicBezTo>
                      <a:pt x="0" y="26"/>
                      <a:pt x="5" y="36"/>
                      <a:pt x="11" y="39"/>
                    </a:cubicBezTo>
                    <a:cubicBezTo>
                      <a:pt x="18" y="36"/>
                      <a:pt x="22" y="26"/>
                      <a:pt x="22" y="2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17" name="Freeform 120">
                <a:extLst>
                  <a:ext uri="{FF2B5EF4-FFF2-40B4-BE49-F238E27FC236}">
                    <a16:creationId xmlns:a16="http://schemas.microsoft.com/office/drawing/2014/main" id="{CD44C8E4-1172-4D2E-85B8-FA4AF68DE5DA}"/>
                  </a:ext>
                </a:extLst>
              </p:cNvPr>
              <p:cNvSpPr>
                <a:spLocks/>
              </p:cNvSpPr>
              <p:nvPr/>
            </p:nvSpPr>
            <p:spPr bwMode="auto">
              <a:xfrm>
                <a:off x="3951" y="1772"/>
                <a:ext cx="61" cy="48"/>
              </a:xfrm>
              <a:custGeom>
                <a:avLst/>
                <a:gdLst>
                  <a:gd name="T0" fmla="*/ 1 w 35"/>
                  <a:gd name="T1" fmla="*/ 23 h 28"/>
                  <a:gd name="T2" fmla="*/ 23 w 35"/>
                  <a:gd name="T3" fmla="*/ 24 h 28"/>
                  <a:gd name="T4" fmla="*/ 34 w 35"/>
                  <a:gd name="T5" fmla="*/ 4 h 28"/>
                  <a:gd name="T6" fmla="*/ 12 w 35"/>
                  <a:gd name="T7" fmla="*/ 4 h 28"/>
                  <a:gd name="T8" fmla="*/ 1 w 35"/>
                  <a:gd name="T9" fmla="*/ 23 h 28"/>
                </a:gdLst>
                <a:ahLst/>
                <a:cxnLst>
                  <a:cxn ang="0">
                    <a:pos x="T0" y="T1"/>
                  </a:cxn>
                  <a:cxn ang="0">
                    <a:pos x="T2" y="T3"/>
                  </a:cxn>
                  <a:cxn ang="0">
                    <a:pos x="T4" y="T5"/>
                  </a:cxn>
                  <a:cxn ang="0">
                    <a:pos x="T6" y="T7"/>
                  </a:cxn>
                  <a:cxn ang="0">
                    <a:pos x="T8" y="T9"/>
                  </a:cxn>
                </a:cxnLst>
                <a:rect l="0" t="0" r="r" b="b"/>
                <a:pathLst>
                  <a:path w="35" h="28">
                    <a:moveTo>
                      <a:pt x="1" y="23"/>
                    </a:moveTo>
                    <a:cubicBezTo>
                      <a:pt x="6" y="28"/>
                      <a:pt x="17" y="27"/>
                      <a:pt x="23" y="24"/>
                    </a:cubicBezTo>
                    <a:cubicBezTo>
                      <a:pt x="29" y="20"/>
                      <a:pt x="35" y="12"/>
                      <a:pt x="34" y="4"/>
                    </a:cubicBezTo>
                    <a:cubicBezTo>
                      <a:pt x="29" y="0"/>
                      <a:pt x="18" y="1"/>
                      <a:pt x="12" y="4"/>
                    </a:cubicBezTo>
                    <a:cubicBezTo>
                      <a:pt x="6" y="8"/>
                      <a:pt x="0" y="16"/>
                      <a:pt x="1" y="2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18" name="Freeform 121">
                <a:extLst>
                  <a:ext uri="{FF2B5EF4-FFF2-40B4-BE49-F238E27FC236}">
                    <a16:creationId xmlns:a16="http://schemas.microsoft.com/office/drawing/2014/main" id="{C3E85713-C6FC-44AF-9D8D-9E6941844DDF}"/>
                  </a:ext>
                </a:extLst>
              </p:cNvPr>
              <p:cNvSpPr>
                <a:spLocks/>
              </p:cNvSpPr>
              <p:nvPr/>
            </p:nvSpPr>
            <p:spPr bwMode="auto">
              <a:xfrm>
                <a:off x="3951" y="1820"/>
                <a:ext cx="61" cy="49"/>
              </a:xfrm>
              <a:custGeom>
                <a:avLst/>
                <a:gdLst>
                  <a:gd name="T0" fmla="*/ 23 w 35"/>
                  <a:gd name="T1" fmla="*/ 24 h 28"/>
                  <a:gd name="T2" fmla="*/ 34 w 35"/>
                  <a:gd name="T3" fmla="*/ 5 h 28"/>
                  <a:gd name="T4" fmla="*/ 12 w 35"/>
                  <a:gd name="T5" fmla="*/ 4 h 28"/>
                  <a:gd name="T6" fmla="*/ 1 w 35"/>
                  <a:gd name="T7" fmla="*/ 23 h 28"/>
                  <a:gd name="T8" fmla="*/ 23 w 35"/>
                  <a:gd name="T9" fmla="*/ 24 h 28"/>
                </a:gdLst>
                <a:ahLst/>
                <a:cxnLst>
                  <a:cxn ang="0">
                    <a:pos x="T0" y="T1"/>
                  </a:cxn>
                  <a:cxn ang="0">
                    <a:pos x="T2" y="T3"/>
                  </a:cxn>
                  <a:cxn ang="0">
                    <a:pos x="T4" y="T5"/>
                  </a:cxn>
                  <a:cxn ang="0">
                    <a:pos x="T6" y="T7"/>
                  </a:cxn>
                  <a:cxn ang="0">
                    <a:pos x="T8" y="T9"/>
                  </a:cxn>
                </a:cxnLst>
                <a:rect l="0" t="0" r="r" b="b"/>
                <a:pathLst>
                  <a:path w="35" h="28">
                    <a:moveTo>
                      <a:pt x="23" y="24"/>
                    </a:moveTo>
                    <a:cubicBezTo>
                      <a:pt x="29" y="20"/>
                      <a:pt x="35" y="12"/>
                      <a:pt x="34" y="5"/>
                    </a:cubicBezTo>
                    <a:cubicBezTo>
                      <a:pt x="29" y="0"/>
                      <a:pt x="18" y="1"/>
                      <a:pt x="12" y="4"/>
                    </a:cubicBezTo>
                    <a:cubicBezTo>
                      <a:pt x="6" y="8"/>
                      <a:pt x="0" y="16"/>
                      <a:pt x="1" y="23"/>
                    </a:cubicBezTo>
                    <a:cubicBezTo>
                      <a:pt x="6" y="28"/>
                      <a:pt x="17" y="27"/>
                      <a:pt x="2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19" name="Freeform 122">
                <a:extLst>
                  <a:ext uri="{FF2B5EF4-FFF2-40B4-BE49-F238E27FC236}">
                    <a16:creationId xmlns:a16="http://schemas.microsoft.com/office/drawing/2014/main" id="{0F29C40A-2410-4DE1-82D7-6C80BA41851E}"/>
                  </a:ext>
                </a:extLst>
              </p:cNvPr>
              <p:cNvSpPr>
                <a:spLocks/>
              </p:cNvSpPr>
              <p:nvPr/>
            </p:nvSpPr>
            <p:spPr bwMode="auto">
              <a:xfrm>
                <a:off x="3873" y="1772"/>
                <a:ext cx="63" cy="48"/>
              </a:xfrm>
              <a:custGeom>
                <a:avLst/>
                <a:gdLst>
                  <a:gd name="T0" fmla="*/ 13 w 36"/>
                  <a:gd name="T1" fmla="*/ 24 h 28"/>
                  <a:gd name="T2" fmla="*/ 35 w 36"/>
                  <a:gd name="T3" fmla="*/ 23 h 28"/>
                  <a:gd name="T4" fmla="*/ 24 w 36"/>
                  <a:gd name="T5" fmla="*/ 4 h 28"/>
                  <a:gd name="T6" fmla="*/ 1 w 36"/>
                  <a:gd name="T7" fmla="*/ 4 h 28"/>
                  <a:gd name="T8" fmla="*/ 13 w 36"/>
                  <a:gd name="T9" fmla="*/ 24 h 28"/>
                </a:gdLst>
                <a:ahLst/>
                <a:cxnLst>
                  <a:cxn ang="0">
                    <a:pos x="T0" y="T1"/>
                  </a:cxn>
                  <a:cxn ang="0">
                    <a:pos x="T2" y="T3"/>
                  </a:cxn>
                  <a:cxn ang="0">
                    <a:pos x="T4" y="T5"/>
                  </a:cxn>
                  <a:cxn ang="0">
                    <a:pos x="T6" y="T7"/>
                  </a:cxn>
                  <a:cxn ang="0">
                    <a:pos x="T8" y="T9"/>
                  </a:cxn>
                </a:cxnLst>
                <a:rect l="0" t="0" r="r" b="b"/>
                <a:pathLst>
                  <a:path w="36" h="28">
                    <a:moveTo>
                      <a:pt x="13" y="24"/>
                    </a:moveTo>
                    <a:cubicBezTo>
                      <a:pt x="19" y="27"/>
                      <a:pt x="29" y="28"/>
                      <a:pt x="35" y="23"/>
                    </a:cubicBezTo>
                    <a:cubicBezTo>
                      <a:pt x="36" y="16"/>
                      <a:pt x="30" y="8"/>
                      <a:pt x="24" y="4"/>
                    </a:cubicBezTo>
                    <a:cubicBezTo>
                      <a:pt x="18" y="1"/>
                      <a:pt x="7" y="0"/>
                      <a:pt x="1" y="4"/>
                    </a:cubicBezTo>
                    <a:cubicBezTo>
                      <a:pt x="0" y="12"/>
                      <a:pt x="7" y="20"/>
                      <a:pt x="1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0" name="Freeform 123">
                <a:extLst>
                  <a:ext uri="{FF2B5EF4-FFF2-40B4-BE49-F238E27FC236}">
                    <a16:creationId xmlns:a16="http://schemas.microsoft.com/office/drawing/2014/main" id="{4A81E478-F7A7-4730-8972-0E2E37F19E40}"/>
                  </a:ext>
                </a:extLst>
              </p:cNvPr>
              <p:cNvSpPr>
                <a:spLocks/>
              </p:cNvSpPr>
              <p:nvPr/>
            </p:nvSpPr>
            <p:spPr bwMode="auto">
              <a:xfrm>
                <a:off x="3873" y="1820"/>
                <a:ext cx="63" cy="49"/>
              </a:xfrm>
              <a:custGeom>
                <a:avLst/>
                <a:gdLst>
                  <a:gd name="T0" fmla="*/ 13 w 36"/>
                  <a:gd name="T1" fmla="*/ 24 h 28"/>
                  <a:gd name="T2" fmla="*/ 35 w 36"/>
                  <a:gd name="T3" fmla="*/ 23 h 28"/>
                  <a:gd name="T4" fmla="*/ 24 w 36"/>
                  <a:gd name="T5" fmla="*/ 4 h 28"/>
                  <a:gd name="T6" fmla="*/ 1 w 36"/>
                  <a:gd name="T7" fmla="*/ 5 h 28"/>
                  <a:gd name="T8" fmla="*/ 13 w 36"/>
                  <a:gd name="T9" fmla="*/ 24 h 28"/>
                </a:gdLst>
                <a:ahLst/>
                <a:cxnLst>
                  <a:cxn ang="0">
                    <a:pos x="T0" y="T1"/>
                  </a:cxn>
                  <a:cxn ang="0">
                    <a:pos x="T2" y="T3"/>
                  </a:cxn>
                  <a:cxn ang="0">
                    <a:pos x="T4" y="T5"/>
                  </a:cxn>
                  <a:cxn ang="0">
                    <a:pos x="T6" y="T7"/>
                  </a:cxn>
                  <a:cxn ang="0">
                    <a:pos x="T8" y="T9"/>
                  </a:cxn>
                </a:cxnLst>
                <a:rect l="0" t="0" r="r" b="b"/>
                <a:pathLst>
                  <a:path w="36" h="28">
                    <a:moveTo>
                      <a:pt x="13" y="24"/>
                    </a:moveTo>
                    <a:cubicBezTo>
                      <a:pt x="19" y="27"/>
                      <a:pt x="29" y="28"/>
                      <a:pt x="35" y="23"/>
                    </a:cubicBezTo>
                    <a:cubicBezTo>
                      <a:pt x="36" y="16"/>
                      <a:pt x="30" y="8"/>
                      <a:pt x="24" y="4"/>
                    </a:cubicBezTo>
                    <a:cubicBezTo>
                      <a:pt x="18" y="1"/>
                      <a:pt x="7" y="0"/>
                      <a:pt x="1" y="5"/>
                    </a:cubicBezTo>
                    <a:cubicBezTo>
                      <a:pt x="0" y="12"/>
                      <a:pt x="7" y="20"/>
                      <a:pt x="13" y="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21" name="Freeform 124">
                <a:extLst>
                  <a:ext uri="{FF2B5EF4-FFF2-40B4-BE49-F238E27FC236}">
                    <a16:creationId xmlns:a16="http://schemas.microsoft.com/office/drawing/2014/main" id="{FE12B8C5-E40D-4A16-98F4-A00F6CAB71A8}"/>
                  </a:ext>
                </a:extLst>
              </p:cNvPr>
              <p:cNvSpPr>
                <a:spLocks/>
              </p:cNvSpPr>
              <p:nvPr/>
            </p:nvSpPr>
            <p:spPr bwMode="auto">
              <a:xfrm>
                <a:off x="3939" y="1803"/>
                <a:ext cx="7" cy="78"/>
              </a:xfrm>
              <a:custGeom>
                <a:avLst/>
                <a:gdLst>
                  <a:gd name="T0" fmla="*/ 0 w 4"/>
                  <a:gd name="T1" fmla="*/ 1 h 45"/>
                  <a:gd name="T2" fmla="*/ 0 w 4"/>
                  <a:gd name="T3" fmla="*/ 44 h 45"/>
                  <a:gd name="T4" fmla="*/ 2 w 4"/>
                  <a:gd name="T5" fmla="*/ 45 h 45"/>
                  <a:gd name="T6" fmla="*/ 4 w 4"/>
                  <a:gd name="T7" fmla="*/ 44 h 45"/>
                  <a:gd name="T8" fmla="*/ 4 w 4"/>
                  <a:gd name="T9" fmla="*/ 1 h 45"/>
                  <a:gd name="T10" fmla="*/ 2 w 4"/>
                  <a:gd name="T11" fmla="*/ 0 h 45"/>
                  <a:gd name="T12" fmla="*/ 0 w 4"/>
                  <a:gd name="T13" fmla="*/ 1 h 45"/>
                </a:gdLst>
                <a:ahLst/>
                <a:cxnLst>
                  <a:cxn ang="0">
                    <a:pos x="T0" y="T1"/>
                  </a:cxn>
                  <a:cxn ang="0">
                    <a:pos x="T2" y="T3"/>
                  </a:cxn>
                  <a:cxn ang="0">
                    <a:pos x="T4" y="T5"/>
                  </a:cxn>
                  <a:cxn ang="0">
                    <a:pos x="T6" y="T7"/>
                  </a:cxn>
                  <a:cxn ang="0">
                    <a:pos x="T8" y="T9"/>
                  </a:cxn>
                  <a:cxn ang="0">
                    <a:pos x="T10" y="T11"/>
                  </a:cxn>
                  <a:cxn ang="0">
                    <a:pos x="T12" y="T13"/>
                  </a:cxn>
                </a:cxnLst>
                <a:rect l="0" t="0" r="r" b="b"/>
                <a:pathLst>
                  <a:path w="4" h="45">
                    <a:moveTo>
                      <a:pt x="0" y="1"/>
                    </a:moveTo>
                    <a:cubicBezTo>
                      <a:pt x="0" y="44"/>
                      <a:pt x="0" y="44"/>
                      <a:pt x="0" y="44"/>
                    </a:cubicBezTo>
                    <a:cubicBezTo>
                      <a:pt x="0" y="44"/>
                      <a:pt x="1" y="45"/>
                      <a:pt x="2" y="45"/>
                    </a:cubicBezTo>
                    <a:cubicBezTo>
                      <a:pt x="4" y="45"/>
                      <a:pt x="4" y="44"/>
                      <a:pt x="4" y="44"/>
                    </a:cubicBezTo>
                    <a:cubicBezTo>
                      <a:pt x="4" y="1"/>
                      <a:pt x="4" y="1"/>
                      <a:pt x="4" y="1"/>
                    </a:cubicBezTo>
                    <a:cubicBezTo>
                      <a:pt x="4" y="1"/>
                      <a:pt x="4" y="0"/>
                      <a:pt x="2" y="0"/>
                    </a:cubicBezTo>
                    <a:cubicBezTo>
                      <a:pt x="1" y="0"/>
                      <a:pt x="0" y="1"/>
                      <a:pt x="0"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cs typeface="+mn-ea"/>
                  <a:sym typeface="+mn-lt"/>
                </a:endParaRPr>
              </a:p>
            </p:txBody>
          </p:sp>
          <p:sp>
            <p:nvSpPr>
              <p:cNvPr id="222" name="Freeform 125">
                <a:extLst>
                  <a:ext uri="{FF2B5EF4-FFF2-40B4-BE49-F238E27FC236}">
                    <a16:creationId xmlns:a16="http://schemas.microsoft.com/office/drawing/2014/main" id="{E3C3B2EC-1B11-4E04-A7C2-8C34C4D2FFE0}"/>
                  </a:ext>
                </a:extLst>
              </p:cNvPr>
              <p:cNvSpPr>
                <a:spLocks/>
              </p:cNvSpPr>
              <p:nvPr/>
            </p:nvSpPr>
            <p:spPr bwMode="auto">
              <a:xfrm>
                <a:off x="3076" y="2249"/>
                <a:ext cx="92" cy="84"/>
              </a:xfrm>
              <a:custGeom>
                <a:avLst/>
                <a:gdLst>
                  <a:gd name="T0" fmla="*/ 6 w 53"/>
                  <a:gd name="T1" fmla="*/ 5 h 48"/>
                  <a:gd name="T2" fmla="*/ 1 w 53"/>
                  <a:gd name="T3" fmla="*/ 14 h 48"/>
                  <a:gd name="T4" fmla="*/ 0 w 53"/>
                  <a:gd name="T5" fmla="*/ 17 h 48"/>
                  <a:gd name="T6" fmla="*/ 0 w 53"/>
                  <a:gd name="T7" fmla="*/ 17 h 48"/>
                  <a:gd name="T8" fmla="*/ 0 w 53"/>
                  <a:gd name="T9" fmla="*/ 20 h 48"/>
                  <a:gd name="T10" fmla="*/ 0 w 53"/>
                  <a:gd name="T11" fmla="*/ 22 h 48"/>
                  <a:gd name="T12" fmla="*/ 2 w 53"/>
                  <a:gd name="T13" fmla="*/ 31 h 48"/>
                  <a:gd name="T14" fmla="*/ 8 w 53"/>
                  <a:gd name="T15" fmla="*/ 42 h 48"/>
                  <a:gd name="T16" fmla="*/ 8 w 53"/>
                  <a:gd name="T17" fmla="*/ 42 h 48"/>
                  <a:gd name="T18" fmla="*/ 12 w 53"/>
                  <a:gd name="T19" fmla="*/ 46 h 48"/>
                  <a:gd name="T20" fmla="*/ 13 w 53"/>
                  <a:gd name="T21" fmla="*/ 46 h 48"/>
                  <a:gd name="T22" fmla="*/ 19 w 53"/>
                  <a:gd name="T23" fmla="*/ 47 h 48"/>
                  <a:gd name="T24" fmla="*/ 19 w 53"/>
                  <a:gd name="T25" fmla="*/ 47 h 48"/>
                  <a:gd name="T26" fmla="*/ 22 w 53"/>
                  <a:gd name="T27" fmla="*/ 46 h 48"/>
                  <a:gd name="T28" fmla="*/ 23 w 53"/>
                  <a:gd name="T29" fmla="*/ 45 h 48"/>
                  <a:gd name="T30" fmla="*/ 27 w 53"/>
                  <a:gd name="T31" fmla="*/ 45 h 48"/>
                  <a:gd name="T32" fmla="*/ 27 w 53"/>
                  <a:gd name="T33" fmla="*/ 45 h 48"/>
                  <a:gd name="T34" fmla="*/ 30 w 53"/>
                  <a:gd name="T35" fmla="*/ 45 h 48"/>
                  <a:gd name="T36" fmla="*/ 32 w 53"/>
                  <a:gd name="T37" fmla="*/ 46 h 48"/>
                  <a:gd name="T38" fmla="*/ 35 w 53"/>
                  <a:gd name="T39" fmla="*/ 47 h 48"/>
                  <a:gd name="T40" fmla="*/ 35 w 53"/>
                  <a:gd name="T41" fmla="*/ 47 h 48"/>
                  <a:gd name="T42" fmla="*/ 41 w 53"/>
                  <a:gd name="T43" fmla="*/ 46 h 48"/>
                  <a:gd name="T44" fmla="*/ 42 w 53"/>
                  <a:gd name="T45" fmla="*/ 46 h 48"/>
                  <a:gd name="T46" fmla="*/ 45 w 53"/>
                  <a:gd name="T47" fmla="*/ 42 h 48"/>
                  <a:gd name="T48" fmla="*/ 46 w 53"/>
                  <a:gd name="T49" fmla="*/ 42 h 48"/>
                  <a:gd name="T50" fmla="*/ 51 w 53"/>
                  <a:gd name="T51" fmla="*/ 31 h 48"/>
                  <a:gd name="T52" fmla="*/ 53 w 53"/>
                  <a:gd name="T53" fmla="*/ 22 h 48"/>
                  <a:gd name="T54" fmla="*/ 53 w 53"/>
                  <a:gd name="T55" fmla="*/ 20 h 48"/>
                  <a:gd name="T56" fmla="*/ 53 w 53"/>
                  <a:gd name="T57" fmla="*/ 17 h 48"/>
                  <a:gd name="T58" fmla="*/ 53 w 53"/>
                  <a:gd name="T59" fmla="*/ 17 h 48"/>
                  <a:gd name="T60" fmla="*/ 53 w 53"/>
                  <a:gd name="T61" fmla="*/ 14 h 48"/>
                  <a:gd name="T62" fmla="*/ 48 w 53"/>
                  <a:gd name="T63" fmla="*/ 5 h 48"/>
                  <a:gd name="T64" fmla="*/ 47 w 53"/>
                  <a:gd name="T65" fmla="*/ 3 h 48"/>
                  <a:gd name="T66" fmla="*/ 39 w 53"/>
                  <a:gd name="T67" fmla="*/ 0 h 48"/>
                  <a:gd name="T68" fmla="*/ 31 w 53"/>
                  <a:gd name="T69" fmla="*/ 1 h 48"/>
                  <a:gd name="T70" fmla="*/ 27 w 53"/>
                  <a:gd name="T71" fmla="*/ 3 h 48"/>
                  <a:gd name="T72" fmla="*/ 23 w 53"/>
                  <a:gd name="T73" fmla="*/ 1 h 48"/>
                  <a:gd name="T74" fmla="*/ 14 w 53"/>
                  <a:gd name="T75" fmla="*/ 0 h 48"/>
                  <a:gd name="T76" fmla="*/ 7 w 53"/>
                  <a:gd name="T77" fmla="*/ 3 h 48"/>
                  <a:gd name="T78" fmla="*/ 6 w 53"/>
                  <a:gd name="T79"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3" h="48">
                    <a:moveTo>
                      <a:pt x="6" y="5"/>
                    </a:moveTo>
                    <a:cubicBezTo>
                      <a:pt x="3" y="7"/>
                      <a:pt x="1" y="11"/>
                      <a:pt x="1" y="14"/>
                    </a:cubicBezTo>
                    <a:cubicBezTo>
                      <a:pt x="0" y="15"/>
                      <a:pt x="0" y="16"/>
                      <a:pt x="0" y="17"/>
                    </a:cubicBezTo>
                    <a:cubicBezTo>
                      <a:pt x="0" y="17"/>
                      <a:pt x="0" y="17"/>
                      <a:pt x="0" y="17"/>
                    </a:cubicBezTo>
                    <a:cubicBezTo>
                      <a:pt x="0" y="18"/>
                      <a:pt x="0" y="19"/>
                      <a:pt x="0" y="20"/>
                    </a:cubicBezTo>
                    <a:cubicBezTo>
                      <a:pt x="0" y="21"/>
                      <a:pt x="0" y="22"/>
                      <a:pt x="0" y="22"/>
                    </a:cubicBezTo>
                    <a:cubicBezTo>
                      <a:pt x="1" y="25"/>
                      <a:pt x="1" y="28"/>
                      <a:pt x="2" y="31"/>
                    </a:cubicBezTo>
                    <a:cubicBezTo>
                      <a:pt x="4" y="35"/>
                      <a:pt x="6" y="38"/>
                      <a:pt x="8" y="42"/>
                    </a:cubicBezTo>
                    <a:cubicBezTo>
                      <a:pt x="8" y="42"/>
                      <a:pt x="8" y="42"/>
                      <a:pt x="8" y="42"/>
                    </a:cubicBezTo>
                    <a:cubicBezTo>
                      <a:pt x="9" y="43"/>
                      <a:pt x="11" y="45"/>
                      <a:pt x="12" y="46"/>
                    </a:cubicBezTo>
                    <a:cubicBezTo>
                      <a:pt x="12" y="46"/>
                      <a:pt x="13" y="46"/>
                      <a:pt x="13" y="46"/>
                    </a:cubicBezTo>
                    <a:cubicBezTo>
                      <a:pt x="15" y="48"/>
                      <a:pt x="17" y="48"/>
                      <a:pt x="19" y="47"/>
                    </a:cubicBezTo>
                    <a:cubicBezTo>
                      <a:pt x="19" y="47"/>
                      <a:pt x="19" y="47"/>
                      <a:pt x="19" y="47"/>
                    </a:cubicBezTo>
                    <a:cubicBezTo>
                      <a:pt x="20" y="47"/>
                      <a:pt x="21" y="46"/>
                      <a:pt x="22" y="46"/>
                    </a:cubicBezTo>
                    <a:cubicBezTo>
                      <a:pt x="22" y="46"/>
                      <a:pt x="23" y="46"/>
                      <a:pt x="23" y="45"/>
                    </a:cubicBezTo>
                    <a:cubicBezTo>
                      <a:pt x="25" y="45"/>
                      <a:pt x="27" y="45"/>
                      <a:pt x="27" y="45"/>
                    </a:cubicBezTo>
                    <a:cubicBezTo>
                      <a:pt x="27" y="45"/>
                      <a:pt x="27" y="45"/>
                      <a:pt x="27" y="45"/>
                    </a:cubicBezTo>
                    <a:cubicBezTo>
                      <a:pt x="28" y="45"/>
                      <a:pt x="29" y="45"/>
                      <a:pt x="30" y="45"/>
                    </a:cubicBezTo>
                    <a:cubicBezTo>
                      <a:pt x="31" y="46"/>
                      <a:pt x="31" y="46"/>
                      <a:pt x="32" y="46"/>
                    </a:cubicBezTo>
                    <a:cubicBezTo>
                      <a:pt x="33" y="46"/>
                      <a:pt x="34" y="47"/>
                      <a:pt x="35" y="47"/>
                    </a:cubicBezTo>
                    <a:cubicBezTo>
                      <a:pt x="35" y="47"/>
                      <a:pt x="35" y="47"/>
                      <a:pt x="35" y="47"/>
                    </a:cubicBezTo>
                    <a:cubicBezTo>
                      <a:pt x="37" y="48"/>
                      <a:pt x="39" y="48"/>
                      <a:pt x="41" y="46"/>
                    </a:cubicBezTo>
                    <a:cubicBezTo>
                      <a:pt x="41" y="46"/>
                      <a:pt x="41" y="46"/>
                      <a:pt x="42" y="46"/>
                    </a:cubicBezTo>
                    <a:cubicBezTo>
                      <a:pt x="43" y="45"/>
                      <a:pt x="44" y="43"/>
                      <a:pt x="45" y="42"/>
                    </a:cubicBezTo>
                    <a:cubicBezTo>
                      <a:pt x="45" y="42"/>
                      <a:pt x="45" y="42"/>
                      <a:pt x="46" y="42"/>
                    </a:cubicBezTo>
                    <a:cubicBezTo>
                      <a:pt x="48" y="38"/>
                      <a:pt x="50" y="35"/>
                      <a:pt x="51" y="31"/>
                    </a:cubicBezTo>
                    <a:cubicBezTo>
                      <a:pt x="52" y="28"/>
                      <a:pt x="53" y="25"/>
                      <a:pt x="53" y="22"/>
                    </a:cubicBezTo>
                    <a:cubicBezTo>
                      <a:pt x="53" y="22"/>
                      <a:pt x="53" y="21"/>
                      <a:pt x="53" y="20"/>
                    </a:cubicBezTo>
                    <a:cubicBezTo>
                      <a:pt x="53" y="19"/>
                      <a:pt x="53" y="18"/>
                      <a:pt x="53" y="17"/>
                    </a:cubicBezTo>
                    <a:cubicBezTo>
                      <a:pt x="53" y="17"/>
                      <a:pt x="53" y="17"/>
                      <a:pt x="53" y="17"/>
                    </a:cubicBezTo>
                    <a:cubicBezTo>
                      <a:pt x="53" y="16"/>
                      <a:pt x="53" y="15"/>
                      <a:pt x="53" y="14"/>
                    </a:cubicBezTo>
                    <a:cubicBezTo>
                      <a:pt x="52" y="11"/>
                      <a:pt x="51" y="7"/>
                      <a:pt x="48" y="5"/>
                    </a:cubicBezTo>
                    <a:cubicBezTo>
                      <a:pt x="48" y="4"/>
                      <a:pt x="47" y="4"/>
                      <a:pt x="47" y="3"/>
                    </a:cubicBezTo>
                    <a:cubicBezTo>
                      <a:pt x="45" y="2"/>
                      <a:pt x="42" y="1"/>
                      <a:pt x="39" y="0"/>
                    </a:cubicBezTo>
                    <a:cubicBezTo>
                      <a:pt x="36" y="0"/>
                      <a:pt x="34" y="0"/>
                      <a:pt x="31" y="1"/>
                    </a:cubicBezTo>
                    <a:cubicBezTo>
                      <a:pt x="30" y="2"/>
                      <a:pt x="27" y="3"/>
                      <a:pt x="27" y="3"/>
                    </a:cubicBezTo>
                    <a:cubicBezTo>
                      <a:pt x="27" y="3"/>
                      <a:pt x="24" y="2"/>
                      <a:pt x="23" y="1"/>
                    </a:cubicBezTo>
                    <a:cubicBezTo>
                      <a:pt x="20" y="0"/>
                      <a:pt x="17" y="0"/>
                      <a:pt x="14" y="0"/>
                    </a:cubicBezTo>
                    <a:cubicBezTo>
                      <a:pt x="11" y="1"/>
                      <a:pt x="9" y="2"/>
                      <a:pt x="7" y="3"/>
                    </a:cubicBezTo>
                    <a:cubicBezTo>
                      <a:pt x="6" y="4"/>
                      <a:pt x="6" y="4"/>
                      <a:pt x="6" y="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3" name="Freeform 126">
                <a:extLst>
                  <a:ext uri="{FF2B5EF4-FFF2-40B4-BE49-F238E27FC236}">
                    <a16:creationId xmlns:a16="http://schemas.microsoft.com/office/drawing/2014/main" id="{1DD6A9D9-3DD8-4C94-8512-FABDFAD93EF5}"/>
                  </a:ext>
                </a:extLst>
              </p:cNvPr>
              <p:cNvSpPr>
                <a:spLocks/>
              </p:cNvSpPr>
              <p:nvPr/>
            </p:nvSpPr>
            <p:spPr bwMode="auto">
              <a:xfrm>
                <a:off x="3100" y="2223"/>
                <a:ext cx="23" cy="26"/>
              </a:xfrm>
              <a:custGeom>
                <a:avLst/>
                <a:gdLst>
                  <a:gd name="T0" fmla="*/ 4 w 13"/>
                  <a:gd name="T1" fmla="*/ 11 h 15"/>
                  <a:gd name="T2" fmla="*/ 9 w 13"/>
                  <a:gd name="T3" fmla="*/ 14 h 15"/>
                  <a:gd name="T4" fmla="*/ 12 w 13"/>
                  <a:gd name="T5" fmla="*/ 14 h 15"/>
                  <a:gd name="T6" fmla="*/ 13 w 13"/>
                  <a:gd name="T7" fmla="*/ 14 h 15"/>
                  <a:gd name="T8" fmla="*/ 10 w 13"/>
                  <a:gd name="T9" fmla="*/ 6 h 15"/>
                  <a:gd name="T10" fmla="*/ 1 w 13"/>
                  <a:gd name="T11" fmla="*/ 0 h 15"/>
                  <a:gd name="T12" fmla="*/ 1 w 13"/>
                  <a:gd name="T13" fmla="*/ 0 h 15"/>
                  <a:gd name="T14" fmla="*/ 0 w 13"/>
                  <a:gd name="T15" fmla="*/ 0 h 15"/>
                  <a:gd name="T16" fmla="*/ 0 w 13"/>
                  <a:gd name="T17" fmla="*/ 4 h 15"/>
                  <a:gd name="T18" fmla="*/ 4 w 13"/>
                  <a:gd name="T19"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5">
                    <a:moveTo>
                      <a:pt x="4" y="11"/>
                    </a:moveTo>
                    <a:cubicBezTo>
                      <a:pt x="6" y="12"/>
                      <a:pt x="7" y="14"/>
                      <a:pt x="9" y="14"/>
                    </a:cubicBezTo>
                    <a:cubicBezTo>
                      <a:pt x="10" y="14"/>
                      <a:pt x="11" y="15"/>
                      <a:pt x="12" y="14"/>
                    </a:cubicBezTo>
                    <a:cubicBezTo>
                      <a:pt x="13" y="14"/>
                      <a:pt x="13" y="14"/>
                      <a:pt x="13" y="14"/>
                    </a:cubicBezTo>
                    <a:cubicBezTo>
                      <a:pt x="13" y="11"/>
                      <a:pt x="12" y="8"/>
                      <a:pt x="10" y="6"/>
                    </a:cubicBezTo>
                    <a:cubicBezTo>
                      <a:pt x="8" y="3"/>
                      <a:pt x="5" y="1"/>
                      <a:pt x="1" y="0"/>
                    </a:cubicBezTo>
                    <a:cubicBezTo>
                      <a:pt x="1" y="0"/>
                      <a:pt x="1" y="0"/>
                      <a:pt x="1" y="0"/>
                    </a:cubicBezTo>
                    <a:cubicBezTo>
                      <a:pt x="1" y="0"/>
                      <a:pt x="0" y="0"/>
                      <a:pt x="0" y="0"/>
                    </a:cubicBezTo>
                    <a:cubicBezTo>
                      <a:pt x="0" y="1"/>
                      <a:pt x="0" y="2"/>
                      <a:pt x="0" y="4"/>
                    </a:cubicBezTo>
                    <a:cubicBezTo>
                      <a:pt x="1" y="6"/>
                      <a:pt x="2" y="9"/>
                      <a:pt x="4" y="11"/>
                    </a:cubicBezTo>
                    <a:close/>
                  </a:path>
                </a:pathLst>
              </a:custGeom>
              <a:solidFill>
                <a:srgbClr val="D9D9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4" name="Oval 127">
                <a:extLst>
                  <a:ext uri="{FF2B5EF4-FFF2-40B4-BE49-F238E27FC236}">
                    <a16:creationId xmlns:a16="http://schemas.microsoft.com/office/drawing/2014/main" id="{B2C6AC34-C996-443D-85EC-5C7FF8E41FE6}"/>
                  </a:ext>
                </a:extLst>
              </p:cNvPr>
              <p:cNvSpPr>
                <a:spLocks noChangeArrowheads="1"/>
              </p:cNvSpPr>
              <p:nvPr/>
            </p:nvSpPr>
            <p:spPr bwMode="auto">
              <a:xfrm>
                <a:off x="1629" y="1635"/>
                <a:ext cx="467" cy="469"/>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5" name="Oval 128">
                <a:extLst>
                  <a:ext uri="{FF2B5EF4-FFF2-40B4-BE49-F238E27FC236}">
                    <a16:creationId xmlns:a16="http://schemas.microsoft.com/office/drawing/2014/main" id="{F97EA02C-1C1B-4DA7-8D5D-14DC98B219E5}"/>
                  </a:ext>
                </a:extLst>
              </p:cNvPr>
              <p:cNvSpPr>
                <a:spLocks noChangeArrowheads="1"/>
              </p:cNvSpPr>
              <p:nvPr/>
            </p:nvSpPr>
            <p:spPr bwMode="auto">
              <a:xfrm>
                <a:off x="2030" y="3123"/>
                <a:ext cx="464" cy="462"/>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6" name="Oval 129">
                <a:extLst>
                  <a:ext uri="{FF2B5EF4-FFF2-40B4-BE49-F238E27FC236}">
                    <a16:creationId xmlns:a16="http://schemas.microsoft.com/office/drawing/2014/main" id="{44C0E42F-5E8C-4B62-8926-C623C2EEEAC6}"/>
                  </a:ext>
                </a:extLst>
              </p:cNvPr>
              <p:cNvSpPr>
                <a:spLocks noChangeArrowheads="1"/>
              </p:cNvSpPr>
              <p:nvPr/>
            </p:nvSpPr>
            <p:spPr bwMode="auto">
              <a:xfrm>
                <a:off x="5184" y="-2"/>
                <a:ext cx="466" cy="467"/>
              </a:xfrm>
              <a:prstGeom prst="ellipse">
                <a:avLst/>
              </a:prstGeom>
              <a:solidFill>
                <a:srgbClr val="0F74E3"/>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7" name="Oval 130">
                <a:extLst>
                  <a:ext uri="{FF2B5EF4-FFF2-40B4-BE49-F238E27FC236}">
                    <a16:creationId xmlns:a16="http://schemas.microsoft.com/office/drawing/2014/main" id="{B7407AC8-353E-4F99-AC60-4249A0DD1DBE}"/>
                  </a:ext>
                </a:extLst>
              </p:cNvPr>
              <p:cNvSpPr>
                <a:spLocks noChangeArrowheads="1"/>
              </p:cNvSpPr>
              <p:nvPr/>
            </p:nvSpPr>
            <p:spPr bwMode="auto">
              <a:xfrm>
                <a:off x="2029" y="-2"/>
                <a:ext cx="467" cy="467"/>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8" name="Oval 131">
                <a:extLst>
                  <a:ext uri="{FF2B5EF4-FFF2-40B4-BE49-F238E27FC236}">
                    <a16:creationId xmlns:a16="http://schemas.microsoft.com/office/drawing/2014/main" id="{B751F8BD-59C3-4D44-BD24-41ED9CE84347}"/>
                  </a:ext>
                </a:extLst>
              </p:cNvPr>
              <p:cNvSpPr>
                <a:spLocks noChangeArrowheads="1"/>
              </p:cNvSpPr>
              <p:nvPr/>
            </p:nvSpPr>
            <p:spPr bwMode="auto">
              <a:xfrm>
                <a:off x="5186" y="3121"/>
                <a:ext cx="464" cy="466"/>
              </a:xfrm>
              <a:prstGeom prst="ellipse">
                <a:avLst/>
              </a:prstGeom>
              <a:solidFill>
                <a:srgbClr val="0F74E3"/>
              </a:solidFill>
              <a:ln w="9525">
                <a:solidFill>
                  <a:srgbClr val="0F74E3"/>
                </a:solidFill>
                <a:round/>
                <a:headEnd/>
                <a:tailEnd/>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29" name="Oval 132">
                <a:extLst>
                  <a:ext uri="{FF2B5EF4-FFF2-40B4-BE49-F238E27FC236}">
                    <a16:creationId xmlns:a16="http://schemas.microsoft.com/office/drawing/2014/main" id="{1C500A90-D4BE-4598-9249-2D62D4D3C5E6}"/>
                  </a:ext>
                </a:extLst>
              </p:cNvPr>
              <p:cNvSpPr>
                <a:spLocks noChangeArrowheads="1"/>
              </p:cNvSpPr>
              <p:nvPr/>
            </p:nvSpPr>
            <p:spPr bwMode="auto">
              <a:xfrm>
                <a:off x="5585" y="1636"/>
                <a:ext cx="466" cy="46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0" name="Freeform 133">
                <a:extLst>
                  <a:ext uri="{FF2B5EF4-FFF2-40B4-BE49-F238E27FC236}">
                    <a16:creationId xmlns:a16="http://schemas.microsoft.com/office/drawing/2014/main" id="{63C8172C-6F62-4651-A1A8-93B2EC7E2B69}"/>
                  </a:ext>
                </a:extLst>
              </p:cNvPr>
              <p:cNvSpPr>
                <a:spLocks/>
              </p:cNvSpPr>
              <p:nvPr/>
            </p:nvSpPr>
            <p:spPr bwMode="auto">
              <a:xfrm>
                <a:off x="4936" y="448"/>
                <a:ext cx="278" cy="299"/>
              </a:xfrm>
              <a:custGeom>
                <a:avLst/>
                <a:gdLst>
                  <a:gd name="T0" fmla="*/ 0 w 278"/>
                  <a:gd name="T1" fmla="*/ 282 h 299"/>
                  <a:gd name="T2" fmla="*/ 259 w 278"/>
                  <a:gd name="T3" fmla="*/ 0 h 299"/>
                  <a:gd name="T4" fmla="*/ 278 w 278"/>
                  <a:gd name="T5" fmla="*/ 17 h 299"/>
                  <a:gd name="T6" fmla="*/ 19 w 278"/>
                  <a:gd name="T7" fmla="*/ 299 h 299"/>
                  <a:gd name="T8" fmla="*/ 0 w 278"/>
                  <a:gd name="T9" fmla="*/ 282 h 299"/>
                </a:gdLst>
                <a:ahLst/>
                <a:cxnLst>
                  <a:cxn ang="0">
                    <a:pos x="T0" y="T1"/>
                  </a:cxn>
                  <a:cxn ang="0">
                    <a:pos x="T2" y="T3"/>
                  </a:cxn>
                  <a:cxn ang="0">
                    <a:pos x="T4" y="T5"/>
                  </a:cxn>
                  <a:cxn ang="0">
                    <a:pos x="T6" y="T7"/>
                  </a:cxn>
                  <a:cxn ang="0">
                    <a:pos x="T8" y="T9"/>
                  </a:cxn>
                </a:cxnLst>
                <a:rect l="0" t="0" r="r" b="b"/>
                <a:pathLst>
                  <a:path w="278" h="299">
                    <a:moveTo>
                      <a:pt x="0" y="282"/>
                    </a:moveTo>
                    <a:lnTo>
                      <a:pt x="259" y="0"/>
                    </a:lnTo>
                    <a:lnTo>
                      <a:pt x="278" y="17"/>
                    </a:lnTo>
                    <a:lnTo>
                      <a:pt x="19" y="299"/>
                    </a:lnTo>
                    <a:lnTo>
                      <a:pt x="0" y="28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1" name="Freeform 134">
                <a:extLst>
                  <a:ext uri="{FF2B5EF4-FFF2-40B4-BE49-F238E27FC236}">
                    <a16:creationId xmlns:a16="http://schemas.microsoft.com/office/drawing/2014/main" id="{3E525818-1ACC-4D0C-B98A-A8AAAC9E737F}"/>
                  </a:ext>
                </a:extLst>
              </p:cNvPr>
              <p:cNvSpPr>
                <a:spLocks/>
              </p:cNvSpPr>
              <p:nvPr/>
            </p:nvSpPr>
            <p:spPr bwMode="auto">
              <a:xfrm>
                <a:off x="4922" y="677"/>
                <a:ext cx="80" cy="86"/>
              </a:xfrm>
              <a:custGeom>
                <a:avLst/>
                <a:gdLst>
                  <a:gd name="T0" fmla="*/ 2 w 80"/>
                  <a:gd name="T1" fmla="*/ 0 h 86"/>
                  <a:gd name="T2" fmla="*/ 80 w 80"/>
                  <a:gd name="T3" fmla="*/ 80 h 86"/>
                  <a:gd name="T4" fmla="*/ 0 w 80"/>
                  <a:gd name="T5" fmla="*/ 86 h 86"/>
                  <a:gd name="T6" fmla="*/ 2 w 80"/>
                  <a:gd name="T7" fmla="*/ 0 h 86"/>
                </a:gdLst>
                <a:ahLst/>
                <a:cxnLst>
                  <a:cxn ang="0">
                    <a:pos x="T0" y="T1"/>
                  </a:cxn>
                  <a:cxn ang="0">
                    <a:pos x="T2" y="T3"/>
                  </a:cxn>
                  <a:cxn ang="0">
                    <a:pos x="T4" y="T5"/>
                  </a:cxn>
                  <a:cxn ang="0">
                    <a:pos x="T6" y="T7"/>
                  </a:cxn>
                </a:cxnLst>
                <a:rect l="0" t="0" r="r" b="b"/>
                <a:pathLst>
                  <a:path w="80" h="86">
                    <a:moveTo>
                      <a:pt x="2" y="0"/>
                    </a:moveTo>
                    <a:lnTo>
                      <a:pt x="80" y="80"/>
                    </a:lnTo>
                    <a:lnTo>
                      <a:pt x="0" y="86"/>
                    </a:lnTo>
                    <a:lnTo>
                      <a:pt x="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2" name="Freeform 135">
                <a:extLst>
                  <a:ext uri="{FF2B5EF4-FFF2-40B4-BE49-F238E27FC236}">
                    <a16:creationId xmlns:a16="http://schemas.microsoft.com/office/drawing/2014/main" id="{8CE423A6-120E-4536-9804-55894DA614EF}"/>
                  </a:ext>
                </a:extLst>
              </p:cNvPr>
              <p:cNvSpPr>
                <a:spLocks/>
              </p:cNvSpPr>
              <p:nvPr/>
            </p:nvSpPr>
            <p:spPr bwMode="auto">
              <a:xfrm>
                <a:off x="5139" y="1874"/>
                <a:ext cx="382" cy="28"/>
              </a:xfrm>
              <a:custGeom>
                <a:avLst/>
                <a:gdLst>
                  <a:gd name="T0" fmla="*/ 0 w 382"/>
                  <a:gd name="T1" fmla="*/ 0 h 28"/>
                  <a:gd name="T2" fmla="*/ 382 w 382"/>
                  <a:gd name="T3" fmla="*/ 2 h 28"/>
                  <a:gd name="T4" fmla="*/ 382 w 382"/>
                  <a:gd name="T5" fmla="*/ 28 h 28"/>
                  <a:gd name="T6" fmla="*/ 0 w 382"/>
                  <a:gd name="T7" fmla="*/ 26 h 28"/>
                  <a:gd name="T8" fmla="*/ 0 w 382"/>
                  <a:gd name="T9" fmla="*/ 0 h 28"/>
                </a:gdLst>
                <a:ahLst/>
                <a:cxnLst>
                  <a:cxn ang="0">
                    <a:pos x="T0" y="T1"/>
                  </a:cxn>
                  <a:cxn ang="0">
                    <a:pos x="T2" y="T3"/>
                  </a:cxn>
                  <a:cxn ang="0">
                    <a:pos x="T4" y="T5"/>
                  </a:cxn>
                  <a:cxn ang="0">
                    <a:pos x="T6" y="T7"/>
                  </a:cxn>
                  <a:cxn ang="0">
                    <a:pos x="T8" y="T9"/>
                  </a:cxn>
                </a:cxnLst>
                <a:rect l="0" t="0" r="r" b="b"/>
                <a:pathLst>
                  <a:path w="382" h="28">
                    <a:moveTo>
                      <a:pt x="0" y="0"/>
                    </a:moveTo>
                    <a:lnTo>
                      <a:pt x="382" y="2"/>
                    </a:lnTo>
                    <a:lnTo>
                      <a:pt x="382" y="28"/>
                    </a:lnTo>
                    <a:lnTo>
                      <a:pt x="0" y="26"/>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3" name="Freeform 136">
                <a:extLst>
                  <a:ext uri="{FF2B5EF4-FFF2-40B4-BE49-F238E27FC236}">
                    <a16:creationId xmlns:a16="http://schemas.microsoft.com/office/drawing/2014/main" id="{DD244AE5-0B85-46DF-A13C-0E6046F14EC1}"/>
                  </a:ext>
                </a:extLst>
              </p:cNvPr>
              <p:cNvSpPr>
                <a:spLocks/>
              </p:cNvSpPr>
              <p:nvPr/>
            </p:nvSpPr>
            <p:spPr bwMode="auto">
              <a:xfrm>
                <a:off x="5106" y="1831"/>
                <a:ext cx="63" cy="111"/>
              </a:xfrm>
              <a:custGeom>
                <a:avLst/>
                <a:gdLst>
                  <a:gd name="T0" fmla="*/ 63 w 63"/>
                  <a:gd name="T1" fmla="*/ 0 h 111"/>
                  <a:gd name="T2" fmla="*/ 59 w 63"/>
                  <a:gd name="T3" fmla="*/ 111 h 111"/>
                  <a:gd name="T4" fmla="*/ 0 w 63"/>
                  <a:gd name="T5" fmla="*/ 55 h 111"/>
                  <a:gd name="T6" fmla="*/ 63 w 63"/>
                  <a:gd name="T7" fmla="*/ 0 h 111"/>
                </a:gdLst>
                <a:ahLst/>
                <a:cxnLst>
                  <a:cxn ang="0">
                    <a:pos x="T0" y="T1"/>
                  </a:cxn>
                  <a:cxn ang="0">
                    <a:pos x="T2" y="T3"/>
                  </a:cxn>
                  <a:cxn ang="0">
                    <a:pos x="T4" y="T5"/>
                  </a:cxn>
                  <a:cxn ang="0">
                    <a:pos x="T6" y="T7"/>
                  </a:cxn>
                </a:cxnLst>
                <a:rect l="0" t="0" r="r" b="b"/>
                <a:pathLst>
                  <a:path w="63" h="111">
                    <a:moveTo>
                      <a:pt x="63" y="0"/>
                    </a:moveTo>
                    <a:lnTo>
                      <a:pt x="59" y="111"/>
                    </a:lnTo>
                    <a:lnTo>
                      <a:pt x="0" y="55"/>
                    </a:lnTo>
                    <a:lnTo>
                      <a:pt x="6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4" name="Freeform 137">
                <a:extLst>
                  <a:ext uri="{FF2B5EF4-FFF2-40B4-BE49-F238E27FC236}">
                    <a16:creationId xmlns:a16="http://schemas.microsoft.com/office/drawing/2014/main" id="{B5C2E29A-9040-45B9-8B7D-CDF9BA4ABAAB}"/>
                  </a:ext>
                </a:extLst>
              </p:cNvPr>
              <p:cNvSpPr>
                <a:spLocks/>
              </p:cNvSpPr>
              <p:nvPr/>
            </p:nvSpPr>
            <p:spPr bwMode="auto">
              <a:xfrm>
                <a:off x="2192" y="1874"/>
                <a:ext cx="382" cy="28"/>
              </a:xfrm>
              <a:custGeom>
                <a:avLst/>
                <a:gdLst>
                  <a:gd name="T0" fmla="*/ 382 w 382"/>
                  <a:gd name="T1" fmla="*/ 0 h 28"/>
                  <a:gd name="T2" fmla="*/ 0 w 382"/>
                  <a:gd name="T3" fmla="*/ 2 h 28"/>
                  <a:gd name="T4" fmla="*/ 0 w 382"/>
                  <a:gd name="T5" fmla="*/ 28 h 28"/>
                  <a:gd name="T6" fmla="*/ 382 w 382"/>
                  <a:gd name="T7" fmla="*/ 26 h 28"/>
                  <a:gd name="T8" fmla="*/ 382 w 382"/>
                  <a:gd name="T9" fmla="*/ 0 h 28"/>
                </a:gdLst>
                <a:ahLst/>
                <a:cxnLst>
                  <a:cxn ang="0">
                    <a:pos x="T0" y="T1"/>
                  </a:cxn>
                  <a:cxn ang="0">
                    <a:pos x="T2" y="T3"/>
                  </a:cxn>
                  <a:cxn ang="0">
                    <a:pos x="T4" y="T5"/>
                  </a:cxn>
                  <a:cxn ang="0">
                    <a:pos x="T6" y="T7"/>
                  </a:cxn>
                  <a:cxn ang="0">
                    <a:pos x="T8" y="T9"/>
                  </a:cxn>
                </a:cxnLst>
                <a:rect l="0" t="0" r="r" b="b"/>
                <a:pathLst>
                  <a:path w="382" h="28">
                    <a:moveTo>
                      <a:pt x="382" y="0"/>
                    </a:moveTo>
                    <a:lnTo>
                      <a:pt x="0" y="2"/>
                    </a:lnTo>
                    <a:lnTo>
                      <a:pt x="0" y="28"/>
                    </a:lnTo>
                    <a:lnTo>
                      <a:pt x="382" y="26"/>
                    </a:lnTo>
                    <a:lnTo>
                      <a:pt x="38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5" name="Freeform 138">
                <a:extLst>
                  <a:ext uri="{FF2B5EF4-FFF2-40B4-BE49-F238E27FC236}">
                    <a16:creationId xmlns:a16="http://schemas.microsoft.com/office/drawing/2014/main" id="{E711F79A-9709-4FDA-94D9-73F30B29B244}"/>
                  </a:ext>
                </a:extLst>
              </p:cNvPr>
              <p:cNvSpPr>
                <a:spLocks/>
              </p:cNvSpPr>
              <p:nvPr/>
            </p:nvSpPr>
            <p:spPr bwMode="auto">
              <a:xfrm>
                <a:off x="2544" y="1831"/>
                <a:ext cx="65" cy="111"/>
              </a:xfrm>
              <a:custGeom>
                <a:avLst/>
                <a:gdLst>
                  <a:gd name="T0" fmla="*/ 0 w 65"/>
                  <a:gd name="T1" fmla="*/ 0 h 111"/>
                  <a:gd name="T2" fmla="*/ 6 w 65"/>
                  <a:gd name="T3" fmla="*/ 111 h 111"/>
                  <a:gd name="T4" fmla="*/ 65 w 65"/>
                  <a:gd name="T5" fmla="*/ 55 h 111"/>
                  <a:gd name="T6" fmla="*/ 0 w 65"/>
                  <a:gd name="T7" fmla="*/ 0 h 111"/>
                </a:gdLst>
                <a:ahLst/>
                <a:cxnLst>
                  <a:cxn ang="0">
                    <a:pos x="T0" y="T1"/>
                  </a:cxn>
                  <a:cxn ang="0">
                    <a:pos x="T2" y="T3"/>
                  </a:cxn>
                  <a:cxn ang="0">
                    <a:pos x="T4" y="T5"/>
                  </a:cxn>
                  <a:cxn ang="0">
                    <a:pos x="T6" y="T7"/>
                  </a:cxn>
                </a:cxnLst>
                <a:rect l="0" t="0" r="r" b="b"/>
                <a:pathLst>
                  <a:path w="65" h="111">
                    <a:moveTo>
                      <a:pt x="0" y="0"/>
                    </a:moveTo>
                    <a:lnTo>
                      <a:pt x="6" y="111"/>
                    </a:lnTo>
                    <a:lnTo>
                      <a:pt x="65" y="55"/>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6" name="Freeform 139">
                <a:extLst>
                  <a:ext uri="{FF2B5EF4-FFF2-40B4-BE49-F238E27FC236}">
                    <a16:creationId xmlns:a16="http://schemas.microsoft.com/office/drawing/2014/main" id="{BBC2CBDB-59AF-4DDA-9BAA-D581FE54AC91}"/>
                  </a:ext>
                </a:extLst>
              </p:cNvPr>
              <p:cNvSpPr>
                <a:spLocks/>
              </p:cNvSpPr>
              <p:nvPr/>
            </p:nvSpPr>
            <p:spPr bwMode="auto">
              <a:xfrm>
                <a:off x="2437" y="448"/>
                <a:ext cx="279" cy="299"/>
              </a:xfrm>
              <a:custGeom>
                <a:avLst/>
                <a:gdLst>
                  <a:gd name="T0" fmla="*/ 279 w 279"/>
                  <a:gd name="T1" fmla="*/ 282 h 299"/>
                  <a:gd name="T2" fmla="*/ 21 w 279"/>
                  <a:gd name="T3" fmla="*/ 0 h 299"/>
                  <a:gd name="T4" fmla="*/ 0 w 279"/>
                  <a:gd name="T5" fmla="*/ 17 h 299"/>
                  <a:gd name="T6" fmla="*/ 259 w 279"/>
                  <a:gd name="T7" fmla="*/ 299 h 299"/>
                  <a:gd name="T8" fmla="*/ 279 w 279"/>
                  <a:gd name="T9" fmla="*/ 282 h 299"/>
                </a:gdLst>
                <a:ahLst/>
                <a:cxnLst>
                  <a:cxn ang="0">
                    <a:pos x="T0" y="T1"/>
                  </a:cxn>
                  <a:cxn ang="0">
                    <a:pos x="T2" y="T3"/>
                  </a:cxn>
                  <a:cxn ang="0">
                    <a:pos x="T4" y="T5"/>
                  </a:cxn>
                  <a:cxn ang="0">
                    <a:pos x="T6" y="T7"/>
                  </a:cxn>
                  <a:cxn ang="0">
                    <a:pos x="T8" y="T9"/>
                  </a:cxn>
                </a:cxnLst>
                <a:rect l="0" t="0" r="r" b="b"/>
                <a:pathLst>
                  <a:path w="279" h="299">
                    <a:moveTo>
                      <a:pt x="279" y="282"/>
                    </a:moveTo>
                    <a:lnTo>
                      <a:pt x="21" y="0"/>
                    </a:lnTo>
                    <a:lnTo>
                      <a:pt x="0" y="17"/>
                    </a:lnTo>
                    <a:lnTo>
                      <a:pt x="259" y="299"/>
                    </a:lnTo>
                    <a:lnTo>
                      <a:pt x="279" y="28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7" name="Freeform 140">
                <a:extLst>
                  <a:ext uri="{FF2B5EF4-FFF2-40B4-BE49-F238E27FC236}">
                    <a16:creationId xmlns:a16="http://schemas.microsoft.com/office/drawing/2014/main" id="{9560FE89-0054-4972-8A57-9F8218C6B4D5}"/>
                  </a:ext>
                </a:extLst>
              </p:cNvPr>
              <p:cNvSpPr>
                <a:spLocks/>
              </p:cNvSpPr>
              <p:nvPr/>
            </p:nvSpPr>
            <p:spPr bwMode="auto">
              <a:xfrm>
                <a:off x="2649" y="677"/>
                <a:ext cx="81" cy="86"/>
              </a:xfrm>
              <a:custGeom>
                <a:avLst/>
                <a:gdLst>
                  <a:gd name="T0" fmla="*/ 80 w 81"/>
                  <a:gd name="T1" fmla="*/ 0 h 86"/>
                  <a:gd name="T2" fmla="*/ 0 w 81"/>
                  <a:gd name="T3" fmla="*/ 80 h 86"/>
                  <a:gd name="T4" fmla="*/ 81 w 81"/>
                  <a:gd name="T5" fmla="*/ 86 h 86"/>
                  <a:gd name="T6" fmla="*/ 80 w 81"/>
                  <a:gd name="T7" fmla="*/ 0 h 86"/>
                </a:gdLst>
                <a:ahLst/>
                <a:cxnLst>
                  <a:cxn ang="0">
                    <a:pos x="T0" y="T1"/>
                  </a:cxn>
                  <a:cxn ang="0">
                    <a:pos x="T2" y="T3"/>
                  </a:cxn>
                  <a:cxn ang="0">
                    <a:pos x="T4" y="T5"/>
                  </a:cxn>
                  <a:cxn ang="0">
                    <a:pos x="T6" y="T7"/>
                  </a:cxn>
                </a:cxnLst>
                <a:rect l="0" t="0" r="r" b="b"/>
                <a:pathLst>
                  <a:path w="81" h="86">
                    <a:moveTo>
                      <a:pt x="80" y="0"/>
                    </a:moveTo>
                    <a:lnTo>
                      <a:pt x="0" y="80"/>
                    </a:lnTo>
                    <a:lnTo>
                      <a:pt x="81" y="86"/>
                    </a:lnTo>
                    <a:lnTo>
                      <a:pt x="8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8" name="Freeform 141">
                <a:extLst>
                  <a:ext uri="{FF2B5EF4-FFF2-40B4-BE49-F238E27FC236}">
                    <a16:creationId xmlns:a16="http://schemas.microsoft.com/office/drawing/2014/main" id="{73E6A9A3-1701-4ED0-9653-3CCB1169389B}"/>
                  </a:ext>
                </a:extLst>
              </p:cNvPr>
              <p:cNvSpPr>
                <a:spLocks/>
              </p:cNvSpPr>
              <p:nvPr/>
            </p:nvSpPr>
            <p:spPr bwMode="auto">
              <a:xfrm>
                <a:off x="4936" y="2835"/>
                <a:ext cx="278" cy="299"/>
              </a:xfrm>
              <a:custGeom>
                <a:avLst/>
                <a:gdLst>
                  <a:gd name="T0" fmla="*/ 0 w 278"/>
                  <a:gd name="T1" fmla="*/ 17 h 299"/>
                  <a:gd name="T2" fmla="*/ 259 w 278"/>
                  <a:gd name="T3" fmla="*/ 299 h 299"/>
                  <a:gd name="T4" fmla="*/ 278 w 278"/>
                  <a:gd name="T5" fmla="*/ 279 h 299"/>
                  <a:gd name="T6" fmla="*/ 19 w 278"/>
                  <a:gd name="T7" fmla="*/ 0 h 299"/>
                  <a:gd name="T8" fmla="*/ 0 w 278"/>
                  <a:gd name="T9" fmla="*/ 17 h 299"/>
                </a:gdLst>
                <a:ahLst/>
                <a:cxnLst>
                  <a:cxn ang="0">
                    <a:pos x="T0" y="T1"/>
                  </a:cxn>
                  <a:cxn ang="0">
                    <a:pos x="T2" y="T3"/>
                  </a:cxn>
                  <a:cxn ang="0">
                    <a:pos x="T4" y="T5"/>
                  </a:cxn>
                  <a:cxn ang="0">
                    <a:pos x="T6" y="T7"/>
                  </a:cxn>
                  <a:cxn ang="0">
                    <a:pos x="T8" y="T9"/>
                  </a:cxn>
                </a:cxnLst>
                <a:rect l="0" t="0" r="r" b="b"/>
                <a:pathLst>
                  <a:path w="278" h="299">
                    <a:moveTo>
                      <a:pt x="0" y="17"/>
                    </a:moveTo>
                    <a:lnTo>
                      <a:pt x="259" y="299"/>
                    </a:lnTo>
                    <a:lnTo>
                      <a:pt x="278" y="279"/>
                    </a:lnTo>
                    <a:lnTo>
                      <a:pt x="19" y="0"/>
                    </a:lnTo>
                    <a:lnTo>
                      <a:pt x="0"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39" name="Freeform 142">
                <a:extLst>
                  <a:ext uri="{FF2B5EF4-FFF2-40B4-BE49-F238E27FC236}">
                    <a16:creationId xmlns:a16="http://schemas.microsoft.com/office/drawing/2014/main" id="{8EF32396-1767-447E-9537-C04046B5F77E}"/>
                  </a:ext>
                </a:extLst>
              </p:cNvPr>
              <p:cNvSpPr>
                <a:spLocks/>
              </p:cNvSpPr>
              <p:nvPr/>
            </p:nvSpPr>
            <p:spPr bwMode="auto">
              <a:xfrm>
                <a:off x="4922" y="2819"/>
                <a:ext cx="80" cy="85"/>
              </a:xfrm>
              <a:custGeom>
                <a:avLst/>
                <a:gdLst>
                  <a:gd name="T0" fmla="*/ 2 w 80"/>
                  <a:gd name="T1" fmla="*/ 85 h 85"/>
                  <a:gd name="T2" fmla="*/ 80 w 80"/>
                  <a:gd name="T3" fmla="*/ 5 h 85"/>
                  <a:gd name="T4" fmla="*/ 0 w 80"/>
                  <a:gd name="T5" fmla="*/ 0 h 85"/>
                  <a:gd name="T6" fmla="*/ 2 w 80"/>
                  <a:gd name="T7" fmla="*/ 85 h 85"/>
                </a:gdLst>
                <a:ahLst/>
                <a:cxnLst>
                  <a:cxn ang="0">
                    <a:pos x="T0" y="T1"/>
                  </a:cxn>
                  <a:cxn ang="0">
                    <a:pos x="T2" y="T3"/>
                  </a:cxn>
                  <a:cxn ang="0">
                    <a:pos x="T4" y="T5"/>
                  </a:cxn>
                  <a:cxn ang="0">
                    <a:pos x="T6" y="T7"/>
                  </a:cxn>
                </a:cxnLst>
                <a:rect l="0" t="0" r="r" b="b"/>
                <a:pathLst>
                  <a:path w="80" h="85">
                    <a:moveTo>
                      <a:pt x="2" y="85"/>
                    </a:moveTo>
                    <a:lnTo>
                      <a:pt x="80" y="5"/>
                    </a:lnTo>
                    <a:lnTo>
                      <a:pt x="0" y="0"/>
                    </a:lnTo>
                    <a:lnTo>
                      <a:pt x="2" y="8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40" name="Freeform 143">
                <a:extLst>
                  <a:ext uri="{FF2B5EF4-FFF2-40B4-BE49-F238E27FC236}">
                    <a16:creationId xmlns:a16="http://schemas.microsoft.com/office/drawing/2014/main" id="{C192FB5C-2084-452B-889D-23AC4F25950E}"/>
                  </a:ext>
                </a:extLst>
              </p:cNvPr>
              <p:cNvSpPr>
                <a:spLocks/>
              </p:cNvSpPr>
              <p:nvPr/>
            </p:nvSpPr>
            <p:spPr bwMode="auto">
              <a:xfrm>
                <a:off x="2437" y="2835"/>
                <a:ext cx="279" cy="299"/>
              </a:xfrm>
              <a:custGeom>
                <a:avLst/>
                <a:gdLst>
                  <a:gd name="T0" fmla="*/ 279 w 279"/>
                  <a:gd name="T1" fmla="*/ 17 h 299"/>
                  <a:gd name="T2" fmla="*/ 21 w 279"/>
                  <a:gd name="T3" fmla="*/ 299 h 299"/>
                  <a:gd name="T4" fmla="*/ 0 w 279"/>
                  <a:gd name="T5" fmla="*/ 279 h 299"/>
                  <a:gd name="T6" fmla="*/ 259 w 279"/>
                  <a:gd name="T7" fmla="*/ 0 h 299"/>
                  <a:gd name="T8" fmla="*/ 279 w 279"/>
                  <a:gd name="T9" fmla="*/ 17 h 299"/>
                </a:gdLst>
                <a:ahLst/>
                <a:cxnLst>
                  <a:cxn ang="0">
                    <a:pos x="T0" y="T1"/>
                  </a:cxn>
                  <a:cxn ang="0">
                    <a:pos x="T2" y="T3"/>
                  </a:cxn>
                  <a:cxn ang="0">
                    <a:pos x="T4" y="T5"/>
                  </a:cxn>
                  <a:cxn ang="0">
                    <a:pos x="T6" y="T7"/>
                  </a:cxn>
                  <a:cxn ang="0">
                    <a:pos x="T8" y="T9"/>
                  </a:cxn>
                </a:cxnLst>
                <a:rect l="0" t="0" r="r" b="b"/>
                <a:pathLst>
                  <a:path w="279" h="299">
                    <a:moveTo>
                      <a:pt x="279" y="17"/>
                    </a:moveTo>
                    <a:lnTo>
                      <a:pt x="21" y="299"/>
                    </a:lnTo>
                    <a:lnTo>
                      <a:pt x="0" y="279"/>
                    </a:lnTo>
                    <a:lnTo>
                      <a:pt x="259" y="0"/>
                    </a:lnTo>
                    <a:lnTo>
                      <a:pt x="279"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sp>
            <p:nvSpPr>
              <p:cNvPr id="241" name="Freeform 144">
                <a:extLst>
                  <a:ext uri="{FF2B5EF4-FFF2-40B4-BE49-F238E27FC236}">
                    <a16:creationId xmlns:a16="http://schemas.microsoft.com/office/drawing/2014/main" id="{3DF29346-AD43-4CDA-9EA5-158EEDC9F7DE}"/>
                  </a:ext>
                </a:extLst>
              </p:cNvPr>
              <p:cNvSpPr>
                <a:spLocks/>
              </p:cNvSpPr>
              <p:nvPr/>
            </p:nvSpPr>
            <p:spPr bwMode="auto">
              <a:xfrm>
                <a:off x="2649" y="2819"/>
                <a:ext cx="81" cy="85"/>
              </a:xfrm>
              <a:custGeom>
                <a:avLst/>
                <a:gdLst>
                  <a:gd name="T0" fmla="*/ 80 w 81"/>
                  <a:gd name="T1" fmla="*/ 85 h 85"/>
                  <a:gd name="T2" fmla="*/ 0 w 81"/>
                  <a:gd name="T3" fmla="*/ 5 h 85"/>
                  <a:gd name="T4" fmla="*/ 81 w 81"/>
                  <a:gd name="T5" fmla="*/ 0 h 85"/>
                  <a:gd name="T6" fmla="*/ 80 w 81"/>
                  <a:gd name="T7" fmla="*/ 85 h 85"/>
                </a:gdLst>
                <a:ahLst/>
                <a:cxnLst>
                  <a:cxn ang="0">
                    <a:pos x="T0" y="T1"/>
                  </a:cxn>
                  <a:cxn ang="0">
                    <a:pos x="T2" y="T3"/>
                  </a:cxn>
                  <a:cxn ang="0">
                    <a:pos x="T4" y="T5"/>
                  </a:cxn>
                  <a:cxn ang="0">
                    <a:pos x="T6" y="T7"/>
                  </a:cxn>
                </a:cxnLst>
                <a:rect l="0" t="0" r="r" b="b"/>
                <a:pathLst>
                  <a:path w="81" h="85">
                    <a:moveTo>
                      <a:pt x="80" y="85"/>
                    </a:moveTo>
                    <a:lnTo>
                      <a:pt x="0" y="5"/>
                    </a:lnTo>
                    <a:lnTo>
                      <a:pt x="81" y="0"/>
                    </a:lnTo>
                    <a:lnTo>
                      <a:pt x="80" y="8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cs typeface="+mn-ea"/>
                  <a:sym typeface="+mn-lt"/>
                </a:endParaRPr>
              </a:p>
            </p:txBody>
          </p:sp>
        </p:grpSp>
        <p:sp>
          <p:nvSpPr>
            <p:cNvPr id="81" name="Oval 8">
              <a:extLst>
                <a:ext uri="{FF2B5EF4-FFF2-40B4-BE49-F238E27FC236}">
                  <a16:creationId xmlns:a16="http://schemas.microsoft.com/office/drawing/2014/main" id="{9E8814DE-FDB1-495A-AAC2-7B084BB6EED5}"/>
                </a:ext>
              </a:extLst>
            </p:cNvPr>
            <p:cNvSpPr/>
            <p:nvPr/>
          </p:nvSpPr>
          <p:spPr>
            <a:xfrm>
              <a:off x="5658835" y="341144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65000"/>
                      <a:lumOff val="35000"/>
                    </a:schemeClr>
                  </a:solidFill>
                  <a:cs typeface="+mn-ea"/>
                  <a:sym typeface="+mn-lt"/>
                </a:rPr>
                <a:t> </a:t>
              </a:r>
            </a:p>
          </p:txBody>
        </p:sp>
        <p:sp>
          <p:nvSpPr>
            <p:cNvPr id="82" name="Oval 9">
              <a:extLst>
                <a:ext uri="{FF2B5EF4-FFF2-40B4-BE49-F238E27FC236}">
                  <a16:creationId xmlns:a16="http://schemas.microsoft.com/office/drawing/2014/main" id="{5C599D52-A2EA-4E86-B08D-BCAD274929B1}"/>
                </a:ext>
              </a:extLst>
            </p:cNvPr>
            <p:cNvSpPr/>
            <p:nvPr/>
          </p:nvSpPr>
          <p:spPr>
            <a:xfrm>
              <a:off x="6222593" y="234356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83" name="Oval 10">
              <a:extLst>
                <a:ext uri="{FF2B5EF4-FFF2-40B4-BE49-F238E27FC236}">
                  <a16:creationId xmlns:a16="http://schemas.microsoft.com/office/drawing/2014/main" id="{450B1B62-A718-4B81-982A-29CD9058E234}"/>
                </a:ext>
              </a:extLst>
            </p:cNvPr>
            <p:cNvSpPr/>
            <p:nvPr/>
          </p:nvSpPr>
          <p:spPr>
            <a:xfrm>
              <a:off x="3683878" y="3204279"/>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65000"/>
                      <a:lumOff val="35000"/>
                    </a:schemeClr>
                  </a:solidFill>
                  <a:cs typeface="+mn-ea"/>
                  <a:sym typeface="+mn-lt"/>
                </a:rPr>
                <a:t> </a:t>
              </a:r>
            </a:p>
          </p:txBody>
        </p:sp>
        <p:sp>
          <p:nvSpPr>
            <p:cNvPr id="85" name="Oval 12">
              <a:extLst>
                <a:ext uri="{FF2B5EF4-FFF2-40B4-BE49-F238E27FC236}">
                  <a16:creationId xmlns:a16="http://schemas.microsoft.com/office/drawing/2014/main" id="{9D5D18AB-8AC1-4F51-A463-80B3AF9D7B6A}"/>
                </a:ext>
              </a:extLst>
            </p:cNvPr>
            <p:cNvSpPr/>
            <p:nvPr/>
          </p:nvSpPr>
          <p:spPr>
            <a:xfrm>
              <a:off x="8195302" y="3190608"/>
              <a:ext cx="702068" cy="702069"/>
            </a:xfrm>
            <a:prstGeom prst="ellipse">
              <a:avLst/>
            </a:prstGeom>
            <a:solidFill>
              <a:srgbClr val="0F74E3"/>
            </a:solidFill>
            <a:ln w="6350">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86" name="Oval 13">
              <a:extLst>
                <a:ext uri="{FF2B5EF4-FFF2-40B4-BE49-F238E27FC236}">
                  <a16:creationId xmlns:a16="http://schemas.microsoft.com/office/drawing/2014/main" id="{DA704D05-275F-49D9-B342-73723A169A8B}"/>
                </a:ext>
              </a:extLst>
            </p:cNvPr>
            <p:cNvSpPr/>
            <p:nvPr/>
          </p:nvSpPr>
          <p:spPr>
            <a:xfrm>
              <a:off x="7746830" y="1322383"/>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87" name="Oval 14">
              <a:extLst>
                <a:ext uri="{FF2B5EF4-FFF2-40B4-BE49-F238E27FC236}">
                  <a16:creationId xmlns:a16="http://schemas.microsoft.com/office/drawing/2014/main" id="{50B3B013-360D-4552-A2A0-C47B65F60445}"/>
                </a:ext>
              </a:extLst>
            </p:cNvPr>
            <p:cNvSpPr/>
            <p:nvPr/>
          </p:nvSpPr>
          <p:spPr>
            <a:xfrm>
              <a:off x="7754613" y="4845008"/>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lumMod val="65000"/>
                    <a:lumOff val="35000"/>
                  </a:schemeClr>
                </a:solidFill>
                <a:cs typeface="+mn-ea"/>
                <a:sym typeface="+mn-lt"/>
              </a:endParaRPr>
            </a:p>
          </p:txBody>
        </p:sp>
        <p:sp>
          <p:nvSpPr>
            <p:cNvPr id="88" name="Oval 15">
              <a:extLst>
                <a:ext uri="{FF2B5EF4-FFF2-40B4-BE49-F238E27FC236}">
                  <a16:creationId xmlns:a16="http://schemas.microsoft.com/office/drawing/2014/main" id="{3A6E749A-22E2-4F00-A256-1E3543FED1E7}"/>
                </a:ext>
              </a:extLst>
            </p:cNvPr>
            <p:cNvSpPr/>
            <p:nvPr/>
          </p:nvSpPr>
          <p:spPr>
            <a:xfrm>
              <a:off x="4136636" y="1311835"/>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89" name="Oval 16">
              <a:extLst>
                <a:ext uri="{FF2B5EF4-FFF2-40B4-BE49-F238E27FC236}">
                  <a16:creationId xmlns:a16="http://schemas.microsoft.com/office/drawing/2014/main" id="{3E34E6E9-A431-4AC6-AC86-79F883B9FB44}"/>
                </a:ext>
              </a:extLst>
            </p:cNvPr>
            <p:cNvSpPr/>
            <p:nvPr/>
          </p:nvSpPr>
          <p:spPr>
            <a:xfrm>
              <a:off x="4140294" y="4920044"/>
              <a:ext cx="702068" cy="702069"/>
            </a:xfrm>
            <a:prstGeom prst="ellipse">
              <a:avLst/>
            </a:prstGeom>
            <a:solidFill>
              <a:srgbClr val="0F74E3"/>
            </a:solidFill>
            <a:ln w="6350">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90" name="Oval 17">
              <a:extLst>
                <a:ext uri="{FF2B5EF4-FFF2-40B4-BE49-F238E27FC236}">
                  <a16:creationId xmlns:a16="http://schemas.microsoft.com/office/drawing/2014/main" id="{F8A6173D-9AEF-4733-BAAC-7E1F29436C53}"/>
                </a:ext>
              </a:extLst>
            </p:cNvPr>
            <p:cNvSpPr/>
            <p:nvPr/>
          </p:nvSpPr>
          <p:spPr>
            <a:xfrm>
              <a:off x="5338025" y="2486278"/>
              <a:ext cx="702068" cy="70206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91" name="Oval 18">
              <a:extLst>
                <a:ext uri="{FF2B5EF4-FFF2-40B4-BE49-F238E27FC236}">
                  <a16:creationId xmlns:a16="http://schemas.microsoft.com/office/drawing/2014/main" id="{8AFD6E21-768D-4B45-9C50-BE8CBBA10FA7}"/>
                </a:ext>
              </a:extLst>
            </p:cNvPr>
            <p:cNvSpPr/>
            <p:nvPr/>
          </p:nvSpPr>
          <p:spPr>
            <a:xfrm>
              <a:off x="6547050" y="3240324"/>
              <a:ext cx="702068" cy="702069"/>
            </a:xfrm>
            <a:prstGeom prst="ellipse">
              <a:avLst/>
            </a:prstGeom>
            <a:solidFill>
              <a:srgbClr val="0F74E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65000"/>
                    <a:lumOff val="35000"/>
                  </a:schemeClr>
                </a:solidFill>
                <a:cs typeface="+mn-ea"/>
                <a:sym typeface="+mn-lt"/>
              </a:endParaRPr>
            </a:p>
          </p:txBody>
        </p:sp>
        <p:sp>
          <p:nvSpPr>
            <p:cNvPr id="92" name="Freeform 249">
              <a:extLst>
                <a:ext uri="{FF2B5EF4-FFF2-40B4-BE49-F238E27FC236}">
                  <a16:creationId xmlns:a16="http://schemas.microsoft.com/office/drawing/2014/main" id="{E5DF0270-744E-4C36-B6A1-6C402B993A3E}"/>
                </a:ext>
              </a:extLst>
            </p:cNvPr>
            <p:cNvSpPr>
              <a:spLocks noEditPoints="1"/>
            </p:cNvSpPr>
            <p:nvPr/>
          </p:nvSpPr>
          <p:spPr bwMode="auto">
            <a:xfrm>
              <a:off x="5572370" y="2690209"/>
              <a:ext cx="217796" cy="256823"/>
            </a:xfrm>
            <a:custGeom>
              <a:avLst/>
              <a:gdLst>
                <a:gd name="T0" fmla="*/ 0 w 78"/>
                <a:gd name="T1" fmla="*/ 84 h 92"/>
                <a:gd name="T2" fmla="*/ 30 w 78"/>
                <a:gd name="T3" fmla="*/ 19 h 92"/>
                <a:gd name="T4" fmla="*/ 39 w 78"/>
                <a:gd name="T5" fmla="*/ 26 h 92"/>
                <a:gd name="T6" fmla="*/ 39 w 78"/>
                <a:gd name="T7" fmla="*/ 26 h 92"/>
                <a:gd name="T8" fmla="*/ 39 w 78"/>
                <a:gd name="T9" fmla="*/ 26 h 92"/>
                <a:gd name="T10" fmla="*/ 40 w 78"/>
                <a:gd name="T11" fmla="*/ 26 h 92"/>
                <a:gd name="T12" fmla="*/ 40 w 78"/>
                <a:gd name="T13" fmla="*/ 27 h 92"/>
                <a:gd name="T14" fmla="*/ 41 w 78"/>
                <a:gd name="T15" fmla="*/ 27 h 92"/>
                <a:gd name="T16" fmla="*/ 41 w 78"/>
                <a:gd name="T17" fmla="*/ 27 h 92"/>
                <a:gd name="T18" fmla="*/ 42 w 78"/>
                <a:gd name="T19" fmla="*/ 28 h 92"/>
                <a:gd name="T20" fmla="*/ 42 w 78"/>
                <a:gd name="T21" fmla="*/ 28 h 92"/>
                <a:gd name="T22" fmla="*/ 43 w 78"/>
                <a:gd name="T23" fmla="*/ 28 h 92"/>
                <a:gd name="T24" fmla="*/ 43 w 78"/>
                <a:gd name="T25" fmla="*/ 29 h 92"/>
                <a:gd name="T26" fmla="*/ 43 w 78"/>
                <a:gd name="T27" fmla="*/ 29 h 92"/>
                <a:gd name="T28" fmla="*/ 44 w 78"/>
                <a:gd name="T29" fmla="*/ 29 h 92"/>
                <a:gd name="T30" fmla="*/ 48 w 78"/>
                <a:gd name="T31" fmla="*/ 32 h 92"/>
                <a:gd name="T32" fmla="*/ 49 w 78"/>
                <a:gd name="T33" fmla="*/ 33 h 92"/>
                <a:gd name="T34" fmla="*/ 49 w 78"/>
                <a:gd name="T35" fmla="*/ 33 h 92"/>
                <a:gd name="T36" fmla="*/ 49 w 78"/>
                <a:gd name="T37" fmla="*/ 33 h 92"/>
                <a:gd name="T38" fmla="*/ 50 w 78"/>
                <a:gd name="T39" fmla="*/ 34 h 92"/>
                <a:gd name="T40" fmla="*/ 50 w 78"/>
                <a:gd name="T41" fmla="*/ 34 h 92"/>
                <a:gd name="T42" fmla="*/ 51 w 78"/>
                <a:gd name="T43" fmla="*/ 34 h 92"/>
                <a:gd name="T44" fmla="*/ 51 w 78"/>
                <a:gd name="T45" fmla="*/ 34 h 92"/>
                <a:gd name="T46" fmla="*/ 52 w 78"/>
                <a:gd name="T47" fmla="*/ 35 h 92"/>
                <a:gd name="T48" fmla="*/ 52 w 78"/>
                <a:gd name="T49" fmla="*/ 35 h 92"/>
                <a:gd name="T50" fmla="*/ 53 w 78"/>
                <a:gd name="T51" fmla="*/ 35 h 92"/>
                <a:gd name="T52" fmla="*/ 53 w 78"/>
                <a:gd name="T53" fmla="*/ 36 h 92"/>
                <a:gd name="T54" fmla="*/ 53 w 78"/>
                <a:gd name="T55" fmla="*/ 36 h 92"/>
                <a:gd name="T56" fmla="*/ 49 w 78"/>
                <a:gd name="T57" fmla="*/ 78 h 92"/>
                <a:gd name="T58" fmla="*/ 8 w 78"/>
                <a:gd name="T59" fmla="*/ 90 h 92"/>
                <a:gd name="T60" fmla="*/ 35 w 78"/>
                <a:gd name="T61" fmla="*/ 63 h 92"/>
                <a:gd name="T62" fmla="*/ 19 w 78"/>
                <a:gd name="T63" fmla="*/ 52 h 92"/>
                <a:gd name="T64" fmla="*/ 3 w 78"/>
                <a:gd name="T65" fmla="*/ 87 h 92"/>
                <a:gd name="T66" fmla="*/ 74 w 78"/>
                <a:gd name="T67" fmla="*/ 92 h 92"/>
                <a:gd name="T68" fmla="*/ 54 w 78"/>
                <a:gd name="T69" fmla="*/ 82 h 92"/>
                <a:gd name="T70" fmla="*/ 69 w 78"/>
                <a:gd name="T71" fmla="*/ 42 h 92"/>
                <a:gd name="T72" fmla="*/ 35 w 78"/>
                <a:gd name="T73" fmla="*/ 0 h 92"/>
                <a:gd name="T74" fmla="*/ 69 w 78"/>
                <a:gd name="T75" fmla="*/ 4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92">
                  <a:moveTo>
                    <a:pt x="3" y="87"/>
                  </a:moveTo>
                  <a:cubicBezTo>
                    <a:pt x="2" y="86"/>
                    <a:pt x="1" y="85"/>
                    <a:pt x="0" y="84"/>
                  </a:cubicBezTo>
                  <a:cubicBezTo>
                    <a:pt x="0" y="71"/>
                    <a:pt x="0" y="58"/>
                    <a:pt x="1" y="44"/>
                  </a:cubicBezTo>
                  <a:cubicBezTo>
                    <a:pt x="12" y="40"/>
                    <a:pt x="22" y="31"/>
                    <a:pt x="30" y="19"/>
                  </a:cubicBezTo>
                  <a:cubicBezTo>
                    <a:pt x="38" y="25"/>
                    <a:pt x="38" y="25"/>
                    <a:pt x="38" y="25"/>
                  </a:cubicBezTo>
                  <a:cubicBezTo>
                    <a:pt x="39" y="26"/>
                    <a:pt x="39" y="26"/>
                    <a:pt x="39" y="26"/>
                  </a:cubicBezTo>
                  <a:cubicBezTo>
                    <a:pt x="39" y="26"/>
                    <a:pt x="39" y="26"/>
                    <a:pt x="39" y="26"/>
                  </a:cubicBezTo>
                  <a:cubicBezTo>
                    <a:pt x="39" y="26"/>
                    <a:pt x="39" y="26"/>
                    <a:pt x="39" y="26"/>
                  </a:cubicBezTo>
                  <a:cubicBezTo>
                    <a:pt x="39" y="26"/>
                    <a:pt x="39" y="26"/>
                    <a:pt x="39" y="26"/>
                  </a:cubicBezTo>
                  <a:cubicBezTo>
                    <a:pt x="39" y="26"/>
                    <a:pt x="39" y="26"/>
                    <a:pt x="39" y="26"/>
                  </a:cubicBezTo>
                  <a:cubicBezTo>
                    <a:pt x="40" y="26"/>
                    <a:pt x="40" y="26"/>
                    <a:pt x="40" y="26"/>
                  </a:cubicBezTo>
                  <a:cubicBezTo>
                    <a:pt x="40" y="26"/>
                    <a:pt x="40" y="26"/>
                    <a:pt x="40" y="26"/>
                  </a:cubicBezTo>
                  <a:cubicBezTo>
                    <a:pt x="40" y="27"/>
                    <a:pt x="40" y="27"/>
                    <a:pt x="40" y="27"/>
                  </a:cubicBezTo>
                  <a:cubicBezTo>
                    <a:pt x="40" y="27"/>
                    <a:pt x="40" y="27"/>
                    <a:pt x="40" y="27"/>
                  </a:cubicBezTo>
                  <a:cubicBezTo>
                    <a:pt x="41" y="27"/>
                    <a:pt x="41" y="27"/>
                    <a:pt x="41" y="27"/>
                  </a:cubicBezTo>
                  <a:cubicBezTo>
                    <a:pt x="41" y="27"/>
                    <a:pt x="41" y="27"/>
                    <a:pt x="41" y="27"/>
                  </a:cubicBezTo>
                  <a:cubicBezTo>
                    <a:pt x="41" y="27"/>
                    <a:pt x="41" y="27"/>
                    <a:pt x="41" y="27"/>
                  </a:cubicBezTo>
                  <a:cubicBezTo>
                    <a:pt x="41" y="27"/>
                    <a:pt x="41" y="27"/>
                    <a:pt x="41" y="27"/>
                  </a:cubicBezTo>
                  <a:cubicBezTo>
                    <a:pt x="41" y="28"/>
                    <a:pt x="41" y="28"/>
                    <a:pt x="41" y="28"/>
                  </a:cubicBezTo>
                  <a:cubicBezTo>
                    <a:pt x="42" y="28"/>
                    <a:pt x="42" y="28"/>
                    <a:pt x="42" y="28"/>
                  </a:cubicBezTo>
                  <a:cubicBezTo>
                    <a:pt x="42" y="28"/>
                    <a:pt x="42" y="28"/>
                    <a:pt x="42" y="28"/>
                  </a:cubicBezTo>
                  <a:cubicBezTo>
                    <a:pt x="42" y="28"/>
                    <a:pt x="42" y="28"/>
                    <a:pt x="42" y="28"/>
                  </a:cubicBezTo>
                  <a:cubicBezTo>
                    <a:pt x="42" y="28"/>
                    <a:pt x="42" y="28"/>
                    <a:pt x="42" y="28"/>
                  </a:cubicBezTo>
                  <a:cubicBezTo>
                    <a:pt x="43" y="28"/>
                    <a:pt x="43" y="28"/>
                    <a:pt x="43" y="28"/>
                  </a:cubicBezTo>
                  <a:cubicBezTo>
                    <a:pt x="43" y="28"/>
                    <a:pt x="43" y="28"/>
                    <a:pt x="43" y="28"/>
                  </a:cubicBezTo>
                  <a:cubicBezTo>
                    <a:pt x="43" y="29"/>
                    <a:pt x="43" y="29"/>
                    <a:pt x="43" y="29"/>
                  </a:cubicBezTo>
                  <a:cubicBezTo>
                    <a:pt x="43" y="29"/>
                    <a:pt x="43" y="29"/>
                    <a:pt x="43" y="29"/>
                  </a:cubicBezTo>
                  <a:cubicBezTo>
                    <a:pt x="43" y="29"/>
                    <a:pt x="43" y="29"/>
                    <a:pt x="43" y="29"/>
                  </a:cubicBezTo>
                  <a:cubicBezTo>
                    <a:pt x="44" y="29"/>
                    <a:pt x="44" y="29"/>
                    <a:pt x="44" y="29"/>
                  </a:cubicBezTo>
                  <a:cubicBezTo>
                    <a:pt x="44" y="29"/>
                    <a:pt x="44" y="29"/>
                    <a:pt x="44" y="29"/>
                  </a:cubicBezTo>
                  <a:cubicBezTo>
                    <a:pt x="44" y="29"/>
                    <a:pt x="44" y="29"/>
                    <a:pt x="44" y="29"/>
                  </a:cubicBezTo>
                  <a:cubicBezTo>
                    <a:pt x="48" y="32"/>
                    <a:pt x="48" y="32"/>
                    <a:pt x="48" y="32"/>
                  </a:cubicBezTo>
                  <a:cubicBezTo>
                    <a:pt x="48" y="32"/>
                    <a:pt x="48" y="32"/>
                    <a:pt x="48" y="32"/>
                  </a:cubicBezTo>
                  <a:cubicBezTo>
                    <a:pt x="49" y="33"/>
                    <a:pt x="49" y="33"/>
                    <a:pt x="49" y="33"/>
                  </a:cubicBezTo>
                  <a:cubicBezTo>
                    <a:pt x="49" y="33"/>
                    <a:pt x="49" y="33"/>
                    <a:pt x="49" y="33"/>
                  </a:cubicBezTo>
                  <a:cubicBezTo>
                    <a:pt x="49" y="33"/>
                    <a:pt x="49" y="33"/>
                    <a:pt x="49" y="33"/>
                  </a:cubicBezTo>
                  <a:cubicBezTo>
                    <a:pt x="49" y="33"/>
                    <a:pt x="49" y="33"/>
                    <a:pt x="49" y="33"/>
                  </a:cubicBezTo>
                  <a:cubicBezTo>
                    <a:pt x="49" y="33"/>
                    <a:pt x="49" y="33"/>
                    <a:pt x="49" y="33"/>
                  </a:cubicBezTo>
                  <a:cubicBezTo>
                    <a:pt x="50" y="33"/>
                    <a:pt x="50" y="33"/>
                    <a:pt x="50" y="33"/>
                  </a:cubicBezTo>
                  <a:cubicBezTo>
                    <a:pt x="50" y="34"/>
                    <a:pt x="50" y="34"/>
                    <a:pt x="50" y="34"/>
                  </a:cubicBezTo>
                  <a:cubicBezTo>
                    <a:pt x="50" y="34"/>
                    <a:pt x="50" y="34"/>
                    <a:pt x="50" y="34"/>
                  </a:cubicBezTo>
                  <a:cubicBezTo>
                    <a:pt x="50" y="34"/>
                    <a:pt x="50" y="34"/>
                    <a:pt x="50" y="34"/>
                  </a:cubicBezTo>
                  <a:cubicBezTo>
                    <a:pt x="51" y="34"/>
                    <a:pt x="51" y="34"/>
                    <a:pt x="51" y="34"/>
                  </a:cubicBezTo>
                  <a:cubicBezTo>
                    <a:pt x="51" y="34"/>
                    <a:pt x="51" y="34"/>
                    <a:pt x="51" y="34"/>
                  </a:cubicBezTo>
                  <a:cubicBezTo>
                    <a:pt x="51" y="34"/>
                    <a:pt x="51" y="34"/>
                    <a:pt x="51" y="34"/>
                  </a:cubicBezTo>
                  <a:cubicBezTo>
                    <a:pt x="51" y="34"/>
                    <a:pt x="51" y="34"/>
                    <a:pt x="51" y="34"/>
                  </a:cubicBezTo>
                  <a:cubicBezTo>
                    <a:pt x="51" y="35"/>
                    <a:pt x="51" y="35"/>
                    <a:pt x="51" y="35"/>
                  </a:cubicBezTo>
                  <a:cubicBezTo>
                    <a:pt x="52" y="35"/>
                    <a:pt x="52" y="35"/>
                    <a:pt x="52" y="35"/>
                  </a:cubicBezTo>
                  <a:cubicBezTo>
                    <a:pt x="52" y="35"/>
                    <a:pt x="52" y="35"/>
                    <a:pt x="52" y="35"/>
                  </a:cubicBezTo>
                  <a:cubicBezTo>
                    <a:pt x="52" y="35"/>
                    <a:pt x="52" y="35"/>
                    <a:pt x="52" y="35"/>
                  </a:cubicBezTo>
                  <a:cubicBezTo>
                    <a:pt x="52" y="35"/>
                    <a:pt x="52" y="35"/>
                    <a:pt x="52" y="35"/>
                  </a:cubicBezTo>
                  <a:cubicBezTo>
                    <a:pt x="53" y="35"/>
                    <a:pt x="53" y="35"/>
                    <a:pt x="53" y="35"/>
                  </a:cubicBezTo>
                  <a:cubicBezTo>
                    <a:pt x="53" y="36"/>
                    <a:pt x="53" y="36"/>
                    <a:pt x="53" y="36"/>
                  </a:cubicBezTo>
                  <a:cubicBezTo>
                    <a:pt x="53" y="36"/>
                    <a:pt x="53" y="36"/>
                    <a:pt x="53" y="36"/>
                  </a:cubicBezTo>
                  <a:cubicBezTo>
                    <a:pt x="53" y="36"/>
                    <a:pt x="53" y="36"/>
                    <a:pt x="53" y="36"/>
                  </a:cubicBezTo>
                  <a:cubicBezTo>
                    <a:pt x="53" y="36"/>
                    <a:pt x="53" y="36"/>
                    <a:pt x="53" y="36"/>
                  </a:cubicBezTo>
                  <a:cubicBezTo>
                    <a:pt x="62" y="42"/>
                    <a:pt x="62" y="42"/>
                    <a:pt x="62" y="42"/>
                  </a:cubicBezTo>
                  <a:cubicBezTo>
                    <a:pt x="54" y="54"/>
                    <a:pt x="49" y="66"/>
                    <a:pt x="49" y="78"/>
                  </a:cubicBezTo>
                  <a:cubicBezTo>
                    <a:pt x="36" y="83"/>
                    <a:pt x="24" y="87"/>
                    <a:pt x="11" y="92"/>
                  </a:cubicBezTo>
                  <a:cubicBezTo>
                    <a:pt x="10" y="91"/>
                    <a:pt x="9" y="91"/>
                    <a:pt x="8" y="90"/>
                  </a:cubicBezTo>
                  <a:cubicBezTo>
                    <a:pt x="24" y="67"/>
                    <a:pt x="24" y="67"/>
                    <a:pt x="24" y="67"/>
                  </a:cubicBezTo>
                  <a:cubicBezTo>
                    <a:pt x="28" y="68"/>
                    <a:pt x="32" y="67"/>
                    <a:pt x="35" y="63"/>
                  </a:cubicBezTo>
                  <a:cubicBezTo>
                    <a:pt x="38" y="59"/>
                    <a:pt x="37" y="53"/>
                    <a:pt x="33" y="50"/>
                  </a:cubicBezTo>
                  <a:cubicBezTo>
                    <a:pt x="28" y="47"/>
                    <a:pt x="22" y="48"/>
                    <a:pt x="19" y="52"/>
                  </a:cubicBezTo>
                  <a:cubicBezTo>
                    <a:pt x="16" y="56"/>
                    <a:pt x="17" y="61"/>
                    <a:pt x="20" y="64"/>
                  </a:cubicBezTo>
                  <a:cubicBezTo>
                    <a:pt x="3" y="87"/>
                    <a:pt x="3" y="87"/>
                    <a:pt x="3" y="87"/>
                  </a:cubicBezTo>
                  <a:close/>
                  <a:moveTo>
                    <a:pt x="27" y="92"/>
                  </a:moveTo>
                  <a:cubicBezTo>
                    <a:pt x="74" y="92"/>
                    <a:pt x="74" y="92"/>
                    <a:pt x="74" y="92"/>
                  </a:cubicBezTo>
                  <a:cubicBezTo>
                    <a:pt x="74" y="82"/>
                    <a:pt x="74" y="82"/>
                    <a:pt x="74" y="82"/>
                  </a:cubicBezTo>
                  <a:cubicBezTo>
                    <a:pt x="54" y="82"/>
                    <a:pt x="54" y="82"/>
                    <a:pt x="54" y="82"/>
                  </a:cubicBezTo>
                  <a:cubicBezTo>
                    <a:pt x="27" y="92"/>
                    <a:pt x="27" y="92"/>
                    <a:pt x="27" y="92"/>
                  </a:cubicBezTo>
                  <a:close/>
                  <a:moveTo>
                    <a:pt x="69" y="42"/>
                  </a:moveTo>
                  <a:cubicBezTo>
                    <a:pt x="78" y="30"/>
                    <a:pt x="78" y="30"/>
                    <a:pt x="78" y="30"/>
                  </a:cubicBezTo>
                  <a:cubicBezTo>
                    <a:pt x="35" y="0"/>
                    <a:pt x="35" y="0"/>
                    <a:pt x="35" y="0"/>
                  </a:cubicBezTo>
                  <a:cubicBezTo>
                    <a:pt x="26" y="11"/>
                    <a:pt x="26" y="11"/>
                    <a:pt x="26" y="11"/>
                  </a:cubicBezTo>
                  <a:lnTo>
                    <a:pt x="69" y="4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3" name="Freeform 252">
              <a:extLst>
                <a:ext uri="{FF2B5EF4-FFF2-40B4-BE49-F238E27FC236}">
                  <a16:creationId xmlns:a16="http://schemas.microsoft.com/office/drawing/2014/main" id="{1B610723-12D5-462B-90FE-5AE1605607B9}"/>
                </a:ext>
              </a:extLst>
            </p:cNvPr>
            <p:cNvSpPr>
              <a:spLocks noEditPoints="1"/>
            </p:cNvSpPr>
            <p:nvPr/>
          </p:nvSpPr>
          <p:spPr bwMode="auto">
            <a:xfrm>
              <a:off x="8452379" y="3413373"/>
              <a:ext cx="206522" cy="302134"/>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3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4 h 107"/>
                <a:gd name="T86" fmla="*/ 2 w 73"/>
                <a:gd name="T87" fmla="*/ 27 h 107"/>
                <a:gd name="T88" fmla="*/ 8 w 73"/>
                <a:gd name="T89" fmla="*/ 52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3"/>
                    <a:pt x="52" y="43"/>
                    <a:pt x="52" y="43"/>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6"/>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4"/>
                  </a:cubicBezTo>
                  <a:cubicBezTo>
                    <a:pt x="10" y="9"/>
                    <a:pt x="4" y="16"/>
                    <a:pt x="2" y="27"/>
                  </a:cubicBezTo>
                  <a:cubicBezTo>
                    <a:pt x="0" y="36"/>
                    <a:pt x="4" y="44"/>
                    <a:pt x="8" y="52"/>
                  </a:cubicBezTo>
                  <a:cubicBezTo>
                    <a:pt x="10" y="58"/>
                    <a:pt x="13" y="64"/>
                    <a:pt x="15" y="7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4" name="Freeform 258">
              <a:extLst>
                <a:ext uri="{FF2B5EF4-FFF2-40B4-BE49-F238E27FC236}">
                  <a16:creationId xmlns:a16="http://schemas.microsoft.com/office/drawing/2014/main" id="{9BC3EFD0-7AFE-49DF-AB7F-BBE1971B3421}"/>
                </a:ext>
              </a:extLst>
            </p:cNvPr>
            <p:cNvSpPr>
              <a:spLocks/>
            </p:cNvSpPr>
            <p:nvPr/>
          </p:nvSpPr>
          <p:spPr bwMode="auto">
            <a:xfrm>
              <a:off x="4337463" y="1551275"/>
              <a:ext cx="286985" cy="258287"/>
            </a:xfrm>
            <a:custGeom>
              <a:avLst/>
              <a:gdLst>
                <a:gd name="T0" fmla="*/ 30 w 86"/>
                <a:gd name="T1" fmla="*/ 0 h 77"/>
                <a:gd name="T2" fmla="*/ 34 w 86"/>
                <a:gd name="T3" fmla="*/ 28 h 77"/>
                <a:gd name="T4" fmla="*/ 8 w 86"/>
                <a:gd name="T5" fmla="*/ 28 h 77"/>
                <a:gd name="T6" fmla="*/ 7 w 86"/>
                <a:gd name="T7" fmla="*/ 28 h 77"/>
                <a:gd name="T8" fmla="*/ 0 w 86"/>
                <a:gd name="T9" fmla="*/ 35 h 77"/>
                <a:gd name="T10" fmla="*/ 0 w 86"/>
                <a:gd name="T11" fmla="*/ 35 h 77"/>
                <a:gd name="T12" fmla="*/ 4 w 86"/>
                <a:gd name="T13" fmla="*/ 41 h 77"/>
                <a:gd name="T14" fmla="*/ 1 w 86"/>
                <a:gd name="T15" fmla="*/ 47 h 77"/>
                <a:gd name="T16" fmla="*/ 1 w 86"/>
                <a:gd name="T17" fmla="*/ 47 h 77"/>
                <a:gd name="T18" fmla="*/ 6 w 86"/>
                <a:gd name="T19" fmla="*/ 54 h 77"/>
                <a:gd name="T20" fmla="*/ 4 w 86"/>
                <a:gd name="T21" fmla="*/ 58 h 77"/>
                <a:gd name="T22" fmla="*/ 4 w 86"/>
                <a:gd name="T23" fmla="*/ 58 h 77"/>
                <a:gd name="T24" fmla="*/ 11 w 86"/>
                <a:gd name="T25" fmla="*/ 65 h 77"/>
                <a:gd name="T26" fmla="*/ 11 w 86"/>
                <a:gd name="T27" fmla="*/ 65 h 77"/>
                <a:gd name="T28" fmla="*/ 9 w 86"/>
                <a:gd name="T29" fmla="*/ 70 h 77"/>
                <a:gd name="T30" fmla="*/ 9 w 86"/>
                <a:gd name="T31" fmla="*/ 70 h 77"/>
                <a:gd name="T32" fmla="*/ 16 w 86"/>
                <a:gd name="T33" fmla="*/ 76 h 77"/>
                <a:gd name="T34" fmla="*/ 29 w 86"/>
                <a:gd name="T35" fmla="*/ 76 h 77"/>
                <a:gd name="T36" fmla="*/ 46 w 86"/>
                <a:gd name="T37" fmla="*/ 76 h 77"/>
                <a:gd name="T38" fmla="*/ 46 w 86"/>
                <a:gd name="T39" fmla="*/ 76 h 77"/>
                <a:gd name="T40" fmla="*/ 52 w 86"/>
                <a:gd name="T41" fmla="*/ 71 h 77"/>
                <a:gd name="T42" fmla="*/ 66 w 86"/>
                <a:gd name="T43" fmla="*/ 69 h 77"/>
                <a:gd name="T44" fmla="*/ 66 w 86"/>
                <a:gd name="T45" fmla="*/ 77 h 77"/>
                <a:gd name="T46" fmla="*/ 86 w 86"/>
                <a:gd name="T47" fmla="*/ 77 h 77"/>
                <a:gd name="T48" fmla="*/ 86 w 86"/>
                <a:gd name="T49" fmla="*/ 25 h 77"/>
                <a:gd name="T50" fmla="*/ 66 w 86"/>
                <a:gd name="T51" fmla="*/ 25 h 77"/>
                <a:gd name="T52" fmla="*/ 66 w 86"/>
                <a:gd name="T53" fmla="*/ 32 h 77"/>
                <a:gd name="T54" fmla="*/ 62 w 86"/>
                <a:gd name="T55" fmla="*/ 32 h 77"/>
                <a:gd name="T56" fmla="*/ 30 w 86"/>
                <a:gd name="T5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 h="77">
                  <a:moveTo>
                    <a:pt x="30" y="0"/>
                  </a:moveTo>
                  <a:cubicBezTo>
                    <a:pt x="2" y="7"/>
                    <a:pt x="34" y="28"/>
                    <a:pt x="34" y="28"/>
                  </a:cubicBezTo>
                  <a:cubicBezTo>
                    <a:pt x="8" y="28"/>
                    <a:pt x="8" y="28"/>
                    <a:pt x="8" y="28"/>
                  </a:cubicBezTo>
                  <a:cubicBezTo>
                    <a:pt x="7" y="28"/>
                    <a:pt x="7" y="28"/>
                    <a:pt x="7" y="28"/>
                  </a:cubicBezTo>
                  <a:cubicBezTo>
                    <a:pt x="3" y="28"/>
                    <a:pt x="0" y="31"/>
                    <a:pt x="0" y="35"/>
                  </a:cubicBezTo>
                  <a:cubicBezTo>
                    <a:pt x="0" y="35"/>
                    <a:pt x="0" y="35"/>
                    <a:pt x="0" y="35"/>
                  </a:cubicBezTo>
                  <a:cubicBezTo>
                    <a:pt x="0" y="38"/>
                    <a:pt x="2" y="40"/>
                    <a:pt x="4" y="41"/>
                  </a:cubicBezTo>
                  <a:cubicBezTo>
                    <a:pt x="2" y="42"/>
                    <a:pt x="1" y="45"/>
                    <a:pt x="1" y="47"/>
                  </a:cubicBezTo>
                  <a:cubicBezTo>
                    <a:pt x="1" y="47"/>
                    <a:pt x="1" y="47"/>
                    <a:pt x="1" y="47"/>
                  </a:cubicBezTo>
                  <a:cubicBezTo>
                    <a:pt x="1" y="50"/>
                    <a:pt x="3" y="53"/>
                    <a:pt x="6" y="54"/>
                  </a:cubicBezTo>
                  <a:cubicBezTo>
                    <a:pt x="5" y="55"/>
                    <a:pt x="4" y="56"/>
                    <a:pt x="4" y="58"/>
                  </a:cubicBezTo>
                  <a:cubicBezTo>
                    <a:pt x="4" y="58"/>
                    <a:pt x="4" y="58"/>
                    <a:pt x="4" y="58"/>
                  </a:cubicBezTo>
                  <a:cubicBezTo>
                    <a:pt x="4" y="62"/>
                    <a:pt x="7" y="65"/>
                    <a:pt x="11" y="65"/>
                  </a:cubicBezTo>
                  <a:cubicBezTo>
                    <a:pt x="11" y="65"/>
                    <a:pt x="11" y="65"/>
                    <a:pt x="11" y="65"/>
                  </a:cubicBezTo>
                  <a:cubicBezTo>
                    <a:pt x="10" y="66"/>
                    <a:pt x="9" y="68"/>
                    <a:pt x="9" y="70"/>
                  </a:cubicBezTo>
                  <a:cubicBezTo>
                    <a:pt x="9" y="70"/>
                    <a:pt x="9" y="70"/>
                    <a:pt x="9" y="70"/>
                  </a:cubicBezTo>
                  <a:cubicBezTo>
                    <a:pt x="9" y="73"/>
                    <a:pt x="12" y="76"/>
                    <a:pt x="16" y="76"/>
                  </a:cubicBezTo>
                  <a:cubicBezTo>
                    <a:pt x="29" y="76"/>
                    <a:pt x="29" y="76"/>
                    <a:pt x="29" y="76"/>
                  </a:cubicBezTo>
                  <a:cubicBezTo>
                    <a:pt x="46" y="76"/>
                    <a:pt x="46" y="76"/>
                    <a:pt x="46" y="76"/>
                  </a:cubicBezTo>
                  <a:cubicBezTo>
                    <a:pt x="46" y="76"/>
                    <a:pt x="46" y="76"/>
                    <a:pt x="46" y="76"/>
                  </a:cubicBezTo>
                  <a:cubicBezTo>
                    <a:pt x="52" y="71"/>
                    <a:pt x="52" y="71"/>
                    <a:pt x="52" y="71"/>
                  </a:cubicBezTo>
                  <a:cubicBezTo>
                    <a:pt x="66" y="69"/>
                    <a:pt x="66" y="69"/>
                    <a:pt x="66" y="69"/>
                  </a:cubicBezTo>
                  <a:cubicBezTo>
                    <a:pt x="66" y="77"/>
                    <a:pt x="66" y="77"/>
                    <a:pt x="66" y="77"/>
                  </a:cubicBezTo>
                  <a:cubicBezTo>
                    <a:pt x="86" y="77"/>
                    <a:pt x="86" y="77"/>
                    <a:pt x="86" y="77"/>
                  </a:cubicBezTo>
                  <a:cubicBezTo>
                    <a:pt x="86" y="25"/>
                    <a:pt x="86" y="25"/>
                    <a:pt x="86" y="25"/>
                  </a:cubicBezTo>
                  <a:cubicBezTo>
                    <a:pt x="66" y="25"/>
                    <a:pt x="66" y="25"/>
                    <a:pt x="66" y="25"/>
                  </a:cubicBezTo>
                  <a:cubicBezTo>
                    <a:pt x="66" y="32"/>
                    <a:pt x="66" y="32"/>
                    <a:pt x="66" y="32"/>
                  </a:cubicBezTo>
                  <a:cubicBezTo>
                    <a:pt x="62" y="32"/>
                    <a:pt x="62" y="32"/>
                    <a:pt x="62" y="32"/>
                  </a:cubicBezTo>
                  <a:cubicBezTo>
                    <a:pt x="58" y="16"/>
                    <a:pt x="32" y="17"/>
                    <a:pt x="3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5" name="Freeform 264">
              <a:extLst>
                <a:ext uri="{FF2B5EF4-FFF2-40B4-BE49-F238E27FC236}">
                  <a16:creationId xmlns:a16="http://schemas.microsoft.com/office/drawing/2014/main" id="{72D9E682-ED10-4EF6-8D1D-3CE75E5C64CB}"/>
                </a:ext>
              </a:extLst>
            </p:cNvPr>
            <p:cNvSpPr>
              <a:spLocks noEditPoints="1"/>
            </p:cNvSpPr>
            <p:nvPr/>
          </p:nvSpPr>
          <p:spPr bwMode="auto">
            <a:xfrm>
              <a:off x="3928435" y="3444513"/>
              <a:ext cx="239609" cy="268923"/>
            </a:xfrm>
            <a:custGeom>
              <a:avLst/>
              <a:gdLst>
                <a:gd name="T0" fmla="*/ 50 w 85"/>
                <a:gd name="T1" fmla="*/ 91 h 95"/>
                <a:gd name="T2" fmla="*/ 58 w 85"/>
                <a:gd name="T3" fmla="*/ 80 h 95"/>
                <a:gd name="T4" fmla="*/ 57 w 85"/>
                <a:gd name="T5" fmla="*/ 74 h 95"/>
                <a:gd name="T6" fmla="*/ 44 w 85"/>
                <a:gd name="T7" fmla="*/ 62 h 95"/>
                <a:gd name="T8" fmla="*/ 38 w 85"/>
                <a:gd name="T9" fmla="*/ 61 h 95"/>
                <a:gd name="T10" fmla="*/ 30 w 85"/>
                <a:gd name="T11" fmla="*/ 66 h 95"/>
                <a:gd name="T12" fmla="*/ 18 w 85"/>
                <a:gd name="T13" fmla="*/ 35 h 95"/>
                <a:gd name="T14" fmla="*/ 26 w 85"/>
                <a:gd name="T15" fmla="*/ 30 h 95"/>
                <a:gd name="T16" fmla="*/ 28 w 85"/>
                <a:gd name="T17" fmla="*/ 24 h 95"/>
                <a:gd name="T18" fmla="*/ 23 w 85"/>
                <a:gd name="T19" fmla="*/ 7 h 95"/>
                <a:gd name="T20" fmla="*/ 19 w 85"/>
                <a:gd name="T21" fmla="*/ 4 h 95"/>
                <a:gd name="T22" fmla="*/ 5 w 85"/>
                <a:gd name="T23" fmla="*/ 5 h 95"/>
                <a:gd name="T24" fmla="*/ 0 w 85"/>
                <a:gd name="T25" fmla="*/ 10 h 95"/>
                <a:gd name="T26" fmla="*/ 43 w 85"/>
                <a:gd name="T27" fmla="*/ 93 h 95"/>
                <a:gd name="T28" fmla="*/ 50 w 85"/>
                <a:gd name="T29" fmla="*/ 91 h 95"/>
                <a:gd name="T30" fmla="*/ 46 w 85"/>
                <a:gd name="T31" fmla="*/ 52 h 95"/>
                <a:gd name="T32" fmla="*/ 32 w 85"/>
                <a:gd name="T33" fmla="*/ 52 h 95"/>
                <a:gd name="T34" fmla="*/ 33 w 85"/>
                <a:gd name="T35" fmla="*/ 49 h 95"/>
                <a:gd name="T36" fmla="*/ 41 w 85"/>
                <a:gd name="T37" fmla="*/ 37 h 95"/>
                <a:gd name="T38" fmla="*/ 42 w 85"/>
                <a:gd name="T39" fmla="*/ 31 h 95"/>
                <a:gd name="T40" fmla="*/ 41 w 85"/>
                <a:gd name="T41" fmla="*/ 29 h 95"/>
                <a:gd name="T42" fmla="*/ 40 w 85"/>
                <a:gd name="T43" fmla="*/ 31 h 95"/>
                <a:gd name="T44" fmla="*/ 39 w 85"/>
                <a:gd name="T45" fmla="*/ 35 h 95"/>
                <a:gd name="T46" fmla="*/ 34 w 85"/>
                <a:gd name="T47" fmla="*/ 35 h 95"/>
                <a:gd name="T48" fmla="*/ 35 w 85"/>
                <a:gd name="T49" fmla="*/ 30 h 95"/>
                <a:gd name="T50" fmla="*/ 42 w 85"/>
                <a:gd name="T51" fmla="*/ 25 h 95"/>
                <a:gd name="T52" fmla="*/ 47 w 85"/>
                <a:gd name="T53" fmla="*/ 27 h 95"/>
                <a:gd name="T54" fmla="*/ 48 w 85"/>
                <a:gd name="T55" fmla="*/ 33 h 95"/>
                <a:gd name="T56" fmla="*/ 47 w 85"/>
                <a:gd name="T57" fmla="*/ 36 h 95"/>
                <a:gd name="T58" fmla="*/ 39 w 85"/>
                <a:gd name="T59" fmla="*/ 49 h 95"/>
                <a:gd name="T60" fmla="*/ 46 w 85"/>
                <a:gd name="T61" fmla="*/ 49 h 95"/>
                <a:gd name="T62" fmla="*/ 46 w 85"/>
                <a:gd name="T63" fmla="*/ 52 h 95"/>
                <a:gd name="T64" fmla="*/ 63 w 85"/>
                <a:gd name="T65" fmla="*/ 49 h 95"/>
                <a:gd name="T66" fmla="*/ 60 w 85"/>
                <a:gd name="T67" fmla="*/ 49 h 95"/>
                <a:gd name="T68" fmla="*/ 60 w 85"/>
                <a:gd name="T69" fmla="*/ 52 h 95"/>
                <a:gd name="T70" fmla="*/ 54 w 85"/>
                <a:gd name="T71" fmla="*/ 52 h 95"/>
                <a:gd name="T72" fmla="*/ 55 w 85"/>
                <a:gd name="T73" fmla="*/ 49 h 95"/>
                <a:gd name="T74" fmla="*/ 47 w 85"/>
                <a:gd name="T75" fmla="*/ 49 h 95"/>
                <a:gd name="T76" fmla="*/ 47 w 85"/>
                <a:gd name="T77" fmla="*/ 45 h 95"/>
                <a:gd name="T78" fmla="*/ 55 w 85"/>
                <a:gd name="T79" fmla="*/ 26 h 95"/>
                <a:gd name="T80" fmla="*/ 63 w 85"/>
                <a:gd name="T81" fmla="*/ 26 h 95"/>
                <a:gd name="T82" fmla="*/ 61 w 85"/>
                <a:gd name="T83" fmla="*/ 45 h 95"/>
                <a:gd name="T84" fmla="*/ 64 w 85"/>
                <a:gd name="T85" fmla="*/ 45 h 95"/>
                <a:gd name="T86" fmla="*/ 63 w 85"/>
                <a:gd name="T87" fmla="*/ 49 h 95"/>
                <a:gd name="T88" fmla="*/ 55 w 85"/>
                <a:gd name="T89" fmla="*/ 45 h 95"/>
                <a:gd name="T90" fmla="*/ 52 w 85"/>
                <a:gd name="T91" fmla="*/ 45 h 95"/>
                <a:gd name="T92" fmla="*/ 56 w 85"/>
                <a:gd name="T93" fmla="*/ 34 h 95"/>
                <a:gd name="T94" fmla="*/ 55 w 85"/>
                <a:gd name="T95" fmla="*/ 45 h 95"/>
                <a:gd name="T96" fmla="*/ 43 w 85"/>
                <a:gd name="T97" fmla="*/ 0 h 95"/>
                <a:gd name="T98" fmla="*/ 72 w 85"/>
                <a:gd name="T99" fmla="*/ 12 h 95"/>
                <a:gd name="T100" fmla="*/ 85 w 85"/>
                <a:gd name="T101" fmla="*/ 41 h 95"/>
                <a:gd name="T102" fmla="*/ 72 w 85"/>
                <a:gd name="T103" fmla="*/ 70 h 95"/>
                <a:gd name="T104" fmla="*/ 65 w 85"/>
                <a:gd name="T105" fmla="*/ 75 h 95"/>
                <a:gd name="T106" fmla="*/ 64 w 85"/>
                <a:gd name="T107" fmla="*/ 72 h 95"/>
                <a:gd name="T108" fmla="*/ 59 w 85"/>
                <a:gd name="T109" fmla="*/ 68 h 95"/>
                <a:gd name="T110" fmla="*/ 66 w 85"/>
                <a:gd name="T111" fmla="*/ 63 h 95"/>
                <a:gd name="T112" fmla="*/ 75 w 85"/>
                <a:gd name="T113" fmla="*/ 41 h 95"/>
                <a:gd name="T114" fmla="*/ 66 w 85"/>
                <a:gd name="T115" fmla="*/ 18 h 95"/>
                <a:gd name="T116" fmla="*/ 43 w 85"/>
                <a:gd name="T117" fmla="*/ 9 h 95"/>
                <a:gd name="T118" fmla="*/ 31 w 85"/>
                <a:gd name="T119" fmla="*/ 11 h 95"/>
                <a:gd name="T120" fmla="*/ 30 w 85"/>
                <a:gd name="T121" fmla="*/ 5 h 95"/>
                <a:gd name="T122" fmla="*/ 28 w 85"/>
                <a:gd name="T123" fmla="*/ 2 h 95"/>
                <a:gd name="T124" fmla="*/ 43 w 85"/>
                <a:gd name="T125"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5" h="95">
                  <a:moveTo>
                    <a:pt x="50" y="91"/>
                  </a:moveTo>
                  <a:cubicBezTo>
                    <a:pt x="53" y="87"/>
                    <a:pt x="55" y="83"/>
                    <a:pt x="58" y="80"/>
                  </a:cubicBezTo>
                  <a:cubicBezTo>
                    <a:pt x="59" y="78"/>
                    <a:pt x="58" y="76"/>
                    <a:pt x="57" y="74"/>
                  </a:cubicBezTo>
                  <a:cubicBezTo>
                    <a:pt x="52" y="70"/>
                    <a:pt x="48" y="66"/>
                    <a:pt x="44" y="62"/>
                  </a:cubicBezTo>
                  <a:cubicBezTo>
                    <a:pt x="42" y="60"/>
                    <a:pt x="40" y="60"/>
                    <a:pt x="38" y="61"/>
                  </a:cubicBezTo>
                  <a:cubicBezTo>
                    <a:pt x="36" y="62"/>
                    <a:pt x="33" y="64"/>
                    <a:pt x="30" y="66"/>
                  </a:cubicBezTo>
                  <a:cubicBezTo>
                    <a:pt x="21" y="52"/>
                    <a:pt x="20" y="45"/>
                    <a:pt x="18" y="35"/>
                  </a:cubicBezTo>
                  <a:cubicBezTo>
                    <a:pt x="20" y="33"/>
                    <a:pt x="23" y="31"/>
                    <a:pt x="26" y="30"/>
                  </a:cubicBezTo>
                  <a:cubicBezTo>
                    <a:pt x="28" y="29"/>
                    <a:pt x="28" y="27"/>
                    <a:pt x="28" y="24"/>
                  </a:cubicBezTo>
                  <a:cubicBezTo>
                    <a:pt x="26" y="19"/>
                    <a:pt x="24" y="13"/>
                    <a:pt x="23" y="7"/>
                  </a:cubicBezTo>
                  <a:cubicBezTo>
                    <a:pt x="22" y="5"/>
                    <a:pt x="21" y="3"/>
                    <a:pt x="19" y="4"/>
                  </a:cubicBezTo>
                  <a:cubicBezTo>
                    <a:pt x="14" y="4"/>
                    <a:pt x="9" y="4"/>
                    <a:pt x="5" y="5"/>
                  </a:cubicBezTo>
                  <a:cubicBezTo>
                    <a:pt x="1" y="5"/>
                    <a:pt x="0" y="7"/>
                    <a:pt x="0" y="10"/>
                  </a:cubicBezTo>
                  <a:cubicBezTo>
                    <a:pt x="2" y="45"/>
                    <a:pt x="15" y="77"/>
                    <a:pt x="43" y="93"/>
                  </a:cubicBezTo>
                  <a:cubicBezTo>
                    <a:pt x="46" y="95"/>
                    <a:pt x="48" y="95"/>
                    <a:pt x="50" y="91"/>
                  </a:cubicBezTo>
                  <a:close/>
                  <a:moveTo>
                    <a:pt x="46" y="52"/>
                  </a:moveTo>
                  <a:cubicBezTo>
                    <a:pt x="32" y="52"/>
                    <a:pt x="32" y="52"/>
                    <a:pt x="32" y="52"/>
                  </a:cubicBezTo>
                  <a:cubicBezTo>
                    <a:pt x="33" y="49"/>
                    <a:pt x="33" y="49"/>
                    <a:pt x="33" y="49"/>
                  </a:cubicBezTo>
                  <a:cubicBezTo>
                    <a:pt x="41" y="37"/>
                    <a:pt x="41" y="37"/>
                    <a:pt x="41" y="37"/>
                  </a:cubicBezTo>
                  <a:cubicBezTo>
                    <a:pt x="41" y="35"/>
                    <a:pt x="42" y="34"/>
                    <a:pt x="42" y="31"/>
                  </a:cubicBezTo>
                  <a:cubicBezTo>
                    <a:pt x="42" y="30"/>
                    <a:pt x="42" y="29"/>
                    <a:pt x="41" y="29"/>
                  </a:cubicBezTo>
                  <a:cubicBezTo>
                    <a:pt x="41" y="29"/>
                    <a:pt x="40" y="30"/>
                    <a:pt x="40" y="31"/>
                  </a:cubicBezTo>
                  <a:cubicBezTo>
                    <a:pt x="39" y="35"/>
                    <a:pt x="39" y="35"/>
                    <a:pt x="39" y="35"/>
                  </a:cubicBezTo>
                  <a:cubicBezTo>
                    <a:pt x="34" y="35"/>
                    <a:pt x="34" y="35"/>
                    <a:pt x="34" y="35"/>
                  </a:cubicBezTo>
                  <a:cubicBezTo>
                    <a:pt x="35" y="30"/>
                    <a:pt x="35" y="30"/>
                    <a:pt x="35" y="30"/>
                  </a:cubicBezTo>
                  <a:cubicBezTo>
                    <a:pt x="35" y="27"/>
                    <a:pt x="38" y="25"/>
                    <a:pt x="42" y="25"/>
                  </a:cubicBezTo>
                  <a:cubicBezTo>
                    <a:pt x="45" y="25"/>
                    <a:pt x="46" y="26"/>
                    <a:pt x="47" y="27"/>
                  </a:cubicBezTo>
                  <a:cubicBezTo>
                    <a:pt x="48" y="28"/>
                    <a:pt x="48" y="31"/>
                    <a:pt x="48" y="33"/>
                  </a:cubicBezTo>
                  <a:cubicBezTo>
                    <a:pt x="48" y="35"/>
                    <a:pt x="47" y="36"/>
                    <a:pt x="47" y="36"/>
                  </a:cubicBezTo>
                  <a:cubicBezTo>
                    <a:pt x="39" y="49"/>
                    <a:pt x="39" y="49"/>
                    <a:pt x="39" y="49"/>
                  </a:cubicBezTo>
                  <a:cubicBezTo>
                    <a:pt x="46" y="49"/>
                    <a:pt x="46" y="49"/>
                    <a:pt x="46" y="49"/>
                  </a:cubicBezTo>
                  <a:cubicBezTo>
                    <a:pt x="46" y="52"/>
                    <a:pt x="46" y="52"/>
                    <a:pt x="46" y="52"/>
                  </a:cubicBezTo>
                  <a:close/>
                  <a:moveTo>
                    <a:pt x="63" y="49"/>
                  </a:moveTo>
                  <a:cubicBezTo>
                    <a:pt x="60" y="49"/>
                    <a:pt x="60" y="49"/>
                    <a:pt x="60" y="49"/>
                  </a:cubicBezTo>
                  <a:cubicBezTo>
                    <a:pt x="60" y="52"/>
                    <a:pt x="60" y="52"/>
                    <a:pt x="60" y="52"/>
                  </a:cubicBezTo>
                  <a:cubicBezTo>
                    <a:pt x="54" y="52"/>
                    <a:pt x="54" y="52"/>
                    <a:pt x="54" y="52"/>
                  </a:cubicBezTo>
                  <a:cubicBezTo>
                    <a:pt x="55" y="49"/>
                    <a:pt x="55" y="49"/>
                    <a:pt x="55" y="49"/>
                  </a:cubicBezTo>
                  <a:cubicBezTo>
                    <a:pt x="47" y="49"/>
                    <a:pt x="47" y="49"/>
                    <a:pt x="47" y="49"/>
                  </a:cubicBezTo>
                  <a:cubicBezTo>
                    <a:pt x="47" y="45"/>
                    <a:pt x="47" y="45"/>
                    <a:pt x="47" y="45"/>
                  </a:cubicBezTo>
                  <a:cubicBezTo>
                    <a:pt x="55" y="26"/>
                    <a:pt x="55" y="26"/>
                    <a:pt x="55" y="26"/>
                  </a:cubicBezTo>
                  <a:cubicBezTo>
                    <a:pt x="63" y="26"/>
                    <a:pt x="63" y="26"/>
                    <a:pt x="63" y="26"/>
                  </a:cubicBezTo>
                  <a:cubicBezTo>
                    <a:pt x="61" y="45"/>
                    <a:pt x="61" y="45"/>
                    <a:pt x="61" y="45"/>
                  </a:cubicBezTo>
                  <a:cubicBezTo>
                    <a:pt x="64" y="45"/>
                    <a:pt x="64" y="45"/>
                    <a:pt x="64" y="45"/>
                  </a:cubicBezTo>
                  <a:cubicBezTo>
                    <a:pt x="63" y="49"/>
                    <a:pt x="63" y="49"/>
                    <a:pt x="63" y="49"/>
                  </a:cubicBezTo>
                  <a:close/>
                  <a:moveTo>
                    <a:pt x="55" y="45"/>
                  </a:moveTo>
                  <a:cubicBezTo>
                    <a:pt x="52" y="45"/>
                    <a:pt x="52" y="45"/>
                    <a:pt x="52" y="45"/>
                  </a:cubicBezTo>
                  <a:cubicBezTo>
                    <a:pt x="56" y="34"/>
                    <a:pt x="56" y="34"/>
                    <a:pt x="56" y="34"/>
                  </a:cubicBezTo>
                  <a:cubicBezTo>
                    <a:pt x="55" y="45"/>
                    <a:pt x="55" y="45"/>
                    <a:pt x="55" y="45"/>
                  </a:cubicBezTo>
                  <a:close/>
                  <a:moveTo>
                    <a:pt x="43" y="0"/>
                  </a:moveTo>
                  <a:cubicBezTo>
                    <a:pt x="55" y="0"/>
                    <a:pt x="65" y="4"/>
                    <a:pt x="72" y="12"/>
                  </a:cubicBezTo>
                  <a:cubicBezTo>
                    <a:pt x="80" y="19"/>
                    <a:pt x="85" y="29"/>
                    <a:pt x="85" y="41"/>
                  </a:cubicBezTo>
                  <a:cubicBezTo>
                    <a:pt x="85" y="52"/>
                    <a:pt x="80" y="62"/>
                    <a:pt x="72" y="70"/>
                  </a:cubicBezTo>
                  <a:cubicBezTo>
                    <a:pt x="70" y="72"/>
                    <a:pt x="68" y="74"/>
                    <a:pt x="65" y="75"/>
                  </a:cubicBezTo>
                  <a:cubicBezTo>
                    <a:pt x="65" y="74"/>
                    <a:pt x="65" y="73"/>
                    <a:pt x="64" y="72"/>
                  </a:cubicBezTo>
                  <a:cubicBezTo>
                    <a:pt x="59" y="68"/>
                    <a:pt x="59" y="68"/>
                    <a:pt x="59" y="68"/>
                  </a:cubicBezTo>
                  <a:cubicBezTo>
                    <a:pt x="62" y="67"/>
                    <a:pt x="64" y="65"/>
                    <a:pt x="66" y="63"/>
                  </a:cubicBezTo>
                  <a:cubicBezTo>
                    <a:pt x="72" y="57"/>
                    <a:pt x="75" y="49"/>
                    <a:pt x="75" y="41"/>
                  </a:cubicBezTo>
                  <a:cubicBezTo>
                    <a:pt x="75" y="32"/>
                    <a:pt x="72" y="24"/>
                    <a:pt x="66" y="18"/>
                  </a:cubicBezTo>
                  <a:cubicBezTo>
                    <a:pt x="60" y="12"/>
                    <a:pt x="52" y="9"/>
                    <a:pt x="43" y="9"/>
                  </a:cubicBezTo>
                  <a:cubicBezTo>
                    <a:pt x="39" y="9"/>
                    <a:pt x="35" y="10"/>
                    <a:pt x="31" y="11"/>
                  </a:cubicBezTo>
                  <a:cubicBezTo>
                    <a:pt x="30" y="5"/>
                    <a:pt x="30" y="5"/>
                    <a:pt x="30" y="5"/>
                  </a:cubicBezTo>
                  <a:cubicBezTo>
                    <a:pt x="29" y="4"/>
                    <a:pt x="29" y="3"/>
                    <a:pt x="28" y="2"/>
                  </a:cubicBezTo>
                  <a:cubicBezTo>
                    <a:pt x="33" y="1"/>
                    <a:pt x="38" y="0"/>
                    <a:pt x="4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6" name="Freeform 266">
              <a:extLst>
                <a:ext uri="{FF2B5EF4-FFF2-40B4-BE49-F238E27FC236}">
                  <a16:creationId xmlns:a16="http://schemas.microsoft.com/office/drawing/2014/main" id="{B5B828DC-DB3B-4E84-9A03-FAB9AE55146A}"/>
                </a:ext>
              </a:extLst>
            </p:cNvPr>
            <p:cNvSpPr>
              <a:spLocks noEditPoints="1"/>
            </p:cNvSpPr>
            <p:nvPr/>
          </p:nvSpPr>
          <p:spPr bwMode="auto">
            <a:xfrm>
              <a:off x="7945399" y="1583320"/>
              <a:ext cx="293602" cy="220202"/>
            </a:xfrm>
            <a:custGeom>
              <a:avLst/>
              <a:gdLst>
                <a:gd name="T0" fmla="*/ 3 w 108"/>
                <a:gd name="T1" fmla="*/ 54 h 81"/>
                <a:gd name="T2" fmla="*/ 21 w 108"/>
                <a:gd name="T3" fmla="*/ 47 h 81"/>
                <a:gd name="T4" fmla="*/ 26 w 108"/>
                <a:gd name="T5" fmla="*/ 43 h 81"/>
                <a:gd name="T6" fmla="*/ 35 w 108"/>
                <a:gd name="T7" fmla="*/ 62 h 81"/>
                <a:gd name="T8" fmla="*/ 43 w 108"/>
                <a:gd name="T9" fmla="*/ 43 h 81"/>
                <a:gd name="T10" fmla="*/ 48 w 108"/>
                <a:gd name="T11" fmla="*/ 47 h 81"/>
                <a:gd name="T12" fmla="*/ 60 w 108"/>
                <a:gd name="T13" fmla="*/ 51 h 81"/>
                <a:gd name="T14" fmla="*/ 61 w 108"/>
                <a:gd name="T15" fmla="*/ 50 h 81"/>
                <a:gd name="T16" fmla="*/ 72 w 108"/>
                <a:gd name="T17" fmla="*/ 46 h 81"/>
                <a:gd name="T18" fmla="*/ 84 w 108"/>
                <a:gd name="T19" fmla="*/ 60 h 81"/>
                <a:gd name="T20" fmla="*/ 96 w 108"/>
                <a:gd name="T21" fmla="*/ 46 h 81"/>
                <a:gd name="T22" fmla="*/ 105 w 108"/>
                <a:gd name="T23" fmla="*/ 48 h 81"/>
                <a:gd name="T24" fmla="*/ 108 w 108"/>
                <a:gd name="T25" fmla="*/ 71 h 81"/>
                <a:gd name="T26" fmla="*/ 70 w 108"/>
                <a:gd name="T27" fmla="*/ 71 h 81"/>
                <a:gd name="T28" fmla="*/ 70 w 108"/>
                <a:gd name="T29" fmla="*/ 81 h 81"/>
                <a:gd name="T30" fmla="*/ 0 w 108"/>
                <a:gd name="T31" fmla="*/ 81 h 81"/>
                <a:gd name="T32" fmla="*/ 3 w 108"/>
                <a:gd name="T33" fmla="*/ 54 h 81"/>
                <a:gd name="T34" fmla="*/ 74 w 108"/>
                <a:gd name="T35" fmla="*/ 26 h 81"/>
                <a:gd name="T36" fmla="*/ 94 w 108"/>
                <a:gd name="T37" fmla="*/ 24 h 81"/>
                <a:gd name="T38" fmla="*/ 92 w 108"/>
                <a:gd name="T39" fmla="*/ 37 h 81"/>
                <a:gd name="T40" fmla="*/ 89 w 108"/>
                <a:gd name="T41" fmla="*/ 41 h 81"/>
                <a:gd name="T42" fmla="*/ 99 w 108"/>
                <a:gd name="T43" fmla="*/ 42 h 81"/>
                <a:gd name="T44" fmla="*/ 98 w 108"/>
                <a:gd name="T45" fmla="*/ 31 h 81"/>
                <a:gd name="T46" fmla="*/ 69 w 108"/>
                <a:gd name="T47" fmla="*/ 31 h 81"/>
                <a:gd name="T48" fmla="*/ 68 w 108"/>
                <a:gd name="T49" fmla="*/ 42 h 81"/>
                <a:gd name="T50" fmla="*/ 78 w 108"/>
                <a:gd name="T51" fmla="*/ 41 h 81"/>
                <a:gd name="T52" fmla="*/ 75 w 108"/>
                <a:gd name="T53" fmla="*/ 37 h 81"/>
                <a:gd name="T54" fmla="*/ 74 w 108"/>
                <a:gd name="T55" fmla="*/ 26 h 81"/>
                <a:gd name="T56" fmla="*/ 74 w 108"/>
                <a:gd name="T57" fmla="*/ 26 h 81"/>
                <a:gd name="T58" fmla="*/ 22 w 108"/>
                <a:gd name="T59" fmla="*/ 30 h 81"/>
                <a:gd name="T60" fmla="*/ 23 w 108"/>
                <a:gd name="T61" fmla="*/ 15 h 81"/>
                <a:gd name="T62" fmla="*/ 47 w 108"/>
                <a:gd name="T63" fmla="*/ 15 h 81"/>
                <a:gd name="T64" fmla="*/ 48 w 108"/>
                <a:gd name="T65" fmla="*/ 31 h 81"/>
                <a:gd name="T66" fmla="*/ 52 w 108"/>
                <a:gd name="T67" fmla="*/ 25 h 81"/>
                <a:gd name="T68" fmla="*/ 50 w 108"/>
                <a:gd name="T69" fmla="*/ 8 h 81"/>
                <a:gd name="T70" fmla="*/ 20 w 108"/>
                <a:gd name="T71" fmla="*/ 6 h 81"/>
                <a:gd name="T72" fmla="*/ 18 w 108"/>
                <a:gd name="T73" fmla="*/ 27 h 81"/>
                <a:gd name="T74" fmla="*/ 22 w 108"/>
                <a:gd name="T75"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81">
                  <a:moveTo>
                    <a:pt x="3" y="54"/>
                  </a:moveTo>
                  <a:cubicBezTo>
                    <a:pt x="9" y="51"/>
                    <a:pt x="15" y="49"/>
                    <a:pt x="21" y="47"/>
                  </a:cubicBezTo>
                  <a:cubicBezTo>
                    <a:pt x="23" y="45"/>
                    <a:pt x="24" y="44"/>
                    <a:pt x="26" y="43"/>
                  </a:cubicBezTo>
                  <a:cubicBezTo>
                    <a:pt x="35" y="62"/>
                    <a:pt x="35" y="62"/>
                    <a:pt x="35" y="62"/>
                  </a:cubicBezTo>
                  <a:cubicBezTo>
                    <a:pt x="43" y="43"/>
                    <a:pt x="43" y="43"/>
                    <a:pt x="43" y="43"/>
                  </a:cubicBezTo>
                  <a:cubicBezTo>
                    <a:pt x="45" y="44"/>
                    <a:pt x="46" y="46"/>
                    <a:pt x="48" y="47"/>
                  </a:cubicBezTo>
                  <a:cubicBezTo>
                    <a:pt x="60" y="51"/>
                    <a:pt x="60" y="51"/>
                    <a:pt x="60" y="51"/>
                  </a:cubicBezTo>
                  <a:cubicBezTo>
                    <a:pt x="60" y="51"/>
                    <a:pt x="61" y="50"/>
                    <a:pt x="61" y="50"/>
                  </a:cubicBezTo>
                  <a:cubicBezTo>
                    <a:pt x="65" y="48"/>
                    <a:pt x="69" y="47"/>
                    <a:pt x="72" y="46"/>
                  </a:cubicBezTo>
                  <a:cubicBezTo>
                    <a:pt x="75" y="52"/>
                    <a:pt x="79" y="57"/>
                    <a:pt x="84" y="60"/>
                  </a:cubicBezTo>
                  <a:cubicBezTo>
                    <a:pt x="89" y="57"/>
                    <a:pt x="93" y="52"/>
                    <a:pt x="96" y="46"/>
                  </a:cubicBezTo>
                  <a:cubicBezTo>
                    <a:pt x="99" y="47"/>
                    <a:pt x="102" y="48"/>
                    <a:pt x="105" y="48"/>
                  </a:cubicBezTo>
                  <a:cubicBezTo>
                    <a:pt x="108" y="53"/>
                    <a:pt x="108" y="64"/>
                    <a:pt x="108" y="71"/>
                  </a:cubicBezTo>
                  <a:cubicBezTo>
                    <a:pt x="70" y="71"/>
                    <a:pt x="70" y="71"/>
                    <a:pt x="70" y="71"/>
                  </a:cubicBezTo>
                  <a:cubicBezTo>
                    <a:pt x="70" y="74"/>
                    <a:pt x="70" y="77"/>
                    <a:pt x="70" y="81"/>
                  </a:cubicBezTo>
                  <a:cubicBezTo>
                    <a:pt x="47" y="81"/>
                    <a:pt x="24" y="81"/>
                    <a:pt x="0" y="81"/>
                  </a:cubicBezTo>
                  <a:cubicBezTo>
                    <a:pt x="0" y="68"/>
                    <a:pt x="1" y="58"/>
                    <a:pt x="3" y="54"/>
                  </a:cubicBezTo>
                  <a:close/>
                  <a:moveTo>
                    <a:pt x="74" y="26"/>
                  </a:moveTo>
                  <a:cubicBezTo>
                    <a:pt x="79" y="27"/>
                    <a:pt x="89" y="26"/>
                    <a:pt x="94" y="24"/>
                  </a:cubicBezTo>
                  <a:cubicBezTo>
                    <a:pt x="94" y="27"/>
                    <a:pt x="94" y="32"/>
                    <a:pt x="92" y="37"/>
                  </a:cubicBezTo>
                  <a:cubicBezTo>
                    <a:pt x="91" y="39"/>
                    <a:pt x="90" y="40"/>
                    <a:pt x="89" y="41"/>
                  </a:cubicBezTo>
                  <a:cubicBezTo>
                    <a:pt x="99" y="42"/>
                    <a:pt x="99" y="42"/>
                    <a:pt x="99" y="42"/>
                  </a:cubicBezTo>
                  <a:cubicBezTo>
                    <a:pt x="99" y="42"/>
                    <a:pt x="98" y="33"/>
                    <a:pt x="98" y="31"/>
                  </a:cubicBezTo>
                  <a:cubicBezTo>
                    <a:pt x="102" y="2"/>
                    <a:pt x="65" y="2"/>
                    <a:pt x="69" y="31"/>
                  </a:cubicBezTo>
                  <a:cubicBezTo>
                    <a:pt x="69" y="33"/>
                    <a:pt x="68" y="42"/>
                    <a:pt x="68" y="42"/>
                  </a:cubicBezTo>
                  <a:cubicBezTo>
                    <a:pt x="78" y="41"/>
                    <a:pt x="78" y="41"/>
                    <a:pt x="78" y="41"/>
                  </a:cubicBezTo>
                  <a:cubicBezTo>
                    <a:pt x="77" y="40"/>
                    <a:pt x="76" y="39"/>
                    <a:pt x="75" y="37"/>
                  </a:cubicBezTo>
                  <a:cubicBezTo>
                    <a:pt x="74" y="33"/>
                    <a:pt x="73" y="29"/>
                    <a:pt x="74" y="26"/>
                  </a:cubicBezTo>
                  <a:cubicBezTo>
                    <a:pt x="74" y="26"/>
                    <a:pt x="74" y="26"/>
                    <a:pt x="74" y="26"/>
                  </a:cubicBezTo>
                  <a:close/>
                  <a:moveTo>
                    <a:pt x="22" y="30"/>
                  </a:moveTo>
                  <a:cubicBezTo>
                    <a:pt x="21" y="25"/>
                    <a:pt x="21" y="21"/>
                    <a:pt x="23" y="15"/>
                  </a:cubicBezTo>
                  <a:cubicBezTo>
                    <a:pt x="29" y="11"/>
                    <a:pt x="37" y="17"/>
                    <a:pt x="47" y="15"/>
                  </a:cubicBezTo>
                  <a:cubicBezTo>
                    <a:pt x="48" y="20"/>
                    <a:pt x="48" y="24"/>
                    <a:pt x="48" y="31"/>
                  </a:cubicBezTo>
                  <a:cubicBezTo>
                    <a:pt x="48" y="31"/>
                    <a:pt x="52" y="27"/>
                    <a:pt x="52" y="25"/>
                  </a:cubicBezTo>
                  <a:cubicBezTo>
                    <a:pt x="53" y="22"/>
                    <a:pt x="52" y="10"/>
                    <a:pt x="50" y="8"/>
                  </a:cubicBezTo>
                  <a:cubicBezTo>
                    <a:pt x="45" y="0"/>
                    <a:pt x="26" y="0"/>
                    <a:pt x="20" y="6"/>
                  </a:cubicBezTo>
                  <a:cubicBezTo>
                    <a:pt x="18" y="8"/>
                    <a:pt x="16" y="25"/>
                    <a:pt x="18" y="27"/>
                  </a:cubicBezTo>
                  <a:cubicBezTo>
                    <a:pt x="20" y="29"/>
                    <a:pt x="22" y="30"/>
                    <a:pt x="22" y="3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7" name="Freeform 269">
              <a:extLst>
                <a:ext uri="{FF2B5EF4-FFF2-40B4-BE49-F238E27FC236}">
                  <a16:creationId xmlns:a16="http://schemas.microsoft.com/office/drawing/2014/main" id="{0B2C6C76-C545-4A38-B785-79ECB66BC8EC}"/>
                </a:ext>
              </a:extLst>
            </p:cNvPr>
            <p:cNvSpPr>
              <a:spLocks noEditPoints="1"/>
            </p:cNvSpPr>
            <p:nvPr/>
          </p:nvSpPr>
          <p:spPr bwMode="auto">
            <a:xfrm>
              <a:off x="6444927" y="2507312"/>
              <a:ext cx="320675" cy="328613"/>
            </a:xfrm>
            <a:custGeom>
              <a:avLst/>
              <a:gdLst>
                <a:gd name="T0" fmla="*/ 81 w 91"/>
                <a:gd name="T1" fmla="*/ 44 h 93"/>
                <a:gd name="T2" fmla="*/ 88 w 91"/>
                <a:gd name="T3" fmla="*/ 37 h 93"/>
                <a:gd name="T4" fmla="*/ 88 w 91"/>
                <a:gd name="T5" fmla="*/ 23 h 93"/>
                <a:gd name="T6" fmla="*/ 68 w 91"/>
                <a:gd name="T7" fmla="*/ 4 h 93"/>
                <a:gd name="T8" fmla="*/ 54 w 91"/>
                <a:gd name="T9" fmla="*/ 4 h 93"/>
                <a:gd name="T10" fmla="*/ 47 w 91"/>
                <a:gd name="T11" fmla="*/ 10 h 93"/>
                <a:gd name="T12" fmla="*/ 81 w 91"/>
                <a:gd name="T13" fmla="*/ 44 h 93"/>
                <a:gd name="T14" fmla="*/ 52 w 91"/>
                <a:gd name="T15" fmla="*/ 23 h 93"/>
                <a:gd name="T16" fmla="*/ 68 w 91"/>
                <a:gd name="T17" fmla="*/ 39 h 93"/>
                <a:gd name="T18" fmla="*/ 77 w 91"/>
                <a:gd name="T19" fmla="*/ 47 h 93"/>
                <a:gd name="T20" fmla="*/ 43 w 91"/>
                <a:gd name="T21" fmla="*/ 81 h 93"/>
                <a:gd name="T22" fmla="*/ 35 w 91"/>
                <a:gd name="T23" fmla="*/ 72 h 93"/>
                <a:gd name="T24" fmla="*/ 19 w 91"/>
                <a:gd name="T25" fmla="*/ 58 h 93"/>
                <a:gd name="T26" fmla="*/ 42 w 91"/>
                <a:gd name="T27" fmla="*/ 36 h 93"/>
                <a:gd name="T28" fmla="*/ 40 w 91"/>
                <a:gd name="T29" fmla="*/ 34 h 93"/>
                <a:gd name="T30" fmla="*/ 16 w 91"/>
                <a:gd name="T31" fmla="*/ 57 h 93"/>
                <a:gd name="T32" fmla="*/ 10 w 91"/>
                <a:gd name="T33" fmla="*/ 48 h 93"/>
                <a:gd name="T34" fmla="*/ 44 w 91"/>
                <a:gd name="T35" fmla="*/ 14 h 93"/>
                <a:gd name="T36" fmla="*/ 52 w 91"/>
                <a:gd name="T37" fmla="*/ 23 h 93"/>
                <a:gd name="T38" fmla="*/ 4 w 91"/>
                <a:gd name="T39" fmla="*/ 68 h 93"/>
                <a:gd name="T40" fmla="*/ 0 w 91"/>
                <a:gd name="T41" fmla="*/ 86 h 93"/>
                <a:gd name="T42" fmla="*/ 7 w 91"/>
                <a:gd name="T43" fmla="*/ 93 h 93"/>
                <a:gd name="T44" fmla="*/ 25 w 91"/>
                <a:gd name="T45" fmla="*/ 89 h 93"/>
                <a:gd name="T46" fmla="*/ 4 w 91"/>
                <a:gd name="T47" fmla="*/ 6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1" h="93">
                  <a:moveTo>
                    <a:pt x="81" y="44"/>
                  </a:moveTo>
                  <a:cubicBezTo>
                    <a:pt x="88" y="37"/>
                    <a:pt x="88" y="37"/>
                    <a:pt x="88" y="37"/>
                  </a:cubicBezTo>
                  <a:cubicBezTo>
                    <a:pt x="91" y="33"/>
                    <a:pt x="91" y="27"/>
                    <a:pt x="88" y="23"/>
                  </a:cubicBezTo>
                  <a:cubicBezTo>
                    <a:pt x="68" y="4"/>
                    <a:pt x="68" y="4"/>
                    <a:pt x="68" y="4"/>
                  </a:cubicBezTo>
                  <a:cubicBezTo>
                    <a:pt x="64" y="0"/>
                    <a:pt x="58" y="0"/>
                    <a:pt x="54" y="4"/>
                  </a:cubicBezTo>
                  <a:cubicBezTo>
                    <a:pt x="47" y="10"/>
                    <a:pt x="47" y="10"/>
                    <a:pt x="47" y="10"/>
                  </a:cubicBezTo>
                  <a:cubicBezTo>
                    <a:pt x="81" y="44"/>
                    <a:pt x="81" y="44"/>
                    <a:pt x="81" y="44"/>
                  </a:cubicBezTo>
                  <a:close/>
                  <a:moveTo>
                    <a:pt x="52" y="23"/>
                  </a:moveTo>
                  <a:cubicBezTo>
                    <a:pt x="68" y="39"/>
                    <a:pt x="68" y="39"/>
                    <a:pt x="68" y="39"/>
                  </a:cubicBezTo>
                  <a:cubicBezTo>
                    <a:pt x="77" y="47"/>
                    <a:pt x="77" y="47"/>
                    <a:pt x="77" y="47"/>
                  </a:cubicBezTo>
                  <a:cubicBezTo>
                    <a:pt x="43" y="81"/>
                    <a:pt x="43" y="81"/>
                    <a:pt x="43" y="81"/>
                  </a:cubicBezTo>
                  <a:cubicBezTo>
                    <a:pt x="35" y="83"/>
                    <a:pt x="33" y="79"/>
                    <a:pt x="35" y="72"/>
                  </a:cubicBezTo>
                  <a:cubicBezTo>
                    <a:pt x="26" y="71"/>
                    <a:pt x="20" y="68"/>
                    <a:pt x="19" y="58"/>
                  </a:cubicBezTo>
                  <a:cubicBezTo>
                    <a:pt x="42" y="36"/>
                    <a:pt x="42" y="36"/>
                    <a:pt x="42" y="36"/>
                  </a:cubicBezTo>
                  <a:cubicBezTo>
                    <a:pt x="40" y="34"/>
                    <a:pt x="40" y="34"/>
                    <a:pt x="40" y="34"/>
                  </a:cubicBezTo>
                  <a:cubicBezTo>
                    <a:pt x="16" y="57"/>
                    <a:pt x="16" y="57"/>
                    <a:pt x="16" y="57"/>
                  </a:cubicBezTo>
                  <a:cubicBezTo>
                    <a:pt x="10" y="57"/>
                    <a:pt x="9" y="54"/>
                    <a:pt x="10" y="48"/>
                  </a:cubicBezTo>
                  <a:cubicBezTo>
                    <a:pt x="21" y="37"/>
                    <a:pt x="33" y="25"/>
                    <a:pt x="44" y="14"/>
                  </a:cubicBezTo>
                  <a:cubicBezTo>
                    <a:pt x="52" y="23"/>
                    <a:pt x="52" y="23"/>
                    <a:pt x="52" y="23"/>
                  </a:cubicBezTo>
                  <a:close/>
                  <a:moveTo>
                    <a:pt x="4" y="68"/>
                  </a:moveTo>
                  <a:cubicBezTo>
                    <a:pt x="0" y="86"/>
                    <a:pt x="0" y="86"/>
                    <a:pt x="0" y="86"/>
                  </a:cubicBezTo>
                  <a:cubicBezTo>
                    <a:pt x="7" y="93"/>
                    <a:pt x="7" y="93"/>
                    <a:pt x="7" y="93"/>
                  </a:cubicBezTo>
                  <a:cubicBezTo>
                    <a:pt x="25" y="89"/>
                    <a:pt x="25" y="89"/>
                    <a:pt x="25" y="89"/>
                  </a:cubicBezTo>
                  <a:lnTo>
                    <a:pt x="4" y="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8" name="Freeform 274">
              <a:extLst>
                <a:ext uri="{FF2B5EF4-FFF2-40B4-BE49-F238E27FC236}">
                  <a16:creationId xmlns:a16="http://schemas.microsoft.com/office/drawing/2014/main" id="{D99BAA56-6546-4B77-84E7-3AF8ED95431A}"/>
                </a:ext>
              </a:extLst>
            </p:cNvPr>
            <p:cNvSpPr>
              <a:spLocks noEditPoints="1"/>
            </p:cNvSpPr>
            <p:nvPr/>
          </p:nvSpPr>
          <p:spPr bwMode="auto">
            <a:xfrm>
              <a:off x="6702002" y="3435254"/>
              <a:ext cx="309746" cy="311186"/>
            </a:xfrm>
            <a:custGeom>
              <a:avLst/>
              <a:gdLst>
                <a:gd name="T0" fmla="*/ 49 w 97"/>
                <a:gd name="T1" fmla="*/ 0 h 97"/>
                <a:gd name="T2" fmla="*/ 83 w 97"/>
                <a:gd name="T3" fmla="*/ 14 h 97"/>
                <a:gd name="T4" fmla="*/ 97 w 97"/>
                <a:gd name="T5" fmla="*/ 49 h 97"/>
                <a:gd name="T6" fmla="*/ 83 w 97"/>
                <a:gd name="T7" fmla="*/ 83 h 97"/>
                <a:gd name="T8" fmla="*/ 49 w 97"/>
                <a:gd name="T9" fmla="*/ 97 h 97"/>
                <a:gd name="T10" fmla="*/ 14 w 97"/>
                <a:gd name="T11" fmla="*/ 83 h 97"/>
                <a:gd name="T12" fmla="*/ 0 w 97"/>
                <a:gd name="T13" fmla="*/ 49 h 97"/>
                <a:gd name="T14" fmla="*/ 14 w 97"/>
                <a:gd name="T15" fmla="*/ 14 h 97"/>
                <a:gd name="T16" fmla="*/ 49 w 97"/>
                <a:gd name="T17" fmla="*/ 0 h 97"/>
                <a:gd name="T18" fmla="*/ 55 w 97"/>
                <a:gd name="T19" fmla="*/ 47 h 97"/>
                <a:gd name="T20" fmla="*/ 54 w 97"/>
                <a:gd name="T21" fmla="*/ 45 h 97"/>
                <a:gd name="T22" fmla="*/ 68 w 97"/>
                <a:gd name="T23" fmla="*/ 24 h 97"/>
                <a:gd name="T24" fmla="*/ 65 w 97"/>
                <a:gd name="T25" fmla="*/ 21 h 97"/>
                <a:gd name="T26" fmla="*/ 50 w 97"/>
                <a:gd name="T27" fmla="*/ 43 h 97"/>
                <a:gd name="T28" fmla="*/ 45 w 97"/>
                <a:gd name="T29" fmla="*/ 43 h 97"/>
                <a:gd name="T30" fmla="*/ 42 w 97"/>
                <a:gd name="T31" fmla="*/ 52 h 97"/>
                <a:gd name="T32" fmla="*/ 51 w 97"/>
                <a:gd name="T33" fmla="*/ 56 h 97"/>
                <a:gd name="T34" fmla="*/ 52 w 97"/>
                <a:gd name="T35" fmla="*/ 55 h 97"/>
                <a:gd name="T36" fmla="*/ 69 w 97"/>
                <a:gd name="T37" fmla="*/ 61 h 97"/>
                <a:gd name="T38" fmla="*/ 71 w 97"/>
                <a:gd name="T39" fmla="*/ 56 h 97"/>
                <a:gd name="T40" fmla="*/ 55 w 97"/>
                <a:gd name="T41" fmla="*/ 50 h 97"/>
                <a:gd name="T42" fmla="*/ 55 w 97"/>
                <a:gd name="T43" fmla="*/ 47 h 97"/>
                <a:gd name="T44" fmla="*/ 74 w 97"/>
                <a:gd name="T45" fmla="*/ 24 h 97"/>
                <a:gd name="T46" fmla="*/ 49 w 97"/>
                <a:gd name="T47" fmla="*/ 13 h 97"/>
                <a:gd name="T48" fmla="*/ 23 w 97"/>
                <a:gd name="T49" fmla="*/ 24 h 97"/>
                <a:gd name="T50" fmla="*/ 13 w 97"/>
                <a:gd name="T51" fmla="*/ 49 h 97"/>
                <a:gd name="T52" fmla="*/ 23 w 97"/>
                <a:gd name="T53" fmla="*/ 74 h 97"/>
                <a:gd name="T54" fmla="*/ 49 w 97"/>
                <a:gd name="T55" fmla="*/ 84 h 97"/>
                <a:gd name="T56" fmla="*/ 74 w 97"/>
                <a:gd name="T57" fmla="*/ 74 h 97"/>
                <a:gd name="T58" fmla="*/ 84 w 97"/>
                <a:gd name="T59" fmla="*/ 49 h 97"/>
                <a:gd name="T60" fmla="*/ 74 w 97"/>
                <a:gd name="T61"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97">
                  <a:moveTo>
                    <a:pt x="49" y="0"/>
                  </a:moveTo>
                  <a:cubicBezTo>
                    <a:pt x="62" y="0"/>
                    <a:pt x="74" y="5"/>
                    <a:pt x="83" y="14"/>
                  </a:cubicBezTo>
                  <a:cubicBezTo>
                    <a:pt x="92" y="23"/>
                    <a:pt x="97" y="35"/>
                    <a:pt x="97" y="49"/>
                  </a:cubicBezTo>
                  <a:cubicBezTo>
                    <a:pt x="97" y="62"/>
                    <a:pt x="92" y="74"/>
                    <a:pt x="83" y="83"/>
                  </a:cubicBezTo>
                  <a:cubicBezTo>
                    <a:pt x="74" y="92"/>
                    <a:pt x="62" y="97"/>
                    <a:pt x="49" y="97"/>
                  </a:cubicBezTo>
                  <a:cubicBezTo>
                    <a:pt x="35" y="97"/>
                    <a:pt x="23" y="92"/>
                    <a:pt x="14" y="83"/>
                  </a:cubicBezTo>
                  <a:cubicBezTo>
                    <a:pt x="5" y="74"/>
                    <a:pt x="0" y="62"/>
                    <a:pt x="0" y="49"/>
                  </a:cubicBezTo>
                  <a:cubicBezTo>
                    <a:pt x="0" y="35"/>
                    <a:pt x="5" y="23"/>
                    <a:pt x="14" y="14"/>
                  </a:cubicBezTo>
                  <a:cubicBezTo>
                    <a:pt x="23" y="5"/>
                    <a:pt x="35" y="0"/>
                    <a:pt x="49" y="0"/>
                  </a:cubicBezTo>
                  <a:close/>
                  <a:moveTo>
                    <a:pt x="55" y="47"/>
                  </a:moveTo>
                  <a:cubicBezTo>
                    <a:pt x="54" y="46"/>
                    <a:pt x="54" y="45"/>
                    <a:pt x="54" y="45"/>
                  </a:cubicBezTo>
                  <a:cubicBezTo>
                    <a:pt x="59" y="38"/>
                    <a:pt x="64" y="31"/>
                    <a:pt x="68" y="24"/>
                  </a:cubicBezTo>
                  <a:cubicBezTo>
                    <a:pt x="67" y="23"/>
                    <a:pt x="66" y="22"/>
                    <a:pt x="65" y="21"/>
                  </a:cubicBezTo>
                  <a:cubicBezTo>
                    <a:pt x="59" y="28"/>
                    <a:pt x="54" y="35"/>
                    <a:pt x="50" y="43"/>
                  </a:cubicBezTo>
                  <a:cubicBezTo>
                    <a:pt x="48" y="42"/>
                    <a:pt x="47" y="43"/>
                    <a:pt x="45" y="43"/>
                  </a:cubicBezTo>
                  <a:cubicBezTo>
                    <a:pt x="42" y="45"/>
                    <a:pt x="40" y="49"/>
                    <a:pt x="42" y="52"/>
                  </a:cubicBezTo>
                  <a:cubicBezTo>
                    <a:pt x="43" y="56"/>
                    <a:pt x="47" y="58"/>
                    <a:pt x="51" y="56"/>
                  </a:cubicBezTo>
                  <a:cubicBezTo>
                    <a:pt x="51" y="56"/>
                    <a:pt x="52" y="56"/>
                    <a:pt x="52" y="55"/>
                  </a:cubicBezTo>
                  <a:cubicBezTo>
                    <a:pt x="58" y="58"/>
                    <a:pt x="63" y="60"/>
                    <a:pt x="69" y="61"/>
                  </a:cubicBezTo>
                  <a:cubicBezTo>
                    <a:pt x="70" y="59"/>
                    <a:pt x="71" y="58"/>
                    <a:pt x="71" y="56"/>
                  </a:cubicBezTo>
                  <a:cubicBezTo>
                    <a:pt x="66" y="54"/>
                    <a:pt x="61" y="51"/>
                    <a:pt x="55" y="50"/>
                  </a:cubicBezTo>
                  <a:cubicBezTo>
                    <a:pt x="55" y="49"/>
                    <a:pt x="55" y="48"/>
                    <a:pt x="55" y="47"/>
                  </a:cubicBezTo>
                  <a:close/>
                  <a:moveTo>
                    <a:pt x="74" y="24"/>
                  </a:moveTo>
                  <a:cubicBezTo>
                    <a:pt x="67" y="17"/>
                    <a:pt x="58" y="13"/>
                    <a:pt x="49" y="13"/>
                  </a:cubicBezTo>
                  <a:cubicBezTo>
                    <a:pt x="39" y="13"/>
                    <a:pt x="30" y="17"/>
                    <a:pt x="23" y="24"/>
                  </a:cubicBezTo>
                  <a:cubicBezTo>
                    <a:pt x="17" y="30"/>
                    <a:pt x="13" y="39"/>
                    <a:pt x="13" y="49"/>
                  </a:cubicBezTo>
                  <a:cubicBezTo>
                    <a:pt x="13" y="58"/>
                    <a:pt x="17" y="67"/>
                    <a:pt x="23" y="74"/>
                  </a:cubicBezTo>
                  <a:cubicBezTo>
                    <a:pt x="30" y="80"/>
                    <a:pt x="39" y="84"/>
                    <a:pt x="49" y="84"/>
                  </a:cubicBezTo>
                  <a:cubicBezTo>
                    <a:pt x="58" y="84"/>
                    <a:pt x="67" y="80"/>
                    <a:pt x="74" y="74"/>
                  </a:cubicBezTo>
                  <a:cubicBezTo>
                    <a:pt x="80" y="67"/>
                    <a:pt x="84" y="58"/>
                    <a:pt x="84" y="49"/>
                  </a:cubicBezTo>
                  <a:cubicBezTo>
                    <a:pt x="84" y="39"/>
                    <a:pt x="80" y="30"/>
                    <a:pt x="74" y="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99" name="Freeform 298">
              <a:extLst>
                <a:ext uri="{FF2B5EF4-FFF2-40B4-BE49-F238E27FC236}">
                  <a16:creationId xmlns:a16="http://schemas.microsoft.com/office/drawing/2014/main" id="{C2B317B7-BBE4-4185-9239-3E360F53B218}"/>
                </a:ext>
              </a:extLst>
            </p:cNvPr>
            <p:cNvSpPr>
              <a:spLocks noEditPoints="1"/>
            </p:cNvSpPr>
            <p:nvPr/>
          </p:nvSpPr>
          <p:spPr bwMode="auto">
            <a:xfrm>
              <a:off x="4359448" y="5136130"/>
              <a:ext cx="265000" cy="219471"/>
            </a:xfrm>
            <a:custGeom>
              <a:avLst/>
              <a:gdLst>
                <a:gd name="T0" fmla="*/ 19 w 102"/>
                <a:gd name="T1" fmla="*/ 33 h 85"/>
                <a:gd name="T2" fmla="*/ 9 w 102"/>
                <a:gd name="T3" fmla="*/ 32 h 85"/>
                <a:gd name="T4" fmla="*/ 18 w 102"/>
                <a:gd name="T5" fmla="*/ 35 h 85"/>
                <a:gd name="T6" fmla="*/ 28 w 102"/>
                <a:gd name="T7" fmla="*/ 37 h 85"/>
                <a:gd name="T8" fmla="*/ 88 w 102"/>
                <a:gd name="T9" fmla="*/ 51 h 85"/>
                <a:gd name="T10" fmla="*/ 102 w 102"/>
                <a:gd name="T11" fmla="*/ 47 h 85"/>
                <a:gd name="T12" fmla="*/ 88 w 102"/>
                <a:gd name="T13" fmla="*/ 85 h 85"/>
                <a:gd name="T14" fmla="*/ 70 w 102"/>
                <a:gd name="T15" fmla="*/ 72 h 85"/>
                <a:gd name="T16" fmla="*/ 3 w 102"/>
                <a:gd name="T17" fmla="*/ 65 h 85"/>
                <a:gd name="T18" fmla="*/ 0 w 102"/>
                <a:gd name="T19" fmla="*/ 58 h 85"/>
                <a:gd name="T20" fmla="*/ 0 w 102"/>
                <a:gd name="T21" fmla="*/ 51 h 85"/>
                <a:gd name="T22" fmla="*/ 31 w 102"/>
                <a:gd name="T23" fmla="*/ 53 h 85"/>
                <a:gd name="T24" fmla="*/ 54 w 102"/>
                <a:gd name="T25" fmla="*/ 45 h 85"/>
                <a:gd name="T26" fmla="*/ 40 w 102"/>
                <a:gd name="T27" fmla="*/ 37 h 85"/>
                <a:gd name="T28" fmla="*/ 86 w 102"/>
                <a:gd name="T29" fmla="*/ 50 h 85"/>
                <a:gd name="T30" fmla="*/ 19 w 102"/>
                <a:gd name="T31" fmla="*/ 32 h 85"/>
                <a:gd name="T32" fmla="*/ 31 w 102"/>
                <a:gd name="T33" fmla="*/ 37 h 85"/>
                <a:gd name="T34" fmla="*/ 30 w 102"/>
                <a:gd name="T35" fmla="*/ 43 h 85"/>
                <a:gd name="T36" fmla="*/ 5 w 102"/>
                <a:gd name="T37" fmla="*/ 38 h 85"/>
                <a:gd name="T38" fmla="*/ 6 w 102"/>
                <a:gd name="T39" fmla="*/ 31 h 85"/>
                <a:gd name="T40" fmla="*/ 11 w 102"/>
                <a:gd name="T41" fmla="*/ 30 h 85"/>
                <a:gd name="T42" fmla="*/ 38 w 102"/>
                <a:gd name="T43" fmla="*/ 27 h 85"/>
                <a:gd name="T44" fmla="*/ 31 w 102"/>
                <a:gd name="T45" fmla="*/ 13 h 85"/>
                <a:gd name="T46" fmla="*/ 30 w 102"/>
                <a:gd name="T47" fmla="*/ 14 h 85"/>
                <a:gd name="T48" fmla="*/ 37 w 102"/>
                <a:gd name="T49" fmla="*/ 28 h 85"/>
                <a:gd name="T50" fmla="*/ 38 w 102"/>
                <a:gd name="T51" fmla="*/ 27 h 85"/>
                <a:gd name="T52" fmla="*/ 40 w 102"/>
                <a:gd name="T53" fmla="*/ 27 h 85"/>
                <a:gd name="T54" fmla="*/ 40 w 102"/>
                <a:gd name="T55" fmla="*/ 32 h 85"/>
                <a:gd name="T56" fmla="*/ 34 w 102"/>
                <a:gd name="T57" fmla="*/ 35 h 85"/>
                <a:gd name="T58" fmla="*/ 23 w 102"/>
                <a:gd name="T59" fmla="*/ 12 h 85"/>
                <a:gd name="T60" fmla="*/ 29 w 102"/>
                <a:gd name="T61" fmla="*/ 9 h 85"/>
                <a:gd name="T62" fmla="*/ 37 w 102"/>
                <a:gd name="T63" fmla="*/ 19 h 85"/>
                <a:gd name="T64" fmla="*/ 45 w 102"/>
                <a:gd name="T65" fmla="*/ 11 h 85"/>
                <a:gd name="T66" fmla="*/ 43 w 102"/>
                <a:gd name="T67" fmla="*/ 19 h 85"/>
                <a:gd name="T68" fmla="*/ 47 w 102"/>
                <a:gd name="T69" fmla="*/ 12 h 85"/>
                <a:gd name="T70" fmla="*/ 49 w 102"/>
                <a:gd name="T71" fmla="*/ 3 h 85"/>
                <a:gd name="T72" fmla="*/ 43 w 102"/>
                <a:gd name="T73" fmla="*/ 10 h 85"/>
                <a:gd name="T74" fmla="*/ 41 w 102"/>
                <a:gd name="T75" fmla="*/ 21 h 85"/>
                <a:gd name="T76" fmla="*/ 46 w 102"/>
                <a:gd name="T77" fmla="*/ 24 h 85"/>
                <a:gd name="T78" fmla="*/ 56 w 102"/>
                <a:gd name="T79" fmla="*/ 3 h 85"/>
                <a:gd name="T80" fmla="*/ 50 w 102"/>
                <a:gd name="T81" fmla="*/ 0 h 85"/>
                <a:gd name="T82" fmla="*/ 47 w 102"/>
                <a:gd name="T83" fmla="*/ 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5">
                  <a:moveTo>
                    <a:pt x="26" y="36"/>
                  </a:moveTo>
                  <a:cubicBezTo>
                    <a:pt x="25" y="35"/>
                    <a:pt x="22" y="34"/>
                    <a:pt x="19" y="33"/>
                  </a:cubicBezTo>
                  <a:cubicBezTo>
                    <a:pt x="16" y="33"/>
                    <a:pt x="13" y="32"/>
                    <a:pt x="11" y="32"/>
                  </a:cubicBezTo>
                  <a:cubicBezTo>
                    <a:pt x="10" y="32"/>
                    <a:pt x="9" y="32"/>
                    <a:pt x="9" y="32"/>
                  </a:cubicBezTo>
                  <a:cubicBezTo>
                    <a:pt x="9" y="32"/>
                    <a:pt x="10" y="32"/>
                    <a:pt x="11" y="33"/>
                  </a:cubicBezTo>
                  <a:cubicBezTo>
                    <a:pt x="13" y="34"/>
                    <a:pt x="15" y="35"/>
                    <a:pt x="18" y="35"/>
                  </a:cubicBezTo>
                  <a:cubicBezTo>
                    <a:pt x="21" y="36"/>
                    <a:pt x="24" y="37"/>
                    <a:pt x="26" y="37"/>
                  </a:cubicBezTo>
                  <a:cubicBezTo>
                    <a:pt x="28" y="37"/>
                    <a:pt x="28" y="37"/>
                    <a:pt x="28" y="37"/>
                  </a:cubicBezTo>
                  <a:cubicBezTo>
                    <a:pt x="28" y="37"/>
                    <a:pt x="28" y="36"/>
                    <a:pt x="26" y="36"/>
                  </a:cubicBezTo>
                  <a:close/>
                  <a:moveTo>
                    <a:pt x="88" y="51"/>
                  </a:moveTo>
                  <a:cubicBezTo>
                    <a:pt x="88" y="47"/>
                    <a:pt x="88" y="47"/>
                    <a:pt x="88" y="47"/>
                  </a:cubicBezTo>
                  <a:cubicBezTo>
                    <a:pt x="102" y="47"/>
                    <a:pt x="102" y="47"/>
                    <a:pt x="102" y="47"/>
                  </a:cubicBezTo>
                  <a:cubicBezTo>
                    <a:pt x="102" y="85"/>
                    <a:pt x="102" y="85"/>
                    <a:pt x="102" y="85"/>
                  </a:cubicBezTo>
                  <a:cubicBezTo>
                    <a:pt x="88" y="85"/>
                    <a:pt x="88" y="85"/>
                    <a:pt x="88" y="85"/>
                  </a:cubicBezTo>
                  <a:cubicBezTo>
                    <a:pt x="88" y="79"/>
                    <a:pt x="88" y="79"/>
                    <a:pt x="88" y="79"/>
                  </a:cubicBezTo>
                  <a:cubicBezTo>
                    <a:pt x="70" y="72"/>
                    <a:pt x="70" y="72"/>
                    <a:pt x="70" y="72"/>
                  </a:cubicBezTo>
                  <a:cubicBezTo>
                    <a:pt x="27" y="77"/>
                    <a:pt x="27" y="77"/>
                    <a:pt x="27" y="77"/>
                  </a:cubicBezTo>
                  <a:cubicBezTo>
                    <a:pt x="3" y="65"/>
                    <a:pt x="3" y="65"/>
                    <a:pt x="3" y="65"/>
                  </a:cubicBezTo>
                  <a:cubicBezTo>
                    <a:pt x="4" y="60"/>
                    <a:pt x="4" y="60"/>
                    <a:pt x="4" y="60"/>
                  </a:cubicBezTo>
                  <a:cubicBezTo>
                    <a:pt x="0" y="58"/>
                    <a:pt x="0" y="58"/>
                    <a:pt x="0" y="58"/>
                  </a:cubicBezTo>
                  <a:cubicBezTo>
                    <a:pt x="1" y="53"/>
                    <a:pt x="1" y="53"/>
                    <a:pt x="1" y="53"/>
                  </a:cubicBezTo>
                  <a:cubicBezTo>
                    <a:pt x="0" y="51"/>
                    <a:pt x="0" y="51"/>
                    <a:pt x="0" y="51"/>
                  </a:cubicBezTo>
                  <a:cubicBezTo>
                    <a:pt x="2" y="44"/>
                    <a:pt x="2" y="44"/>
                    <a:pt x="2" y="44"/>
                  </a:cubicBezTo>
                  <a:cubicBezTo>
                    <a:pt x="31" y="53"/>
                    <a:pt x="31" y="53"/>
                    <a:pt x="31" y="53"/>
                  </a:cubicBezTo>
                  <a:cubicBezTo>
                    <a:pt x="54" y="47"/>
                    <a:pt x="54" y="47"/>
                    <a:pt x="54" y="47"/>
                  </a:cubicBezTo>
                  <a:cubicBezTo>
                    <a:pt x="54" y="45"/>
                    <a:pt x="54" y="45"/>
                    <a:pt x="54" y="45"/>
                  </a:cubicBezTo>
                  <a:cubicBezTo>
                    <a:pt x="36" y="45"/>
                    <a:pt x="36" y="45"/>
                    <a:pt x="36" y="45"/>
                  </a:cubicBezTo>
                  <a:cubicBezTo>
                    <a:pt x="40" y="37"/>
                    <a:pt x="40" y="37"/>
                    <a:pt x="40" y="37"/>
                  </a:cubicBezTo>
                  <a:cubicBezTo>
                    <a:pt x="72" y="31"/>
                    <a:pt x="72" y="31"/>
                    <a:pt x="72" y="31"/>
                  </a:cubicBezTo>
                  <a:cubicBezTo>
                    <a:pt x="86" y="50"/>
                    <a:pt x="86" y="50"/>
                    <a:pt x="86" y="50"/>
                  </a:cubicBezTo>
                  <a:cubicBezTo>
                    <a:pt x="88" y="51"/>
                    <a:pt x="88" y="51"/>
                    <a:pt x="88" y="51"/>
                  </a:cubicBezTo>
                  <a:close/>
                  <a:moveTo>
                    <a:pt x="19" y="32"/>
                  </a:moveTo>
                  <a:cubicBezTo>
                    <a:pt x="23" y="32"/>
                    <a:pt x="25" y="33"/>
                    <a:pt x="27" y="34"/>
                  </a:cubicBezTo>
                  <a:cubicBezTo>
                    <a:pt x="29" y="35"/>
                    <a:pt x="30" y="36"/>
                    <a:pt x="31" y="37"/>
                  </a:cubicBezTo>
                  <a:cubicBezTo>
                    <a:pt x="31" y="37"/>
                    <a:pt x="31" y="38"/>
                    <a:pt x="31" y="38"/>
                  </a:cubicBezTo>
                  <a:cubicBezTo>
                    <a:pt x="31" y="40"/>
                    <a:pt x="30" y="42"/>
                    <a:pt x="30" y="43"/>
                  </a:cubicBezTo>
                  <a:cubicBezTo>
                    <a:pt x="30" y="44"/>
                    <a:pt x="29" y="44"/>
                    <a:pt x="29" y="44"/>
                  </a:cubicBezTo>
                  <a:cubicBezTo>
                    <a:pt x="25" y="46"/>
                    <a:pt x="7" y="42"/>
                    <a:pt x="5" y="38"/>
                  </a:cubicBezTo>
                  <a:cubicBezTo>
                    <a:pt x="5" y="38"/>
                    <a:pt x="4" y="37"/>
                    <a:pt x="5" y="37"/>
                  </a:cubicBezTo>
                  <a:cubicBezTo>
                    <a:pt x="5" y="35"/>
                    <a:pt x="6" y="33"/>
                    <a:pt x="6" y="31"/>
                  </a:cubicBezTo>
                  <a:cubicBezTo>
                    <a:pt x="6" y="31"/>
                    <a:pt x="6" y="31"/>
                    <a:pt x="7" y="30"/>
                  </a:cubicBezTo>
                  <a:cubicBezTo>
                    <a:pt x="8" y="30"/>
                    <a:pt x="9" y="30"/>
                    <a:pt x="11" y="30"/>
                  </a:cubicBezTo>
                  <a:cubicBezTo>
                    <a:pt x="13" y="30"/>
                    <a:pt x="16" y="31"/>
                    <a:pt x="19" y="32"/>
                  </a:cubicBezTo>
                  <a:close/>
                  <a:moveTo>
                    <a:pt x="38" y="27"/>
                  </a:moveTo>
                  <a:cubicBezTo>
                    <a:pt x="38" y="25"/>
                    <a:pt x="36" y="23"/>
                    <a:pt x="35" y="20"/>
                  </a:cubicBezTo>
                  <a:cubicBezTo>
                    <a:pt x="33" y="17"/>
                    <a:pt x="32" y="15"/>
                    <a:pt x="31" y="13"/>
                  </a:cubicBezTo>
                  <a:cubicBezTo>
                    <a:pt x="30" y="12"/>
                    <a:pt x="29" y="12"/>
                    <a:pt x="29" y="12"/>
                  </a:cubicBezTo>
                  <a:cubicBezTo>
                    <a:pt x="29" y="12"/>
                    <a:pt x="29" y="12"/>
                    <a:pt x="30" y="14"/>
                  </a:cubicBezTo>
                  <a:cubicBezTo>
                    <a:pt x="30" y="16"/>
                    <a:pt x="32" y="18"/>
                    <a:pt x="33" y="21"/>
                  </a:cubicBezTo>
                  <a:cubicBezTo>
                    <a:pt x="35" y="24"/>
                    <a:pt x="36" y="26"/>
                    <a:pt x="37" y="28"/>
                  </a:cubicBezTo>
                  <a:cubicBezTo>
                    <a:pt x="38" y="29"/>
                    <a:pt x="39" y="29"/>
                    <a:pt x="39" y="29"/>
                  </a:cubicBezTo>
                  <a:cubicBezTo>
                    <a:pt x="39" y="29"/>
                    <a:pt x="39" y="28"/>
                    <a:pt x="38" y="27"/>
                  </a:cubicBezTo>
                  <a:close/>
                  <a:moveTo>
                    <a:pt x="37" y="19"/>
                  </a:moveTo>
                  <a:cubicBezTo>
                    <a:pt x="38" y="22"/>
                    <a:pt x="39" y="25"/>
                    <a:pt x="40" y="27"/>
                  </a:cubicBezTo>
                  <a:cubicBezTo>
                    <a:pt x="41" y="29"/>
                    <a:pt x="41" y="30"/>
                    <a:pt x="41" y="31"/>
                  </a:cubicBezTo>
                  <a:cubicBezTo>
                    <a:pt x="41" y="32"/>
                    <a:pt x="40" y="32"/>
                    <a:pt x="40" y="32"/>
                  </a:cubicBezTo>
                  <a:cubicBezTo>
                    <a:pt x="38" y="33"/>
                    <a:pt x="37" y="34"/>
                    <a:pt x="35" y="35"/>
                  </a:cubicBezTo>
                  <a:cubicBezTo>
                    <a:pt x="34" y="35"/>
                    <a:pt x="34" y="35"/>
                    <a:pt x="34" y="35"/>
                  </a:cubicBezTo>
                  <a:cubicBezTo>
                    <a:pt x="30" y="33"/>
                    <a:pt x="21" y="17"/>
                    <a:pt x="22" y="13"/>
                  </a:cubicBezTo>
                  <a:cubicBezTo>
                    <a:pt x="22" y="12"/>
                    <a:pt x="22" y="12"/>
                    <a:pt x="23" y="12"/>
                  </a:cubicBezTo>
                  <a:cubicBezTo>
                    <a:pt x="24" y="11"/>
                    <a:pt x="26" y="10"/>
                    <a:pt x="27" y="9"/>
                  </a:cubicBezTo>
                  <a:cubicBezTo>
                    <a:pt x="28" y="9"/>
                    <a:pt x="28" y="9"/>
                    <a:pt x="29" y="9"/>
                  </a:cubicBezTo>
                  <a:cubicBezTo>
                    <a:pt x="30" y="9"/>
                    <a:pt x="31" y="10"/>
                    <a:pt x="32" y="12"/>
                  </a:cubicBezTo>
                  <a:cubicBezTo>
                    <a:pt x="33" y="14"/>
                    <a:pt x="35" y="16"/>
                    <a:pt x="37" y="19"/>
                  </a:cubicBezTo>
                  <a:close/>
                  <a:moveTo>
                    <a:pt x="48" y="4"/>
                  </a:moveTo>
                  <a:cubicBezTo>
                    <a:pt x="47" y="6"/>
                    <a:pt x="46" y="8"/>
                    <a:pt x="45" y="11"/>
                  </a:cubicBezTo>
                  <a:cubicBezTo>
                    <a:pt x="44" y="13"/>
                    <a:pt x="43" y="16"/>
                    <a:pt x="43" y="18"/>
                  </a:cubicBezTo>
                  <a:cubicBezTo>
                    <a:pt x="43" y="19"/>
                    <a:pt x="42" y="19"/>
                    <a:pt x="43" y="19"/>
                  </a:cubicBezTo>
                  <a:cubicBezTo>
                    <a:pt x="43" y="19"/>
                    <a:pt x="43" y="19"/>
                    <a:pt x="44" y="18"/>
                  </a:cubicBezTo>
                  <a:cubicBezTo>
                    <a:pt x="45" y="16"/>
                    <a:pt x="46" y="14"/>
                    <a:pt x="47" y="12"/>
                  </a:cubicBezTo>
                  <a:cubicBezTo>
                    <a:pt x="48" y="9"/>
                    <a:pt x="49" y="7"/>
                    <a:pt x="49" y="5"/>
                  </a:cubicBezTo>
                  <a:cubicBezTo>
                    <a:pt x="49" y="4"/>
                    <a:pt x="49" y="3"/>
                    <a:pt x="49" y="3"/>
                  </a:cubicBezTo>
                  <a:cubicBezTo>
                    <a:pt x="49" y="3"/>
                    <a:pt x="49" y="3"/>
                    <a:pt x="48" y="4"/>
                  </a:cubicBezTo>
                  <a:close/>
                  <a:moveTo>
                    <a:pt x="43" y="10"/>
                  </a:moveTo>
                  <a:cubicBezTo>
                    <a:pt x="42" y="13"/>
                    <a:pt x="42" y="16"/>
                    <a:pt x="41" y="17"/>
                  </a:cubicBezTo>
                  <a:cubicBezTo>
                    <a:pt x="41" y="19"/>
                    <a:pt x="41" y="21"/>
                    <a:pt x="41" y="21"/>
                  </a:cubicBezTo>
                  <a:cubicBezTo>
                    <a:pt x="41" y="22"/>
                    <a:pt x="41" y="22"/>
                    <a:pt x="42" y="22"/>
                  </a:cubicBezTo>
                  <a:cubicBezTo>
                    <a:pt x="43" y="23"/>
                    <a:pt x="45" y="23"/>
                    <a:pt x="46" y="24"/>
                  </a:cubicBezTo>
                  <a:cubicBezTo>
                    <a:pt x="47" y="24"/>
                    <a:pt x="47" y="24"/>
                    <a:pt x="48" y="24"/>
                  </a:cubicBezTo>
                  <a:cubicBezTo>
                    <a:pt x="51" y="22"/>
                    <a:pt x="57" y="7"/>
                    <a:pt x="56" y="3"/>
                  </a:cubicBezTo>
                  <a:cubicBezTo>
                    <a:pt x="56" y="3"/>
                    <a:pt x="56" y="3"/>
                    <a:pt x="55" y="2"/>
                  </a:cubicBezTo>
                  <a:cubicBezTo>
                    <a:pt x="54" y="2"/>
                    <a:pt x="52" y="1"/>
                    <a:pt x="50" y="0"/>
                  </a:cubicBezTo>
                  <a:cubicBezTo>
                    <a:pt x="50" y="0"/>
                    <a:pt x="50" y="0"/>
                    <a:pt x="49" y="1"/>
                  </a:cubicBezTo>
                  <a:cubicBezTo>
                    <a:pt x="49" y="1"/>
                    <a:pt x="48" y="2"/>
                    <a:pt x="47" y="3"/>
                  </a:cubicBezTo>
                  <a:cubicBezTo>
                    <a:pt x="46" y="5"/>
                    <a:pt x="45" y="8"/>
                    <a:pt x="43" y="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100" name="Freeform 320">
              <a:extLst>
                <a:ext uri="{FF2B5EF4-FFF2-40B4-BE49-F238E27FC236}">
                  <a16:creationId xmlns:a16="http://schemas.microsoft.com/office/drawing/2014/main" id="{12263DAA-E81F-4C47-B889-159F41D3364D}"/>
                </a:ext>
              </a:extLst>
            </p:cNvPr>
            <p:cNvSpPr>
              <a:spLocks noEditPoints="1"/>
            </p:cNvSpPr>
            <p:nvPr/>
          </p:nvSpPr>
          <p:spPr bwMode="auto">
            <a:xfrm>
              <a:off x="7975265" y="5146454"/>
              <a:ext cx="235525" cy="210372"/>
            </a:xfrm>
            <a:custGeom>
              <a:avLst/>
              <a:gdLst>
                <a:gd name="T0" fmla="*/ 17 w 93"/>
                <a:gd name="T1" fmla="*/ 18 h 83"/>
                <a:gd name="T2" fmla="*/ 9 w 93"/>
                <a:gd name="T3" fmla="*/ 28 h 83"/>
                <a:gd name="T4" fmla="*/ 84 w 93"/>
                <a:gd name="T5" fmla="*/ 74 h 83"/>
                <a:gd name="T6" fmla="*/ 70 w 93"/>
                <a:gd name="T7" fmla="*/ 28 h 83"/>
                <a:gd name="T8" fmla="*/ 24 w 93"/>
                <a:gd name="T9" fmla="*/ 34 h 83"/>
                <a:gd name="T10" fmla="*/ 24 w 93"/>
                <a:gd name="T11" fmla="*/ 18 h 83"/>
                <a:gd name="T12" fmla="*/ 30 w 93"/>
                <a:gd name="T13" fmla="*/ 13 h 83"/>
                <a:gd name="T14" fmla="*/ 46 w 93"/>
                <a:gd name="T15" fmla="*/ 0 h 83"/>
                <a:gd name="T16" fmla="*/ 63 w 93"/>
                <a:gd name="T17" fmla="*/ 13 h 83"/>
                <a:gd name="T18" fmla="*/ 70 w 93"/>
                <a:gd name="T19" fmla="*/ 18 h 83"/>
                <a:gd name="T20" fmla="*/ 93 w 93"/>
                <a:gd name="T21" fmla="*/ 18 h 83"/>
                <a:gd name="T22" fmla="*/ 93 w 93"/>
                <a:gd name="T23" fmla="*/ 79 h 83"/>
                <a:gd name="T24" fmla="*/ 89 w 93"/>
                <a:gd name="T25" fmla="*/ 83 h 83"/>
                <a:gd name="T26" fmla="*/ 0 w 93"/>
                <a:gd name="T27" fmla="*/ 83 h 83"/>
                <a:gd name="T28" fmla="*/ 0 w 93"/>
                <a:gd name="T29" fmla="*/ 23 h 83"/>
                <a:gd name="T30" fmla="*/ 5 w 93"/>
                <a:gd name="T31" fmla="*/ 18 h 83"/>
                <a:gd name="T32" fmla="*/ 14 w 93"/>
                <a:gd name="T33" fmla="*/ 70 h 83"/>
                <a:gd name="T34" fmla="*/ 39 w 93"/>
                <a:gd name="T35" fmla="*/ 62 h 83"/>
                <a:gd name="T36" fmla="*/ 29 w 93"/>
                <a:gd name="T37" fmla="*/ 63 h 83"/>
                <a:gd name="T38" fmla="*/ 29 w 93"/>
                <a:gd name="T39" fmla="*/ 60 h 83"/>
                <a:gd name="T40" fmla="*/ 26 w 93"/>
                <a:gd name="T41" fmla="*/ 59 h 83"/>
                <a:gd name="T42" fmla="*/ 26 w 93"/>
                <a:gd name="T43" fmla="*/ 61 h 83"/>
                <a:gd name="T44" fmla="*/ 21 w 93"/>
                <a:gd name="T45" fmla="*/ 59 h 83"/>
                <a:gd name="T46" fmla="*/ 35 w 93"/>
                <a:gd name="T47" fmla="*/ 42 h 83"/>
                <a:gd name="T48" fmla="*/ 23 w 93"/>
                <a:gd name="T49" fmla="*/ 57 h 83"/>
                <a:gd name="T50" fmla="*/ 24 w 93"/>
                <a:gd name="T51" fmla="*/ 57 h 83"/>
                <a:gd name="T52" fmla="*/ 30 w 93"/>
                <a:gd name="T53" fmla="*/ 57 h 83"/>
                <a:gd name="T54" fmla="*/ 30 w 93"/>
                <a:gd name="T55" fmla="*/ 57 h 83"/>
                <a:gd name="T56" fmla="*/ 31 w 93"/>
                <a:gd name="T57" fmla="*/ 65 h 83"/>
                <a:gd name="T58" fmla="*/ 36 w 93"/>
                <a:gd name="T59" fmla="*/ 66 h 83"/>
                <a:gd name="T60" fmla="*/ 31 w 93"/>
                <a:gd name="T61" fmla="*/ 65 h 83"/>
                <a:gd name="T62" fmla="*/ 44 w 93"/>
                <a:gd name="T63" fmla="*/ 55 h 83"/>
                <a:gd name="T64" fmla="*/ 78 w 93"/>
                <a:gd name="T65" fmla="*/ 51 h 83"/>
                <a:gd name="T66" fmla="*/ 44 w 93"/>
                <a:gd name="T67" fmla="*/ 60 h 83"/>
                <a:gd name="T68" fmla="*/ 59 w 93"/>
                <a:gd name="T69" fmla="*/ 65 h 83"/>
                <a:gd name="T70" fmla="*/ 44 w 93"/>
                <a:gd name="T71" fmla="*/ 60 h 83"/>
                <a:gd name="T72" fmla="*/ 44 w 93"/>
                <a:gd name="T73" fmla="*/ 46 h 83"/>
                <a:gd name="T74" fmla="*/ 78 w 93"/>
                <a:gd name="T75" fmla="*/ 42 h 83"/>
                <a:gd name="T76" fmla="*/ 39 w 93"/>
                <a:gd name="T77" fmla="*/ 13 h 83"/>
                <a:gd name="T78" fmla="*/ 52 w 93"/>
                <a:gd name="T79" fmla="*/ 12 h 83"/>
                <a:gd name="T80" fmla="*/ 41 w 93"/>
                <a:gd name="T81" fmla="*/ 1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 h="83">
                  <a:moveTo>
                    <a:pt x="5" y="18"/>
                  </a:moveTo>
                  <a:cubicBezTo>
                    <a:pt x="17" y="18"/>
                    <a:pt x="17" y="18"/>
                    <a:pt x="17" y="18"/>
                  </a:cubicBezTo>
                  <a:cubicBezTo>
                    <a:pt x="17" y="28"/>
                    <a:pt x="17" y="28"/>
                    <a:pt x="17" y="28"/>
                  </a:cubicBezTo>
                  <a:cubicBezTo>
                    <a:pt x="9" y="28"/>
                    <a:pt x="9" y="28"/>
                    <a:pt x="9" y="28"/>
                  </a:cubicBezTo>
                  <a:cubicBezTo>
                    <a:pt x="9" y="74"/>
                    <a:pt x="9" y="74"/>
                    <a:pt x="9" y="74"/>
                  </a:cubicBezTo>
                  <a:cubicBezTo>
                    <a:pt x="84" y="74"/>
                    <a:pt x="84" y="74"/>
                    <a:pt x="84" y="74"/>
                  </a:cubicBezTo>
                  <a:cubicBezTo>
                    <a:pt x="84" y="28"/>
                    <a:pt x="84" y="28"/>
                    <a:pt x="84" y="28"/>
                  </a:cubicBezTo>
                  <a:cubicBezTo>
                    <a:pt x="70" y="28"/>
                    <a:pt x="70" y="28"/>
                    <a:pt x="70" y="28"/>
                  </a:cubicBezTo>
                  <a:cubicBezTo>
                    <a:pt x="70" y="34"/>
                    <a:pt x="70" y="34"/>
                    <a:pt x="70" y="34"/>
                  </a:cubicBezTo>
                  <a:cubicBezTo>
                    <a:pt x="54" y="34"/>
                    <a:pt x="39" y="34"/>
                    <a:pt x="24" y="34"/>
                  </a:cubicBezTo>
                  <a:cubicBezTo>
                    <a:pt x="24" y="28"/>
                    <a:pt x="24" y="28"/>
                    <a:pt x="24" y="28"/>
                  </a:cubicBezTo>
                  <a:cubicBezTo>
                    <a:pt x="24" y="18"/>
                    <a:pt x="24" y="18"/>
                    <a:pt x="24" y="18"/>
                  </a:cubicBezTo>
                  <a:cubicBezTo>
                    <a:pt x="24" y="13"/>
                    <a:pt x="24" y="13"/>
                    <a:pt x="24" y="13"/>
                  </a:cubicBezTo>
                  <a:cubicBezTo>
                    <a:pt x="30" y="13"/>
                    <a:pt x="30" y="13"/>
                    <a:pt x="30" y="13"/>
                  </a:cubicBezTo>
                  <a:cubicBezTo>
                    <a:pt x="30" y="10"/>
                    <a:pt x="32" y="7"/>
                    <a:pt x="34" y="5"/>
                  </a:cubicBezTo>
                  <a:cubicBezTo>
                    <a:pt x="37" y="2"/>
                    <a:pt x="41" y="0"/>
                    <a:pt x="46" y="0"/>
                  </a:cubicBezTo>
                  <a:cubicBezTo>
                    <a:pt x="51" y="0"/>
                    <a:pt x="55" y="2"/>
                    <a:pt x="58" y="5"/>
                  </a:cubicBezTo>
                  <a:cubicBezTo>
                    <a:pt x="61" y="7"/>
                    <a:pt x="62" y="10"/>
                    <a:pt x="63" y="13"/>
                  </a:cubicBezTo>
                  <a:cubicBezTo>
                    <a:pt x="70" y="13"/>
                    <a:pt x="70" y="13"/>
                    <a:pt x="70" y="13"/>
                  </a:cubicBezTo>
                  <a:cubicBezTo>
                    <a:pt x="70" y="18"/>
                    <a:pt x="70" y="18"/>
                    <a:pt x="70" y="18"/>
                  </a:cubicBezTo>
                  <a:cubicBezTo>
                    <a:pt x="89" y="18"/>
                    <a:pt x="89" y="18"/>
                    <a:pt x="89" y="18"/>
                  </a:cubicBezTo>
                  <a:cubicBezTo>
                    <a:pt x="93" y="18"/>
                    <a:pt x="93" y="18"/>
                    <a:pt x="93" y="18"/>
                  </a:cubicBezTo>
                  <a:cubicBezTo>
                    <a:pt x="93" y="23"/>
                    <a:pt x="93" y="23"/>
                    <a:pt x="93" y="23"/>
                  </a:cubicBezTo>
                  <a:cubicBezTo>
                    <a:pt x="93" y="79"/>
                    <a:pt x="93" y="79"/>
                    <a:pt x="93" y="79"/>
                  </a:cubicBezTo>
                  <a:cubicBezTo>
                    <a:pt x="93" y="83"/>
                    <a:pt x="93" y="83"/>
                    <a:pt x="93" y="83"/>
                  </a:cubicBezTo>
                  <a:cubicBezTo>
                    <a:pt x="89" y="83"/>
                    <a:pt x="89" y="83"/>
                    <a:pt x="89" y="83"/>
                  </a:cubicBezTo>
                  <a:cubicBezTo>
                    <a:pt x="5" y="83"/>
                    <a:pt x="5" y="83"/>
                    <a:pt x="5" y="83"/>
                  </a:cubicBezTo>
                  <a:cubicBezTo>
                    <a:pt x="0" y="83"/>
                    <a:pt x="0" y="83"/>
                    <a:pt x="0" y="83"/>
                  </a:cubicBezTo>
                  <a:cubicBezTo>
                    <a:pt x="0" y="79"/>
                    <a:pt x="0" y="79"/>
                    <a:pt x="0" y="79"/>
                  </a:cubicBezTo>
                  <a:cubicBezTo>
                    <a:pt x="0" y="23"/>
                    <a:pt x="0" y="23"/>
                    <a:pt x="0" y="23"/>
                  </a:cubicBezTo>
                  <a:cubicBezTo>
                    <a:pt x="0" y="18"/>
                    <a:pt x="0" y="18"/>
                    <a:pt x="0" y="18"/>
                  </a:cubicBezTo>
                  <a:cubicBezTo>
                    <a:pt x="5" y="18"/>
                    <a:pt x="5" y="18"/>
                    <a:pt x="5" y="18"/>
                  </a:cubicBezTo>
                  <a:close/>
                  <a:moveTo>
                    <a:pt x="14" y="62"/>
                  </a:moveTo>
                  <a:cubicBezTo>
                    <a:pt x="14" y="70"/>
                    <a:pt x="14" y="70"/>
                    <a:pt x="14" y="70"/>
                  </a:cubicBezTo>
                  <a:cubicBezTo>
                    <a:pt x="39" y="70"/>
                    <a:pt x="39" y="70"/>
                    <a:pt x="39" y="70"/>
                  </a:cubicBezTo>
                  <a:cubicBezTo>
                    <a:pt x="39" y="62"/>
                    <a:pt x="39" y="62"/>
                    <a:pt x="39" y="62"/>
                  </a:cubicBezTo>
                  <a:cubicBezTo>
                    <a:pt x="33" y="59"/>
                    <a:pt x="33" y="59"/>
                    <a:pt x="33" y="59"/>
                  </a:cubicBezTo>
                  <a:cubicBezTo>
                    <a:pt x="29" y="63"/>
                    <a:pt x="29" y="63"/>
                    <a:pt x="29" y="63"/>
                  </a:cubicBezTo>
                  <a:cubicBezTo>
                    <a:pt x="28" y="61"/>
                    <a:pt x="28" y="61"/>
                    <a:pt x="28" y="61"/>
                  </a:cubicBezTo>
                  <a:cubicBezTo>
                    <a:pt x="29" y="60"/>
                    <a:pt x="29" y="60"/>
                    <a:pt x="29" y="60"/>
                  </a:cubicBezTo>
                  <a:cubicBezTo>
                    <a:pt x="28" y="59"/>
                    <a:pt x="28" y="59"/>
                    <a:pt x="28" y="59"/>
                  </a:cubicBezTo>
                  <a:cubicBezTo>
                    <a:pt x="26" y="59"/>
                    <a:pt x="26" y="59"/>
                    <a:pt x="26" y="59"/>
                  </a:cubicBezTo>
                  <a:cubicBezTo>
                    <a:pt x="25" y="60"/>
                    <a:pt x="25" y="60"/>
                    <a:pt x="25" y="60"/>
                  </a:cubicBezTo>
                  <a:cubicBezTo>
                    <a:pt x="26" y="61"/>
                    <a:pt x="26" y="61"/>
                    <a:pt x="26" y="61"/>
                  </a:cubicBezTo>
                  <a:cubicBezTo>
                    <a:pt x="25" y="64"/>
                    <a:pt x="25" y="64"/>
                    <a:pt x="25" y="64"/>
                  </a:cubicBezTo>
                  <a:cubicBezTo>
                    <a:pt x="21" y="59"/>
                    <a:pt x="21" y="59"/>
                    <a:pt x="21" y="59"/>
                  </a:cubicBezTo>
                  <a:cubicBezTo>
                    <a:pt x="14" y="62"/>
                    <a:pt x="14" y="62"/>
                    <a:pt x="14" y="62"/>
                  </a:cubicBezTo>
                  <a:close/>
                  <a:moveTo>
                    <a:pt x="35" y="42"/>
                  </a:moveTo>
                  <a:cubicBezTo>
                    <a:pt x="32" y="42"/>
                    <a:pt x="26" y="35"/>
                    <a:pt x="19" y="42"/>
                  </a:cubicBezTo>
                  <a:cubicBezTo>
                    <a:pt x="20" y="47"/>
                    <a:pt x="20" y="53"/>
                    <a:pt x="23" y="57"/>
                  </a:cubicBezTo>
                  <a:cubicBezTo>
                    <a:pt x="24" y="57"/>
                    <a:pt x="24" y="57"/>
                    <a:pt x="24" y="57"/>
                  </a:cubicBezTo>
                  <a:cubicBezTo>
                    <a:pt x="24" y="57"/>
                    <a:pt x="24" y="57"/>
                    <a:pt x="24" y="57"/>
                  </a:cubicBezTo>
                  <a:cubicBezTo>
                    <a:pt x="25" y="57"/>
                    <a:pt x="26" y="57"/>
                    <a:pt x="27" y="57"/>
                  </a:cubicBezTo>
                  <a:cubicBezTo>
                    <a:pt x="28" y="57"/>
                    <a:pt x="29" y="57"/>
                    <a:pt x="30" y="57"/>
                  </a:cubicBezTo>
                  <a:cubicBezTo>
                    <a:pt x="30" y="57"/>
                    <a:pt x="30" y="57"/>
                    <a:pt x="30" y="57"/>
                  </a:cubicBezTo>
                  <a:cubicBezTo>
                    <a:pt x="30" y="57"/>
                    <a:pt x="30" y="57"/>
                    <a:pt x="30" y="57"/>
                  </a:cubicBezTo>
                  <a:cubicBezTo>
                    <a:pt x="34" y="53"/>
                    <a:pt x="34" y="47"/>
                    <a:pt x="35" y="42"/>
                  </a:cubicBezTo>
                  <a:close/>
                  <a:moveTo>
                    <a:pt x="31" y="65"/>
                  </a:moveTo>
                  <a:cubicBezTo>
                    <a:pt x="31" y="66"/>
                    <a:pt x="31" y="66"/>
                    <a:pt x="31" y="66"/>
                  </a:cubicBezTo>
                  <a:cubicBezTo>
                    <a:pt x="36" y="66"/>
                    <a:pt x="36" y="66"/>
                    <a:pt x="36" y="66"/>
                  </a:cubicBezTo>
                  <a:cubicBezTo>
                    <a:pt x="36" y="65"/>
                    <a:pt x="36" y="65"/>
                    <a:pt x="36" y="65"/>
                  </a:cubicBezTo>
                  <a:cubicBezTo>
                    <a:pt x="31" y="65"/>
                    <a:pt x="31" y="65"/>
                    <a:pt x="31" y="65"/>
                  </a:cubicBezTo>
                  <a:close/>
                  <a:moveTo>
                    <a:pt x="44" y="51"/>
                  </a:moveTo>
                  <a:cubicBezTo>
                    <a:pt x="44" y="55"/>
                    <a:pt x="44" y="55"/>
                    <a:pt x="44" y="55"/>
                  </a:cubicBezTo>
                  <a:cubicBezTo>
                    <a:pt x="78" y="55"/>
                    <a:pt x="78" y="55"/>
                    <a:pt x="78" y="55"/>
                  </a:cubicBezTo>
                  <a:cubicBezTo>
                    <a:pt x="78" y="51"/>
                    <a:pt x="78" y="51"/>
                    <a:pt x="78" y="51"/>
                  </a:cubicBezTo>
                  <a:cubicBezTo>
                    <a:pt x="44" y="51"/>
                    <a:pt x="44" y="51"/>
                    <a:pt x="44" y="51"/>
                  </a:cubicBezTo>
                  <a:close/>
                  <a:moveTo>
                    <a:pt x="44" y="60"/>
                  </a:moveTo>
                  <a:cubicBezTo>
                    <a:pt x="44" y="65"/>
                    <a:pt x="44" y="65"/>
                    <a:pt x="44" y="65"/>
                  </a:cubicBezTo>
                  <a:cubicBezTo>
                    <a:pt x="59" y="65"/>
                    <a:pt x="59" y="65"/>
                    <a:pt x="59" y="65"/>
                  </a:cubicBezTo>
                  <a:cubicBezTo>
                    <a:pt x="59" y="60"/>
                    <a:pt x="59" y="60"/>
                    <a:pt x="59" y="60"/>
                  </a:cubicBezTo>
                  <a:cubicBezTo>
                    <a:pt x="44" y="60"/>
                    <a:pt x="44" y="60"/>
                    <a:pt x="44" y="60"/>
                  </a:cubicBezTo>
                  <a:close/>
                  <a:moveTo>
                    <a:pt x="44" y="42"/>
                  </a:moveTo>
                  <a:cubicBezTo>
                    <a:pt x="44" y="46"/>
                    <a:pt x="44" y="46"/>
                    <a:pt x="44" y="46"/>
                  </a:cubicBezTo>
                  <a:cubicBezTo>
                    <a:pt x="78" y="46"/>
                    <a:pt x="78" y="46"/>
                    <a:pt x="78" y="46"/>
                  </a:cubicBezTo>
                  <a:cubicBezTo>
                    <a:pt x="78" y="42"/>
                    <a:pt x="78" y="42"/>
                    <a:pt x="78" y="42"/>
                  </a:cubicBezTo>
                  <a:cubicBezTo>
                    <a:pt x="44" y="42"/>
                    <a:pt x="44" y="42"/>
                    <a:pt x="44" y="42"/>
                  </a:cubicBezTo>
                  <a:close/>
                  <a:moveTo>
                    <a:pt x="39" y="13"/>
                  </a:moveTo>
                  <a:cubicBezTo>
                    <a:pt x="53" y="13"/>
                    <a:pt x="53" y="13"/>
                    <a:pt x="53" y="13"/>
                  </a:cubicBezTo>
                  <a:cubicBezTo>
                    <a:pt x="53" y="13"/>
                    <a:pt x="52" y="12"/>
                    <a:pt x="52" y="12"/>
                  </a:cubicBezTo>
                  <a:cubicBezTo>
                    <a:pt x="50" y="10"/>
                    <a:pt x="48" y="9"/>
                    <a:pt x="46" y="9"/>
                  </a:cubicBezTo>
                  <a:cubicBezTo>
                    <a:pt x="44" y="9"/>
                    <a:pt x="42" y="10"/>
                    <a:pt x="41" y="12"/>
                  </a:cubicBezTo>
                  <a:cubicBezTo>
                    <a:pt x="40" y="12"/>
                    <a:pt x="40" y="13"/>
                    <a:pt x="39" y="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sp>
          <p:nvSpPr>
            <p:cNvPr id="101" name="Freeform 322">
              <a:extLst>
                <a:ext uri="{FF2B5EF4-FFF2-40B4-BE49-F238E27FC236}">
                  <a16:creationId xmlns:a16="http://schemas.microsoft.com/office/drawing/2014/main" id="{1D7460F9-3E6F-4C83-873C-F73556B83FE4}"/>
                </a:ext>
              </a:extLst>
            </p:cNvPr>
            <p:cNvSpPr>
              <a:spLocks/>
            </p:cNvSpPr>
            <p:nvPr/>
          </p:nvSpPr>
          <p:spPr bwMode="auto">
            <a:xfrm>
              <a:off x="5739082" y="3706517"/>
              <a:ext cx="494368" cy="294517"/>
            </a:xfrm>
            <a:custGeom>
              <a:avLst/>
              <a:gdLst>
                <a:gd name="T0" fmla="*/ 49 w 106"/>
                <a:gd name="T1" fmla="*/ 1 h 63"/>
                <a:gd name="T2" fmla="*/ 43 w 106"/>
                <a:gd name="T3" fmla="*/ 9 h 63"/>
                <a:gd name="T4" fmla="*/ 37 w 106"/>
                <a:gd name="T5" fmla="*/ 9 h 63"/>
                <a:gd name="T6" fmla="*/ 29 w 106"/>
                <a:gd name="T7" fmla="*/ 9 h 63"/>
                <a:gd name="T8" fmla="*/ 8 w 106"/>
                <a:gd name="T9" fmla="*/ 9 h 63"/>
                <a:gd name="T10" fmla="*/ 0 w 106"/>
                <a:gd name="T11" fmla="*/ 17 h 63"/>
                <a:gd name="T12" fmla="*/ 0 w 106"/>
                <a:gd name="T13" fmla="*/ 17 h 63"/>
                <a:gd name="T14" fmla="*/ 8 w 106"/>
                <a:gd name="T15" fmla="*/ 25 h 63"/>
                <a:gd name="T16" fmla="*/ 24 w 106"/>
                <a:gd name="T17" fmla="*/ 25 h 63"/>
                <a:gd name="T18" fmla="*/ 23 w 106"/>
                <a:gd name="T19" fmla="*/ 30 h 63"/>
                <a:gd name="T20" fmla="*/ 23 w 106"/>
                <a:gd name="T21" fmla="*/ 30 h 63"/>
                <a:gd name="T22" fmla="*/ 28 w 106"/>
                <a:gd name="T23" fmla="*/ 37 h 63"/>
                <a:gd name="T24" fmla="*/ 26 w 106"/>
                <a:gd name="T25" fmla="*/ 42 h 63"/>
                <a:gd name="T26" fmla="*/ 26 w 106"/>
                <a:gd name="T27" fmla="*/ 42 h 63"/>
                <a:gd name="T28" fmla="*/ 34 w 106"/>
                <a:gd name="T29" fmla="*/ 50 h 63"/>
                <a:gd name="T30" fmla="*/ 34 w 106"/>
                <a:gd name="T31" fmla="*/ 50 h 63"/>
                <a:gd name="T32" fmla="*/ 32 w 106"/>
                <a:gd name="T33" fmla="*/ 55 h 63"/>
                <a:gd name="T34" fmla="*/ 32 w 106"/>
                <a:gd name="T35" fmla="*/ 55 h 63"/>
                <a:gd name="T36" fmla="*/ 39 w 106"/>
                <a:gd name="T37" fmla="*/ 62 h 63"/>
                <a:gd name="T38" fmla="*/ 70 w 106"/>
                <a:gd name="T39" fmla="*/ 62 h 63"/>
                <a:gd name="T40" fmla="*/ 77 w 106"/>
                <a:gd name="T41" fmla="*/ 56 h 63"/>
                <a:gd name="T42" fmla="*/ 89 w 106"/>
                <a:gd name="T43" fmla="*/ 54 h 63"/>
                <a:gd name="T44" fmla="*/ 89 w 106"/>
                <a:gd name="T45" fmla="*/ 63 h 63"/>
                <a:gd name="T46" fmla="*/ 106 w 106"/>
                <a:gd name="T47" fmla="*/ 63 h 63"/>
                <a:gd name="T48" fmla="*/ 106 w 106"/>
                <a:gd name="T49" fmla="*/ 7 h 63"/>
                <a:gd name="T50" fmla="*/ 89 w 106"/>
                <a:gd name="T51" fmla="*/ 7 h 63"/>
                <a:gd name="T52" fmla="*/ 89 w 106"/>
                <a:gd name="T53" fmla="*/ 10 h 63"/>
                <a:gd name="T54" fmla="*/ 89 w 106"/>
                <a:gd name="T55" fmla="*/ 33 h 63"/>
                <a:gd name="T56" fmla="*/ 86 w 106"/>
                <a:gd name="T57" fmla="*/ 34 h 63"/>
                <a:gd name="T58" fmla="*/ 84 w 106"/>
                <a:gd name="T59" fmla="*/ 13 h 63"/>
                <a:gd name="T60" fmla="*/ 49 w 106"/>
                <a:gd name="T61" fmla="*/ 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63">
                  <a:moveTo>
                    <a:pt x="49" y="1"/>
                  </a:moveTo>
                  <a:cubicBezTo>
                    <a:pt x="43" y="9"/>
                    <a:pt x="43" y="9"/>
                    <a:pt x="43" y="9"/>
                  </a:cubicBezTo>
                  <a:cubicBezTo>
                    <a:pt x="37" y="9"/>
                    <a:pt x="37" y="9"/>
                    <a:pt x="37" y="9"/>
                  </a:cubicBezTo>
                  <a:cubicBezTo>
                    <a:pt x="29" y="9"/>
                    <a:pt x="29" y="9"/>
                    <a:pt x="29" y="9"/>
                  </a:cubicBezTo>
                  <a:cubicBezTo>
                    <a:pt x="8" y="9"/>
                    <a:pt x="8" y="9"/>
                    <a:pt x="8" y="9"/>
                  </a:cubicBezTo>
                  <a:cubicBezTo>
                    <a:pt x="4" y="9"/>
                    <a:pt x="0" y="13"/>
                    <a:pt x="0" y="17"/>
                  </a:cubicBezTo>
                  <a:cubicBezTo>
                    <a:pt x="0" y="17"/>
                    <a:pt x="0" y="17"/>
                    <a:pt x="0" y="17"/>
                  </a:cubicBezTo>
                  <a:cubicBezTo>
                    <a:pt x="0" y="22"/>
                    <a:pt x="4" y="25"/>
                    <a:pt x="8" y="25"/>
                  </a:cubicBezTo>
                  <a:cubicBezTo>
                    <a:pt x="24" y="25"/>
                    <a:pt x="24" y="25"/>
                    <a:pt x="24" y="25"/>
                  </a:cubicBezTo>
                  <a:cubicBezTo>
                    <a:pt x="23" y="27"/>
                    <a:pt x="23" y="28"/>
                    <a:pt x="23" y="30"/>
                  </a:cubicBezTo>
                  <a:cubicBezTo>
                    <a:pt x="23" y="30"/>
                    <a:pt x="23" y="30"/>
                    <a:pt x="23" y="30"/>
                  </a:cubicBezTo>
                  <a:cubicBezTo>
                    <a:pt x="23" y="34"/>
                    <a:pt x="25" y="37"/>
                    <a:pt x="28" y="37"/>
                  </a:cubicBezTo>
                  <a:cubicBezTo>
                    <a:pt x="27" y="39"/>
                    <a:pt x="26" y="40"/>
                    <a:pt x="26" y="42"/>
                  </a:cubicBezTo>
                  <a:cubicBezTo>
                    <a:pt x="26" y="42"/>
                    <a:pt x="26" y="42"/>
                    <a:pt x="26" y="42"/>
                  </a:cubicBezTo>
                  <a:cubicBezTo>
                    <a:pt x="26" y="46"/>
                    <a:pt x="30" y="50"/>
                    <a:pt x="34" y="50"/>
                  </a:cubicBezTo>
                  <a:cubicBezTo>
                    <a:pt x="34" y="50"/>
                    <a:pt x="34" y="50"/>
                    <a:pt x="34" y="50"/>
                  </a:cubicBezTo>
                  <a:cubicBezTo>
                    <a:pt x="33" y="51"/>
                    <a:pt x="32" y="53"/>
                    <a:pt x="32" y="55"/>
                  </a:cubicBezTo>
                  <a:cubicBezTo>
                    <a:pt x="32" y="55"/>
                    <a:pt x="32" y="55"/>
                    <a:pt x="32" y="55"/>
                  </a:cubicBezTo>
                  <a:cubicBezTo>
                    <a:pt x="32" y="59"/>
                    <a:pt x="35" y="62"/>
                    <a:pt x="39" y="62"/>
                  </a:cubicBezTo>
                  <a:cubicBezTo>
                    <a:pt x="70" y="62"/>
                    <a:pt x="70" y="62"/>
                    <a:pt x="70" y="62"/>
                  </a:cubicBezTo>
                  <a:cubicBezTo>
                    <a:pt x="77" y="56"/>
                    <a:pt x="77" y="56"/>
                    <a:pt x="77" y="56"/>
                  </a:cubicBezTo>
                  <a:cubicBezTo>
                    <a:pt x="89" y="54"/>
                    <a:pt x="89" y="54"/>
                    <a:pt x="89" y="54"/>
                  </a:cubicBezTo>
                  <a:cubicBezTo>
                    <a:pt x="89" y="63"/>
                    <a:pt x="89" y="63"/>
                    <a:pt x="89" y="63"/>
                  </a:cubicBezTo>
                  <a:cubicBezTo>
                    <a:pt x="106" y="63"/>
                    <a:pt x="106" y="63"/>
                    <a:pt x="106" y="63"/>
                  </a:cubicBezTo>
                  <a:cubicBezTo>
                    <a:pt x="106" y="7"/>
                    <a:pt x="106" y="7"/>
                    <a:pt x="106" y="7"/>
                  </a:cubicBezTo>
                  <a:cubicBezTo>
                    <a:pt x="89" y="7"/>
                    <a:pt x="89" y="7"/>
                    <a:pt x="89" y="7"/>
                  </a:cubicBezTo>
                  <a:cubicBezTo>
                    <a:pt x="89" y="10"/>
                    <a:pt x="89" y="10"/>
                    <a:pt x="89" y="10"/>
                  </a:cubicBezTo>
                  <a:cubicBezTo>
                    <a:pt x="89" y="33"/>
                    <a:pt x="89" y="33"/>
                    <a:pt x="89" y="33"/>
                  </a:cubicBezTo>
                  <a:cubicBezTo>
                    <a:pt x="86" y="34"/>
                    <a:pt x="86" y="34"/>
                    <a:pt x="86" y="34"/>
                  </a:cubicBezTo>
                  <a:cubicBezTo>
                    <a:pt x="84" y="13"/>
                    <a:pt x="84" y="13"/>
                    <a:pt x="84" y="13"/>
                  </a:cubicBezTo>
                  <a:cubicBezTo>
                    <a:pt x="72" y="9"/>
                    <a:pt x="62" y="0"/>
                    <a:pt x="4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cs typeface="+mn-ea"/>
                <a:sym typeface="+mn-lt"/>
              </a:endParaRPr>
            </a:p>
          </p:txBody>
        </p:sp>
      </p:grpSp>
      <p:sp>
        <p:nvSpPr>
          <p:cNvPr id="242" name="矩形 55">
            <a:extLst>
              <a:ext uri="{FF2B5EF4-FFF2-40B4-BE49-F238E27FC236}">
                <a16:creationId xmlns:a16="http://schemas.microsoft.com/office/drawing/2014/main" id="{23C33A58-4A8B-43A3-98FB-4409FF5484D3}"/>
              </a:ext>
            </a:extLst>
          </p:cNvPr>
          <p:cNvSpPr/>
          <p:nvPr/>
        </p:nvSpPr>
        <p:spPr>
          <a:xfrm>
            <a:off x="869373" y="1692682"/>
            <a:ext cx="323618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a:t>
            </a:r>
          </a:p>
        </p:txBody>
      </p:sp>
      <p:sp>
        <p:nvSpPr>
          <p:cNvPr id="243" name="矩形 242">
            <a:extLst>
              <a:ext uri="{FF2B5EF4-FFF2-40B4-BE49-F238E27FC236}">
                <a16:creationId xmlns:a16="http://schemas.microsoft.com/office/drawing/2014/main" id="{1786F457-4C46-44DE-AE54-EC78ADC4EF8D}"/>
              </a:ext>
            </a:extLst>
          </p:cNvPr>
          <p:cNvSpPr/>
          <p:nvPr/>
        </p:nvSpPr>
        <p:spPr>
          <a:xfrm>
            <a:off x="2698349" y="1246844"/>
            <a:ext cx="1364476" cy="446276"/>
          </a:xfrm>
          <a:prstGeom prst="rect">
            <a:avLst/>
          </a:prstGeom>
          <a:noFill/>
        </p:spPr>
        <p:txBody>
          <a:bodyPr wrap="none">
            <a:spAutoFit/>
            <a:scene3d>
              <a:camera prst="orthographicFront"/>
              <a:lightRig rig="threePt" dir="t"/>
            </a:scene3d>
            <a:sp3d contourW="12700"/>
          </a:bodyPr>
          <a:lstStyle/>
          <a:p>
            <a:pPr algn="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44" name="矩形 55">
            <a:extLst>
              <a:ext uri="{FF2B5EF4-FFF2-40B4-BE49-F238E27FC236}">
                <a16:creationId xmlns:a16="http://schemas.microsoft.com/office/drawing/2014/main" id="{A7028963-E53C-4435-9C96-330D7FC451A8}"/>
              </a:ext>
            </a:extLst>
          </p:cNvPr>
          <p:cNvSpPr/>
          <p:nvPr/>
        </p:nvSpPr>
        <p:spPr>
          <a:xfrm>
            <a:off x="554864" y="3317102"/>
            <a:ext cx="311507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a:t>
            </a:r>
          </a:p>
        </p:txBody>
      </p:sp>
      <p:sp>
        <p:nvSpPr>
          <p:cNvPr id="245" name="矩形 244">
            <a:extLst>
              <a:ext uri="{FF2B5EF4-FFF2-40B4-BE49-F238E27FC236}">
                <a16:creationId xmlns:a16="http://schemas.microsoft.com/office/drawing/2014/main" id="{FEC3EA23-2C6D-413D-A958-D2E196226334}"/>
              </a:ext>
            </a:extLst>
          </p:cNvPr>
          <p:cNvSpPr/>
          <p:nvPr/>
        </p:nvSpPr>
        <p:spPr>
          <a:xfrm>
            <a:off x="2313022" y="2856996"/>
            <a:ext cx="1364476" cy="446276"/>
          </a:xfrm>
          <a:prstGeom prst="rect">
            <a:avLst/>
          </a:prstGeom>
          <a:noFill/>
        </p:spPr>
        <p:txBody>
          <a:bodyPr wrap="none">
            <a:spAutoFit/>
            <a:scene3d>
              <a:camera prst="orthographicFront"/>
              <a:lightRig rig="threePt" dir="t"/>
            </a:scene3d>
            <a:sp3d contourW="12700"/>
          </a:bodyPr>
          <a:lstStyle/>
          <a:p>
            <a:pPr algn="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46" name="矩形 55">
            <a:extLst>
              <a:ext uri="{FF2B5EF4-FFF2-40B4-BE49-F238E27FC236}">
                <a16:creationId xmlns:a16="http://schemas.microsoft.com/office/drawing/2014/main" id="{6071496D-A30F-43FC-93E1-C8A5E8D22DA5}"/>
              </a:ext>
            </a:extLst>
          </p:cNvPr>
          <p:cNvSpPr/>
          <p:nvPr/>
        </p:nvSpPr>
        <p:spPr>
          <a:xfrm>
            <a:off x="874713" y="4763314"/>
            <a:ext cx="3236184" cy="584775"/>
          </a:xfrm>
          <a:prstGeom prst="rect">
            <a:avLst/>
          </a:prstGeom>
        </p:spPr>
        <p:txBody>
          <a:bodyPr wrap="square">
            <a:spAutoFit/>
            <a:scene3d>
              <a:camera prst="orthographicFront"/>
              <a:lightRig rig="threePt" dir="t"/>
            </a:scene3d>
            <a:sp3d contourW="12700"/>
          </a:bodyPr>
          <a:lstStyle/>
          <a:p>
            <a:pPr algn="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a:t>
            </a:r>
          </a:p>
        </p:txBody>
      </p:sp>
      <p:sp>
        <p:nvSpPr>
          <p:cNvPr id="247" name="矩形 246">
            <a:extLst>
              <a:ext uri="{FF2B5EF4-FFF2-40B4-BE49-F238E27FC236}">
                <a16:creationId xmlns:a16="http://schemas.microsoft.com/office/drawing/2014/main" id="{6CC68668-7238-4D81-94FC-23BBD186A56A}"/>
              </a:ext>
            </a:extLst>
          </p:cNvPr>
          <p:cNvSpPr/>
          <p:nvPr/>
        </p:nvSpPr>
        <p:spPr>
          <a:xfrm>
            <a:off x="2686120" y="4329789"/>
            <a:ext cx="1364476" cy="446276"/>
          </a:xfrm>
          <a:prstGeom prst="rect">
            <a:avLst/>
          </a:prstGeom>
          <a:noFill/>
        </p:spPr>
        <p:txBody>
          <a:bodyPr wrap="none">
            <a:spAutoFit/>
            <a:scene3d>
              <a:camera prst="orthographicFront"/>
              <a:lightRig rig="threePt" dir="t"/>
            </a:scene3d>
            <a:sp3d contourW="12700"/>
          </a:bodyPr>
          <a:lstStyle/>
          <a:p>
            <a:pPr algn="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48" name="矩形 55">
            <a:extLst>
              <a:ext uri="{FF2B5EF4-FFF2-40B4-BE49-F238E27FC236}">
                <a16:creationId xmlns:a16="http://schemas.microsoft.com/office/drawing/2014/main" id="{A7D11F09-B024-4672-AC15-1310BA506D33}"/>
              </a:ext>
            </a:extLst>
          </p:cNvPr>
          <p:cNvSpPr/>
          <p:nvPr/>
        </p:nvSpPr>
        <p:spPr>
          <a:xfrm>
            <a:off x="8231978" y="1697936"/>
            <a:ext cx="3090709"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a:t>
            </a:r>
          </a:p>
        </p:txBody>
      </p:sp>
      <p:sp>
        <p:nvSpPr>
          <p:cNvPr id="249" name="矩形 248">
            <a:extLst>
              <a:ext uri="{FF2B5EF4-FFF2-40B4-BE49-F238E27FC236}">
                <a16:creationId xmlns:a16="http://schemas.microsoft.com/office/drawing/2014/main" id="{76FB113F-713A-4E02-8C45-4FC07EC83C68}"/>
              </a:ext>
            </a:extLst>
          </p:cNvPr>
          <p:cNvSpPr/>
          <p:nvPr/>
        </p:nvSpPr>
        <p:spPr>
          <a:xfrm>
            <a:off x="8216028" y="1239269"/>
            <a:ext cx="1364476" cy="446276"/>
          </a:xfrm>
          <a:prstGeom prst="rect">
            <a:avLst/>
          </a:prstGeom>
          <a:noFill/>
        </p:spPr>
        <p:txBody>
          <a:bodyPr wrap="none">
            <a:spAutoFit/>
            <a:scene3d>
              <a:camera prst="orthographicFront"/>
              <a:lightRig rig="threePt" dir="t"/>
            </a:scene3d>
            <a:sp3d contourW="12700"/>
          </a:bodyPr>
          <a:lstStyle/>
          <a:p>
            <a:pP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50" name="矩形 55">
            <a:extLst>
              <a:ext uri="{FF2B5EF4-FFF2-40B4-BE49-F238E27FC236}">
                <a16:creationId xmlns:a16="http://schemas.microsoft.com/office/drawing/2014/main" id="{FE400F8C-B939-460F-9406-518399DD3819}"/>
              </a:ext>
            </a:extLst>
          </p:cNvPr>
          <p:cNvSpPr/>
          <p:nvPr/>
        </p:nvSpPr>
        <p:spPr>
          <a:xfrm>
            <a:off x="8711643" y="3332361"/>
            <a:ext cx="2950265"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a:t>
            </a:r>
          </a:p>
        </p:txBody>
      </p:sp>
      <p:sp>
        <p:nvSpPr>
          <p:cNvPr id="251" name="矩形 250">
            <a:extLst>
              <a:ext uri="{FF2B5EF4-FFF2-40B4-BE49-F238E27FC236}">
                <a16:creationId xmlns:a16="http://schemas.microsoft.com/office/drawing/2014/main" id="{202966AF-66AC-4DA0-824D-3325FD9A89C7}"/>
              </a:ext>
            </a:extLst>
          </p:cNvPr>
          <p:cNvSpPr/>
          <p:nvPr/>
        </p:nvSpPr>
        <p:spPr>
          <a:xfrm>
            <a:off x="8734875" y="2852671"/>
            <a:ext cx="1364476" cy="446276"/>
          </a:xfrm>
          <a:prstGeom prst="rect">
            <a:avLst/>
          </a:prstGeom>
          <a:noFill/>
        </p:spPr>
        <p:txBody>
          <a:bodyPr wrap="none">
            <a:spAutoFit/>
            <a:scene3d>
              <a:camera prst="orthographicFront"/>
              <a:lightRig rig="threePt" dir="t"/>
            </a:scene3d>
            <a:sp3d contourW="12700"/>
          </a:bodyPr>
          <a:lstStyle/>
          <a:p>
            <a:pPr>
              <a:spcBef>
                <a:spcPct val="0"/>
              </a:spcBef>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zh-CN" altLang="zh-CN" sz="2300" b="1" dirty="0">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52" name="矩形 55">
            <a:extLst>
              <a:ext uri="{FF2B5EF4-FFF2-40B4-BE49-F238E27FC236}">
                <a16:creationId xmlns:a16="http://schemas.microsoft.com/office/drawing/2014/main" id="{A0F59F0B-77B6-48F1-A2AF-188C8533F281}"/>
              </a:ext>
            </a:extLst>
          </p:cNvPr>
          <p:cNvSpPr/>
          <p:nvPr/>
        </p:nvSpPr>
        <p:spPr>
          <a:xfrm>
            <a:off x="8226578" y="4733045"/>
            <a:ext cx="3090709" cy="584775"/>
          </a:xfrm>
          <a:prstGeom prst="rect">
            <a:avLst/>
          </a:prstGeom>
        </p:spPr>
        <p:txBody>
          <a:bodyPr wrap="square">
            <a:spAutoFit/>
            <a:scene3d>
              <a:camera prst="orthographicFront"/>
              <a:lightRig rig="threePt" dir="t"/>
            </a:scene3d>
            <a:sp3d contourW="12700"/>
          </a:bodyPr>
          <a:lstStyle/>
          <a:p>
            <a:pPr>
              <a:spcBef>
                <a:spcPct val="0"/>
              </a:spcBef>
              <a:buNone/>
            </a:pPr>
            <a:r>
              <a:rPr lang="zh-CN" altLang="en-US" sz="1600" dirty="0">
                <a:latin typeface="思源黑体 CN Light" panose="020B0300000000000000" pitchFamily="34" charset="-122"/>
                <a:ea typeface="思源黑体 CN Light" panose="020B0300000000000000" pitchFamily="34" charset="-122"/>
                <a:cs typeface="+mn-ea"/>
                <a:sym typeface="+mn-lt"/>
              </a:rPr>
              <a:t>您的内容打在这里，或者通过复制您的文本后，在此框中选择粘</a:t>
            </a:r>
          </a:p>
        </p:txBody>
      </p:sp>
      <p:sp>
        <p:nvSpPr>
          <p:cNvPr id="253" name="矩形 252">
            <a:extLst>
              <a:ext uri="{FF2B5EF4-FFF2-40B4-BE49-F238E27FC236}">
                <a16:creationId xmlns:a16="http://schemas.microsoft.com/office/drawing/2014/main" id="{3D044B40-5F84-43D5-A362-54C818C538F8}"/>
              </a:ext>
            </a:extLst>
          </p:cNvPr>
          <p:cNvSpPr/>
          <p:nvPr/>
        </p:nvSpPr>
        <p:spPr>
          <a:xfrm>
            <a:off x="8253974" y="4286950"/>
            <a:ext cx="1364476" cy="446276"/>
          </a:xfrm>
          <a:prstGeom prst="rect">
            <a:avLst/>
          </a:prstGeom>
          <a:noFill/>
        </p:spPr>
        <p:txBody>
          <a:bodyPr wrap="none">
            <a:spAutoFit/>
            <a:scene3d>
              <a:camera prst="orthographicFront"/>
              <a:lightRig rig="threePt" dir="t"/>
            </a:scene3d>
            <a:sp3d contourW="12700"/>
          </a:bodyPr>
          <a:lstStyle/>
          <a:p>
            <a:pPr>
              <a:spcBef>
                <a:spcPct val="0"/>
              </a:spcBef>
            </a:pPr>
            <a:r>
              <a:rPr lang="zh-CN" altLang="en-US" sz="2300" b="1" dirty="0">
                <a:latin typeface="思源黑体 CN Bold" panose="020B0800000000000000" pitchFamily="34" charset="-122"/>
                <a:ea typeface="思源黑体 CN Bold" panose="020B0800000000000000" pitchFamily="34" charset="-122"/>
                <a:cs typeface="+mn-ea"/>
                <a:sym typeface="+mn-lt"/>
              </a:rPr>
              <a:t>添加标题</a:t>
            </a:r>
            <a:endParaRPr lang="zh-CN" altLang="zh-CN" sz="2300" b="1" dirty="0">
              <a:latin typeface="思源黑体 CN Bold" panose="020B0800000000000000" pitchFamily="34" charset="-122"/>
              <a:ea typeface="思源黑体 CN Bold" panose="020B0800000000000000" pitchFamily="34" charset="-122"/>
              <a:cs typeface="+mn-ea"/>
              <a:sym typeface="+mn-lt"/>
            </a:endParaRPr>
          </a:p>
        </p:txBody>
      </p:sp>
      <p:grpSp>
        <p:nvGrpSpPr>
          <p:cNvPr id="254" name="组合 253">
            <a:extLst>
              <a:ext uri="{FF2B5EF4-FFF2-40B4-BE49-F238E27FC236}">
                <a16:creationId xmlns:a16="http://schemas.microsoft.com/office/drawing/2014/main" id="{375EDC58-044D-4CFA-BEF2-5DDFD9DB172C}"/>
              </a:ext>
            </a:extLst>
          </p:cNvPr>
          <p:cNvGrpSpPr/>
          <p:nvPr/>
        </p:nvGrpSpPr>
        <p:grpSpPr>
          <a:xfrm>
            <a:off x="444056" y="246729"/>
            <a:ext cx="1415772" cy="433147"/>
            <a:chOff x="444056" y="262399"/>
            <a:chExt cx="1415772" cy="433147"/>
          </a:xfrm>
        </p:grpSpPr>
        <p:sp>
          <p:nvSpPr>
            <p:cNvPr id="255" name="TextBox 7">
              <a:extLst>
                <a:ext uri="{FF2B5EF4-FFF2-40B4-BE49-F238E27FC236}">
                  <a16:creationId xmlns:a16="http://schemas.microsoft.com/office/drawing/2014/main" id="{C2B68F4F-780B-45BA-97FE-26A64EFCA82F}"/>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rPr>
                <a:t>添加页面</a:t>
              </a:r>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标题</a:t>
              </a:r>
              <a:r>
                <a:rPr lang="zh-CN" altLang="en-US" sz="1200" dirty="0">
                  <a:latin typeface="思源黑体 CN Light" panose="020B0300000000000000" pitchFamily="34" charset="-122"/>
                  <a:ea typeface="思源黑体 CN Light" panose="020B0300000000000000" pitchFamily="34" charset="-122"/>
                </a:rPr>
                <a:t>内容</a:t>
              </a:r>
            </a:p>
          </p:txBody>
        </p:sp>
        <p:sp>
          <p:nvSpPr>
            <p:cNvPr id="256" name="TextBox 8">
              <a:extLst>
                <a:ext uri="{FF2B5EF4-FFF2-40B4-BE49-F238E27FC236}">
                  <a16:creationId xmlns:a16="http://schemas.microsoft.com/office/drawing/2014/main" id="{9F56FC8F-E5A8-4AD7-9D0A-F012AF0AD4C2}"/>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260" name="矩形 259">
            <a:extLst>
              <a:ext uri="{FF2B5EF4-FFF2-40B4-BE49-F238E27FC236}">
                <a16:creationId xmlns:a16="http://schemas.microsoft.com/office/drawing/2014/main" id="{8ADB1FF0-F99D-4BBA-B49E-0782E0D3DDF0}"/>
              </a:ext>
            </a:extLst>
          </p:cNvPr>
          <p:cNvSpPr/>
          <p:nvPr/>
        </p:nvSpPr>
        <p:spPr>
          <a:xfrm>
            <a:off x="243840" y="244988"/>
            <a:ext cx="121920" cy="436628"/>
          </a:xfrm>
          <a:prstGeom prst="rect">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DB5B90F5-D477-44E8-A8CB-3C504BF8BFD2}"/>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2666078"/>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500" fill="hold"/>
                                            <p:tgtEl>
                                              <p:spTgt spid="79"/>
                                            </p:tgtEl>
                                            <p:attrNameLst>
                                              <p:attrName>ppt_w</p:attrName>
                                            </p:attrNameLst>
                                          </p:cBhvr>
                                          <p:tavLst>
                                            <p:tav tm="0">
                                              <p:val>
                                                <p:fltVal val="0"/>
                                              </p:val>
                                            </p:tav>
                                            <p:tav tm="100000">
                                              <p:val>
                                                <p:strVal val="#ppt_w"/>
                                              </p:val>
                                            </p:tav>
                                          </p:tavLst>
                                        </p:anim>
                                        <p:anim calcmode="lin" valueType="num">
                                          <p:cBhvr>
                                            <p:cTn id="8" dur="500" fill="hold"/>
                                            <p:tgtEl>
                                              <p:spTgt spid="79"/>
                                            </p:tgtEl>
                                            <p:attrNameLst>
                                              <p:attrName>ppt_h</p:attrName>
                                            </p:attrNameLst>
                                          </p:cBhvr>
                                          <p:tavLst>
                                            <p:tav tm="0">
                                              <p:val>
                                                <p:fltVal val="0"/>
                                              </p:val>
                                            </p:tav>
                                            <p:tav tm="100000">
                                              <p:val>
                                                <p:strVal val="#ppt_h"/>
                                              </p:val>
                                            </p:tav>
                                          </p:tavLst>
                                        </p:anim>
                                        <p:animEffect transition="in" filter="fade">
                                          <p:cBhvr>
                                            <p:cTn id="9" dur="500"/>
                                            <p:tgtEl>
                                              <p:spTgt spid="79"/>
                                            </p:tgtEl>
                                          </p:cBhvr>
                                        </p:animEffect>
                                      </p:childTnLst>
                                    </p:cTn>
                                  </p:par>
                                </p:childTnLst>
                              </p:cTn>
                            </p:par>
                            <p:par>
                              <p:cTn id="10" fill="hold">
                                <p:stCondLst>
                                  <p:cond delay="500"/>
                                </p:stCondLst>
                                <p:childTnLst>
                                  <p:par>
                                    <p:cTn id="11" presetID="2" presetClass="entr" presetSubtype="8" fill="hold" grpId="0" nodeType="afterEffect" p14:presetBounceEnd="56000">
                                      <p:stCondLst>
                                        <p:cond delay="0"/>
                                      </p:stCondLst>
                                      <p:childTnLst>
                                        <p:set>
                                          <p:cBhvr>
                                            <p:cTn id="12" dur="1" fill="hold">
                                              <p:stCondLst>
                                                <p:cond delay="0"/>
                                              </p:stCondLst>
                                            </p:cTn>
                                            <p:tgtEl>
                                              <p:spTgt spid="243"/>
                                            </p:tgtEl>
                                            <p:attrNameLst>
                                              <p:attrName>style.visibility</p:attrName>
                                            </p:attrNameLst>
                                          </p:cBhvr>
                                          <p:to>
                                            <p:strVal val="visible"/>
                                          </p:to>
                                        </p:set>
                                        <p:anim calcmode="lin" valueType="num" p14:bounceEnd="56000">
                                          <p:cBhvr additive="base">
                                            <p:cTn id="13" dur="500" fill="hold"/>
                                            <p:tgtEl>
                                              <p:spTgt spid="243"/>
                                            </p:tgtEl>
                                            <p:attrNameLst>
                                              <p:attrName>ppt_x</p:attrName>
                                            </p:attrNameLst>
                                          </p:cBhvr>
                                          <p:tavLst>
                                            <p:tav tm="0">
                                              <p:val>
                                                <p:strVal val="0-#ppt_w/2"/>
                                              </p:val>
                                            </p:tav>
                                            <p:tav tm="100000">
                                              <p:val>
                                                <p:strVal val="#ppt_x"/>
                                              </p:val>
                                            </p:tav>
                                          </p:tavLst>
                                        </p:anim>
                                        <p:anim calcmode="lin" valueType="num" p14:bounceEnd="56000">
                                          <p:cBhvr additive="base">
                                            <p:cTn id="14" dur="500" fill="hold"/>
                                            <p:tgtEl>
                                              <p:spTgt spid="243"/>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14:presetBounceEnd="56000">
                                      <p:stCondLst>
                                        <p:cond delay="250"/>
                                      </p:stCondLst>
                                      <p:childTnLst>
                                        <p:set>
                                          <p:cBhvr>
                                            <p:cTn id="16" dur="1" fill="hold">
                                              <p:stCondLst>
                                                <p:cond delay="0"/>
                                              </p:stCondLst>
                                            </p:cTn>
                                            <p:tgtEl>
                                              <p:spTgt spid="242"/>
                                            </p:tgtEl>
                                            <p:attrNameLst>
                                              <p:attrName>style.visibility</p:attrName>
                                            </p:attrNameLst>
                                          </p:cBhvr>
                                          <p:to>
                                            <p:strVal val="visible"/>
                                          </p:to>
                                        </p:set>
                                        <p:anim calcmode="lin" valueType="num" p14:bounceEnd="56000">
                                          <p:cBhvr additive="base">
                                            <p:cTn id="17" dur="500" fill="hold"/>
                                            <p:tgtEl>
                                              <p:spTgt spid="242"/>
                                            </p:tgtEl>
                                            <p:attrNameLst>
                                              <p:attrName>ppt_x</p:attrName>
                                            </p:attrNameLst>
                                          </p:cBhvr>
                                          <p:tavLst>
                                            <p:tav tm="0">
                                              <p:val>
                                                <p:strVal val="0-#ppt_w/2"/>
                                              </p:val>
                                            </p:tav>
                                            <p:tav tm="100000">
                                              <p:val>
                                                <p:strVal val="#ppt_x"/>
                                              </p:val>
                                            </p:tav>
                                          </p:tavLst>
                                        </p:anim>
                                        <p:anim calcmode="lin" valueType="num" p14:bounceEnd="56000">
                                          <p:cBhvr additive="base">
                                            <p:cTn id="18" dur="500" fill="hold"/>
                                            <p:tgtEl>
                                              <p:spTgt spid="242"/>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grpId="0" nodeType="afterEffect" p14:presetBounceEnd="56000">
                                      <p:stCondLst>
                                        <p:cond delay="0"/>
                                      </p:stCondLst>
                                      <p:childTnLst>
                                        <p:set>
                                          <p:cBhvr>
                                            <p:cTn id="21" dur="1" fill="hold">
                                              <p:stCondLst>
                                                <p:cond delay="0"/>
                                              </p:stCondLst>
                                            </p:cTn>
                                            <p:tgtEl>
                                              <p:spTgt spid="249"/>
                                            </p:tgtEl>
                                            <p:attrNameLst>
                                              <p:attrName>style.visibility</p:attrName>
                                            </p:attrNameLst>
                                          </p:cBhvr>
                                          <p:to>
                                            <p:strVal val="visible"/>
                                          </p:to>
                                        </p:set>
                                        <p:anim calcmode="lin" valueType="num" p14:bounceEnd="56000">
                                          <p:cBhvr additive="base">
                                            <p:cTn id="22" dur="500" fill="hold"/>
                                            <p:tgtEl>
                                              <p:spTgt spid="249"/>
                                            </p:tgtEl>
                                            <p:attrNameLst>
                                              <p:attrName>ppt_x</p:attrName>
                                            </p:attrNameLst>
                                          </p:cBhvr>
                                          <p:tavLst>
                                            <p:tav tm="0">
                                              <p:val>
                                                <p:strVal val="1+#ppt_w/2"/>
                                              </p:val>
                                            </p:tav>
                                            <p:tav tm="100000">
                                              <p:val>
                                                <p:strVal val="#ppt_x"/>
                                              </p:val>
                                            </p:tav>
                                          </p:tavLst>
                                        </p:anim>
                                        <p:anim calcmode="lin" valueType="num" p14:bounceEnd="56000">
                                          <p:cBhvr additive="base">
                                            <p:cTn id="23" dur="500" fill="hold"/>
                                            <p:tgtEl>
                                              <p:spTgt spid="249"/>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14:presetBounceEnd="56000">
                                      <p:stCondLst>
                                        <p:cond delay="250"/>
                                      </p:stCondLst>
                                      <p:childTnLst>
                                        <p:set>
                                          <p:cBhvr>
                                            <p:cTn id="25" dur="1" fill="hold">
                                              <p:stCondLst>
                                                <p:cond delay="0"/>
                                              </p:stCondLst>
                                            </p:cTn>
                                            <p:tgtEl>
                                              <p:spTgt spid="248"/>
                                            </p:tgtEl>
                                            <p:attrNameLst>
                                              <p:attrName>style.visibility</p:attrName>
                                            </p:attrNameLst>
                                          </p:cBhvr>
                                          <p:to>
                                            <p:strVal val="visible"/>
                                          </p:to>
                                        </p:set>
                                        <p:anim calcmode="lin" valueType="num" p14:bounceEnd="56000">
                                          <p:cBhvr additive="base">
                                            <p:cTn id="26" dur="500" fill="hold"/>
                                            <p:tgtEl>
                                              <p:spTgt spid="248"/>
                                            </p:tgtEl>
                                            <p:attrNameLst>
                                              <p:attrName>ppt_x</p:attrName>
                                            </p:attrNameLst>
                                          </p:cBhvr>
                                          <p:tavLst>
                                            <p:tav tm="0">
                                              <p:val>
                                                <p:strVal val="1+#ppt_w/2"/>
                                              </p:val>
                                            </p:tav>
                                            <p:tav tm="100000">
                                              <p:val>
                                                <p:strVal val="#ppt_x"/>
                                              </p:val>
                                            </p:tav>
                                          </p:tavLst>
                                        </p:anim>
                                        <p:anim calcmode="lin" valueType="num" p14:bounceEnd="56000">
                                          <p:cBhvr additive="base">
                                            <p:cTn id="27" dur="500" fill="hold"/>
                                            <p:tgtEl>
                                              <p:spTgt spid="248"/>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8" fill="hold" grpId="0" nodeType="afterEffect" p14:presetBounceEnd="56000">
                                      <p:stCondLst>
                                        <p:cond delay="0"/>
                                      </p:stCondLst>
                                      <p:childTnLst>
                                        <p:set>
                                          <p:cBhvr>
                                            <p:cTn id="30" dur="1" fill="hold">
                                              <p:stCondLst>
                                                <p:cond delay="0"/>
                                              </p:stCondLst>
                                            </p:cTn>
                                            <p:tgtEl>
                                              <p:spTgt spid="245"/>
                                            </p:tgtEl>
                                            <p:attrNameLst>
                                              <p:attrName>style.visibility</p:attrName>
                                            </p:attrNameLst>
                                          </p:cBhvr>
                                          <p:to>
                                            <p:strVal val="visible"/>
                                          </p:to>
                                        </p:set>
                                        <p:anim calcmode="lin" valueType="num" p14:bounceEnd="56000">
                                          <p:cBhvr additive="base">
                                            <p:cTn id="31" dur="500" fill="hold"/>
                                            <p:tgtEl>
                                              <p:spTgt spid="245"/>
                                            </p:tgtEl>
                                            <p:attrNameLst>
                                              <p:attrName>ppt_x</p:attrName>
                                            </p:attrNameLst>
                                          </p:cBhvr>
                                          <p:tavLst>
                                            <p:tav tm="0">
                                              <p:val>
                                                <p:strVal val="0-#ppt_w/2"/>
                                              </p:val>
                                            </p:tav>
                                            <p:tav tm="100000">
                                              <p:val>
                                                <p:strVal val="#ppt_x"/>
                                              </p:val>
                                            </p:tav>
                                          </p:tavLst>
                                        </p:anim>
                                        <p:anim calcmode="lin" valueType="num" p14:bounceEnd="56000">
                                          <p:cBhvr additive="base">
                                            <p:cTn id="32" dur="500" fill="hold"/>
                                            <p:tgtEl>
                                              <p:spTgt spid="245"/>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56000">
                                      <p:stCondLst>
                                        <p:cond delay="250"/>
                                      </p:stCondLst>
                                      <p:childTnLst>
                                        <p:set>
                                          <p:cBhvr>
                                            <p:cTn id="34" dur="1" fill="hold">
                                              <p:stCondLst>
                                                <p:cond delay="0"/>
                                              </p:stCondLst>
                                            </p:cTn>
                                            <p:tgtEl>
                                              <p:spTgt spid="244"/>
                                            </p:tgtEl>
                                            <p:attrNameLst>
                                              <p:attrName>style.visibility</p:attrName>
                                            </p:attrNameLst>
                                          </p:cBhvr>
                                          <p:to>
                                            <p:strVal val="visible"/>
                                          </p:to>
                                        </p:set>
                                        <p:anim calcmode="lin" valueType="num" p14:bounceEnd="56000">
                                          <p:cBhvr additive="base">
                                            <p:cTn id="35" dur="500" fill="hold"/>
                                            <p:tgtEl>
                                              <p:spTgt spid="244"/>
                                            </p:tgtEl>
                                            <p:attrNameLst>
                                              <p:attrName>ppt_x</p:attrName>
                                            </p:attrNameLst>
                                          </p:cBhvr>
                                          <p:tavLst>
                                            <p:tav tm="0">
                                              <p:val>
                                                <p:strVal val="0-#ppt_w/2"/>
                                              </p:val>
                                            </p:tav>
                                            <p:tav tm="100000">
                                              <p:val>
                                                <p:strVal val="#ppt_x"/>
                                              </p:val>
                                            </p:tav>
                                          </p:tavLst>
                                        </p:anim>
                                        <p:anim calcmode="lin" valueType="num" p14:bounceEnd="56000">
                                          <p:cBhvr additive="base">
                                            <p:cTn id="36" dur="500" fill="hold"/>
                                            <p:tgtEl>
                                              <p:spTgt spid="244"/>
                                            </p:tgtEl>
                                            <p:attrNameLst>
                                              <p:attrName>ppt_y</p:attrName>
                                            </p:attrNameLst>
                                          </p:cBhvr>
                                          <p:tavLst>
                                            <p:tav tm="0">
                                              <p:val>
                                                <p:strVal val="#ppt_y"/>
                                              </p:val>
                                            </p:tav>
                                            <p:tav tm="100000">
                                              <p:val>
                                                <p:strVal val="#ppt_y"/>
                                              </p:val>
                                            </p:tav>
                                          </p:tavLst>
                                        </p:anim>
                                      </p:childTnLst>
                                    </p:cTn>
                                  </p:par>
                                </p:childTnLst>
                              </p:cTn>
                            </p:par>
                            <p:par>
                              <p:cTn id="37" fill="hold">
                                <p:stCondLst>
                                  <p:cond delay="2750"/>
                                </p:stCondLst>
                                <p:childTnLst>
                                  <p:par>
                                    <p:cTn id="38" presetID="2" presetClass="entr" presetSubtype="2" fill="hold" grpId="0" nodeType="afterEffect" p14:presetBounceEnd="56000">
                                      <p:stCondLst>
                                        <p:cond delay="0"/>
                                      </p:stCondLst>
                                      <p:childTnLst>
                                        <p:set>
                                          <p:cBhvr>
                                            <p:cTn id="39" dur="1" fill="hold">
                                              <p:stCondLst>
                                                <p:cond delay="0"/>
                                              </p:stCondLst>
                                            </p:cTn>
                                            <p:tgtEl>
                                              <p:spTgt spid="251"/>
                                            </p:tgtEl>
                                            <p:attrNameLst>
                                              <p:attrName>style.visibility</p:attrName>
                                            </p:attrNameLst>
                                          </p:cBhvr>
                                          <p:to>
                                            <p:strVal val="visible"/>
                                          </p:to>
                                        </p:set>
                                        <p:anim calcmode="lin" valueType="num" p14:bounceEnd="56000">
                                          <p:cBhvr additive="base">
                                            <p:cTn id="40" dur="500" fill="hold"/>
                                            <p:tgtEl>
                                              <p:spTgt spid="251"/>
                                            </p:tgtEl>
                                            <p:attrNameLst>
                                              <p:attrName>ppt_x</p:attrName>
                                            </p:attrNameLst>
                                          </p:cBhvr>
                                          <p:tavLst>
                                            <p:tav tm="0">
                                              <p:val>
                                                <p:strVal val="1+#ppt_w/2"/>
                                              </p:val>
                                            </p:tav>
                                            <p:tav tm="100000">
                                              <p:val>
                                                <p:strVal val="#ppt_x"/>
                                              </p:val>
                                            </p:tav>
                                          </p:tavLst>
                                        </p:anim>
                                        <p:anim calcmode="lin" valueType="num" p14:bounceEnd="56000">
                                          <p:cBhvr additive="base">
                                            <p:cTn id="41" dur="500" fill="hold"/>
                                            <p:tgtEl>
                                              <p:spTgt spid="251"/>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14:presetBounceEnd="56000">
                                      <p:stCondLst>
                                        <p:cond delay="250"/>
                                      </p:stCondLst>
                                      <p:childTnLst>
                                        <p:set>
                                          <p:cBhvr>
                                            <p:cTn id="43" dur="1" fill="hold">
                                              <p:stCondLst>
                                                <p:cond delay="0"/>
                                              </p:stCondLst>
                                            </p:cTn>
                                            <p:tgtEl>
                                              <p:spTgt spid="250"/>
                                            </p:tgtEl>
                                            <p:attrNameLst>
                                              <p:attrName>style.visibility</p:attrName>
                                            </p:attrNameLst>
                                          </p:cBhvr>
                                          <p:to>
                                            <p:strVal val="visible"/>
                                          </p:to>
                                        </p:set>
                                        <p:anim calcmode="lin" valueType="num" p14:bounceEnd="56000">
                                          <p:cBhvr additive="base">
                                            <p:cTn id="44" dur="500" fill="hold"/>
                                            <p:tgtEl>
                                              <p:spTgt spid="250"/>
                                            </p:tgtEl>
                                            <p:attrNameLst>
                                              <p:attrName>ppt_x</p:attrName>
                                            </p:attrNameLst>
                                          </p:cBhvr>
                                          <p:tavLst>
                                            <p:tav tm="0">
                                              <p:val>
                                                <p:strVal val="1+#ppt_w/2"/>
                                              </p:val>
                                            </p:tav>
                                            <p:tav tm="100000">
                                              <p:val>
                                                <p:strVal val="#ppt_x"/>
                                              </p:val>
                                            </p:tav>
                                          </p:tavLst>
                                        </p:anim>
                                        <p:anim calcmode="lin" valueType="num" p14:bounceEnd="56000">
                                          <p:cBhvr additive="base">
                                            <p:cTn id="45" dur="500" fill="hold"/>
                                            <p:tgtEl>
                                              <p:spTgt spid="250"/>
                                            </p:tgtEl>
                                            <p:attrNameLst>
                                              <p:attrName>ppt_y</p:attrName>
                                            </p:attrNameLst>
                                          </p:cBhvr>
                                          <p:tavLst>
                                            <p:tav tm="0">
                                              <p:val>
                                                <p:strVal val="#ppt_y"/>
                                              </p:val>
                                            </p:tav>
                                            <p:tav tm="100000">
                                              <p:val>
                                                <p:strVal val="#ppt_y"/>
                                              </p:val>
                                            </p:tav>
                                          </p:tavLst>
                                        </p:anim>
                                      </p:childTnLst>
                                    </p:cTn>
                                  </p:par>
                                </p:childTnLst>
                              </p:cTn>
                            </p:par>
                            <p:par>
                              <p:cTn id="46" fill="hold">
                                <p:stCondLst>
                                  <p:cond delay="3500"/>
                                </p:stCondLst>
                                <p:childTnLst>
                                  <p:par>
                                    <p:cTn id="47" presetID="2" presetClass="entr" presetSubtype="8" fill="hold" grpId="0" nodeType="afterEffect" p14:presetBounceEnd="56000">
                                      <p:stCondLst>
                                        <p:cond delay="0"/>
                                      </p:stCondLst>
                                      <p:childTnLst>
                                        <p:set>
                                          <p:cBhvr>
                                            <p:cTn id="48" dur="1" fill="hold">
                                              <p:stCondLst>
                                                <p:cond delay="0"/>
                                              </p:stCondLst>
                                            </p:cTn>
                                            <p:tgtEl>
                                              <p:spTgt spid="247"/>
                                            </p:tgtEl>
                                            <p:attrNameLst>
                                              <p:attrName>style.visibility</p:attrName>
                                            </p:attrNameLst>
                                          </p:cBhvr>
                                          <p:to>
                                            <p:strVal val="visible"/>
                                          </p:to>
                                        </p:set>
                                        <p:anim calcmode="lin" valueType="num" p14:bounceEnd="56000">
                                          <p:cBhvr additive="base">
                                            <p:cTn id="49" dur="500" fill="hold"/>
                                            <p:tgtEl>
                                              <p:spTgt spid="247"/>
                                            </p:tgtEl>
                                            <p:attrNameLst>
                                              <p:attrName>ppt_x</p:attrName>
                                            </p:attrNameLst>
                                          </p:cBhvr>
                                          <p:tavLst>
                                            <p:tav tm="0">
                                              <p:val>
                                                <p:strVal val="0-#ppt_w/2"/>
                                              </p:val>
                                            </p:tav>
                                            <p:tav tm="100000">
                                              <p:val>
                                                <p:strVal val="#ppt_x"/>
                                              </p:val>
                                            </p:tav>
                                          </p:tavLst>
                                        </p:anim>
                                        <p:anim calcmode="lin" valueType="num" p14:bounceEnd="56000">
                                          <p:cBhvr additive="base">
                                            <p:cTn id="50" dur="500" fill="hold"/>
                                            <p:tgtEl>
                                              <p:spTgt spid="247"/>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14:presetBounceEnd="56000">
                                      <p:stCondLst>
                                        <p:cond delay="250"/>
                                      </p:stCondLst>
                                      <p:childTnLst>
                                        <p:set>
                                          <p:cBhvr>
                                            <p:cTn id="52" dur="1" fill="hold">
                                              <p:stCondLst>
                                                <p:cond delay="0"/>
                                              </p:stCondLst>
                                            </p:cTn>
                                            <p:tgtEl>
                                              <p:spTgt spid="246"/>
                                            </p:tgtEl>
                                            <p:attrNameLst>
                                              <p:attrName>style.visibility</p:attrName>
                                            </p:attrNameLst>
                                          </p:cBhvr>
                                          <p:to>
                                            <p:strVal val="visible"/>
                                          </p:to>
                                        </p:set>
                                        <p:anim calcmode="lin" valueType="num" p14:bounceEnd="56000">
                                          <p:cBhvr additive="base">
                                            <p:cTn id="53" dur="500" fill="hold"/>
                                            <p:tgtEl>
                                              <p:spTgt spid="246"/>
                                            </p:tgtEl>
                                            <p:attrNameLst>
                                              <p:attrName>ppt_x</p:attrName>
                                            </p:attrNameLst>
                                          </p:cBhvr>
                                          <p:tavLst>
                                            <p:tav tm="0">
                                              <p:val>
                                                <p:strVal val="0-#ppt_w/2"/>
                                              </p:val>
                                            </p:tav>
                                            <p:tav tm="100000">
                                              <p:val>
                                                <p:strVal val="#ppt_x"/>
                                              </p:val>
                                            </p:tav>
                                          </p:tavLst>
                                        </p:anim>
                                        <p:anim calcmode="lin" valueType="num" p14:bounceEnd="56000">
                                          <p:cBhvr additive="base">
                                            <p:cTn id="54" dur="500" fill="hold"/>
                                            <p:tgtEl>
                                              <p:spTgt spid="246"/>
                                            </p:tgtEl>
                                            <p:attrNameLst>
                                              <p:attrName>ppt_y</p:attrName>
                                            </p:attrNameLst>
                                          </p:cBhvr>
                                          <p:tavLst>
                                            <p:tav tm="0">
                                              <p:val>
                                                <p:strVal val="#ppt_y"/>
                                              </p:val>
                                            </p:tav>
                                            <p:tav tm="100000">
                                              <p:val>
                                                <p:strVal val="#ppt_y"/>
                                              </p:val>
                                            </p:tav>
                                          </p:tavLst>
                                        </p:anim>
                                      </p:childTnLst>
                                    </p:cTn>
                                  </p:par>
                                </p:childTnLst>
                              </p:cTn>
                            </p:par>
                            <p:par>
                              <p:cTn id="55" fill="hold">
                                <p:stCondLst>
                                  <p:cond delay="4250"/>
                                </p:stCondLst>
                                <p:childTnLst>
                                  <p:par>
                                    <p:cTn id="56" presetID="2" presetClass="entr" presetSubtype="2" fill="hold" grpId="0" nodeType="afterEffect" p14:presetBounceEnd="56000">
                                      <p:stCondLst>
                                        <p:cond delay="0"/>
                                      </p:stCondLst>
                                      <p:childTnLst>
                                        <p:set>
                                          <p:cBhvr>
                                            <p:cTn id="57" dur="1" fill="hold">
                                              <p:stCondLst>
                                                <p:cond delay="0"/>
                                              </p:stCondLst>
                                            </p:cTn>
                                            <p:tgtEl>
                                              <p:spTgt spid="253"/>
                                            </p:tgtEl>
                                            <p:attrNameLst>
                                              <p:attrName>style.visibility</p:attrName>
                                            </p:attrNameLst>
                                          </p:cBhvr>
                                          <p:to>
                                            <p:strVal val="visible"/>
                                          </p:to>
                                        </p:set>
                                        <p:anim calcmode="lin" valueType="num" p14:bounceEnd="56000">
                                          <p:cBhvr additive="base">
                                            <p:cTn id="58" dur="500" fill="hold"/>
                                            <p:tgtEl>
                                              <p:spTgt spid="253"/>
                                            </p:tgtEl>
                                            <p:attrNameLst>
                                              <p:attrName>ppt_x</p:attrName>
                                            </p:attrNameLst>
                                          </p:cBhvr>
                                          <p:tavLst>
                                            <p:tav tm="0">
                                              <p:val>
                                                <p:strVal val="1+#ppt_w/2"/>
                                              </p:val>
                                            </p:tav>
                                            <p:tav tm="100000">
                                              <p:val>
                                                <p:strVal val="#ppt_x"/>
                                              </p:val>
                                            </p:tav>
                                          </p:tavLst>
                                        </p:anim>
                                        <p:anim calcmode="lin" valueType="num" p14:bounceEnd="56000">
                                          <p:cBhvr additive="base">
                                            <p:cTn id="59" dur="500" fill="hold"/>
                                            <p:tgtEl>
                                              <p:spTgt spid="253"/>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14:presetBounceEnd="56000">
                                      <p:stCondLst>
                                        <p:cond delay="250"/>
                                      </p:stCondLst>
                                      <p:childTnLst>
                                        <p:set>
                                          <p:cBhvr>
                                            <p:cTn id="61" dur="1" fill="hold">
                                              <p:stCondLst>
                                                <p:cond delay="0"/>
                                              </p:stCondLst>
                                            </p:cTn>
                                            <p:tgtEl>
                                              <p:spTgt spid="252"/>
                                            </p:tgtEl>
                                            <p:attrNameLst>
                                              <p:attrName>style.visibility</p:attrName>
                                            </p:attrNameLst>
                                          </p:cBhvr>
                                          <p:to>
                                            <p:strVal val="visible"/>
                                          </p:to>
                                        </p:set>
                                        <p:anim calcmode="lin" valueType="num" p14:bounceEnd="56000">
                                          <p:cBhvr additive="base">
                                            <p:cTn id="62" dur="500" fill="hold"/>
                                            <p:tgtEl>
                                              <p:spTgt spid="252"/>
                                            </p:tgtEl>
                                            <p:attrNameLst>
                                              <p:attrName>ppt_x</p:attrName>
                                            </p:attrNameLst>
                                          </p:cBhvr>
                                          <p:tavLst>
                                            <p:tav tm="0">
                                              <p:val>
                                                <p:strVal val="1+#ppt_w/2"/>
                                              </p:val>
                                            </p:tav>
                                            <p:tav tm="100000">
                                              <p:val>
                                                <p:strVal val="#ppt_x"/>
                                              </p:val>
                                            </p:tav>
                                          </p:tavLst>
                                        </p:anim>
                                        <p:anim calcmode="lin" valueType="num" p14:bounceEnd="56000">
                                          <p:cBhvr additive="base">
                                            <p:cTn id="63" dur="500" fill="hold"/>
                                            <p:tgtEl>
                                              <p:spTgt spid="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p:bldP spid="243" grpId="0"/>
          <p:bldP spid="244" grpId="0"/>
          <p:bldP spid="245" grpId="0"/>
          <p:bldP spid="246" grpId="0"/>
          <p:bldP spid="247" grpId="0"/>
          <p:bldP spid="248" grpId="0"/>
          <p:bldP spid="249" grpId="0"/>
          <p:bldP spid="250" grpId="0"/>
          <p:bldP spid="251" grpId="0"/>
          <p:bldP spid="252" grpId="0"/>
          <p:bldP spid="25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500" fill="hold"/>
                                            <p:tgtEl>
                                              <p:spTgt spid="79"/>
                                            </p:tgtEl>
                                            <p:attrNameLst>
                                              <p:attrName>ppt_w</p:attrName>
                                            </p:attrNameLst>
                                          </p:cBhvr>
                                          <p:tavLst>
                                            <p:tav tm="0">
                                              <p:val>
                                                <p:fltVal val="0"/>
                                              </p:val>
                                            </p:tav>
                                            <p:tav tm="100000">
                                              <p:val>
                                                <p:strVal val="#ppt_w"/>
                                              </p:val>
                                            </p:tav>
                                          </p:tavLst>
                                        </p:anim>
                                        <p:anim calcmode="lin" valueType="num">
                                          <p:cBhvr>
                                            <p:cTn id="8" dur="500" fill="hold"/>
                                            <p:tgtEl>
                                              <p:spTgt spid="79"/>
                                            </p:tgtEl>
                                            <p:attrNameLst>
                                              <p:attrName>ppt_h</p:attrName>
                                            </p:attrNameLst>
                                          </p:cBhvr>
                                          <p:tavLst>
                                            <p:tav tm="0">
                                              <p:val>
                                                <p:fltVal val="0"/>
                                              </p:val>
                                            </p:tav>
                                            <p:tav tm="100000">
                                              <p:val>
                                                <p:strVal val="#ppt_h"/>
                                              </p:val>
                                            </p:tav>
                                          </p:tavLst>
                                        </p:anim>
                                        <p:animEffect transition="in" filter="fade">
                                          <p:cBhvr>
                                            <p:cTn id="9" dur="500"/>
                                            <p:tgtEl>
                                              <p:spTgt spid="79"/>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243"/>
                                            </p:tgtEl>
                                            <p:attrNameLst>
                                              <p:attrName>style.visibility</p:attrName>
                                            </p:attrNameLst>
                                          </p:cBhvr>
                                          <p:to>
                                            <p:strVal val="visible"/>
                                          </p:to>
                                        </p:set>
                                        <p:anim calcmode="lin" valueType="num">
                                          <p:cBhvr additive="base">
                                            <p:cTn id="13" dur="500" fill="hold"/>
                                            <p:tgtEl>
                                              <p:spTgt spid="243"/>
                                            </p:tgtEl>
                                            <p:attrNameLst>
                                              <p:attrName>ppt_x</p:attrName>
                                            </p:attrNameLst>
                                          </p:cBhvr>
                                          <p:tavLst>
                                            <p:tav tm="0">
                                              <p:val>
                                                <p:strVal val="0-#ppt_w/2"/>
                                              </p:val>
                                            </p:tav>
                                            <p:tav tm="100000">
                                              <p:val>
                                                <p:strVal val="#ppt_x"/>
                                              </p:val>
                                            </p:tav>
                                          </p:tavLst>
                                        </p:anim>
                                        <p:anim calcmode="lin" valueType="num">
                                          <p:cBhvr additive="base">
                                            <p:cTn id="14" dur="500" fill="hold"/>
                                            <p:tgtEl>
                                              <p:spTgt spid="243"/>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250"/>
                                      </p:stCondLst>
                                      <p:childTnLst>
                                        <p:set>
                                          <p:cBhvr>
                                            <p:cTn id="16" dur="1" fill="hold">
                                              <p:stCondLst>
                                                <p:cond delay="0"/>
                                              </p:stCondLst>
                                            </p:cTn>
                                            <p:tgtEl>
                                              <p:spTgt spid="242"/>
                                            </p:tgtEl>
                                            <p:attrNameLst>
                                              <p:attrName>style.visibility</p:attrName>
                                            </p:attrNameLst>
                                          </p:cBhvr>
                                          <p:to>
                                            <p:strVal val="visible"/>
                                          </p:to>
                                        </p:set>
                                        <p:anim calcmode="lin" valueType="num">
                                          <p:cBhvr additive="base">
                                            <p:cTn id="17" dur="500" fill="hold"/>
                                            <p:tgtEl>
                                              <p:spTgt spid="242"/>
                                            </p:tgtEl>
                                            <p:attrNameLst>
                                              <p:attrName>ppt_x</p:attrName>
                                            </p:attrNameLst>
                                          </p:cBhvr>
                                          <p:tavLst>
                                            <p:tav tm="0">
                                              <p:val>
                                                <p:strVal val="0-#ppt_w/2"/>
                                              </p:val>
                                            </p:tav>
                                            <p:tav tm="100000">
                                              <p:val>
                                                <p:strVal val="#ppt_x"/>
                                              </p:val>
                                            </p:tav>
                                          </p:tavLst>
                                        </p:anim>
                                        <p:anim calcmode="lin" valueType="num">
                                          <p:cBhvr additive="base">
                                            <p:cTn id="18" dur="500" fill="hold"/>
                                            <p:tgtEl>
                                              <p:spTgt spid="242"/>
                                            </p:tgtEl>
                                            <p:attrNameLst>
                                              <p:attrName>ppt_y</p:attrName>
                                            </p:attrNameLst>
                                          </p:cBhvr>
                                          <p:tavLst>
                                            <p:tav tm="0">
                                              <p:val>
                                                <p:strVal val="#ppt_y"/>
                                              </p:val>
                                            </p:tav>
                                            <p:tav tm="100000">
                                              <p:val>
                                                <p:strVal val="#ppt_y"/>
                                              </p:val>
                                            </p:tav>
                                          </p:tavLst>
                                        </p:anim>
                                      </p:childTnLst>
                                    </p:cTn>
                                  </p:par>
                                </p:childTnLst>
                              </p:cTn>
                            </p:par>
                            <p:par>
                              <p:cTn id="19" fill="hold">
                                <p:stCondLst>
                                  <p:cond delay="1250"/>
                                </p:stCondLst>
                                <p:childTnLst>
                                  <p:par>
                                    <p:cTn id="20" presetID="2" presetClass="entr" presetSubtype="2" fill="hold" grpId="0" nodeType="afterEffect">
                                      <p:stCondLst>
                                        <p:cond delay="0"/>
                                      </p:stCondLst>
                                      <p:childTnLst>
                                        <p:set>
                                          <p:cBhvr>
                                            <p:cTn id="21" dur="1" fill="hold">
                                              <p:stCondLst>
                                                <p:cond delay="0"/>
                                              </p:stCondLst>
                                            </p:cTn>
                                            <p:tgtEl>
                                              <p:spTgt spid="249"/>
                                            </p:tgtEl>
                                            <p:attrNameLst>
                                              <p:attrName>style.visibility</p:attrName>
                                            </p:attrNameLst>
                                          </p:cBhvr>
                                          <p:to>
                                            <p:strVal val="visible"/>
                                          </p:to>
                                        </p:set>
                                        <p:anim calcmode="lin" valueType="num">
                                          <p:cBhvr additive="base">
                                            <p:cTn id="22" dur="500" fill="hold"/>
                                            <p:tgtEl>
                                              <p:spTgt spid="249"/>
                                            </p:tgtEl>
                                            <p:attrNameLst>
                                              <p:attrName>ppt_x</p:attrName>
                                            </p:attrNameLst>
                                          </p:cBhvr>
                                          <p:tavLst>
                                            <p:tav tm="0">
                                              <p:val>
                                                <p:strVal val="1+#ppt_w/2"/>
                                              </p:val>
                                            </p:tav>
                                            <p:tav tm="100000">
                                              <p:val>
                                                <p:strVal val="#ppt_x"/>
                                              </p:val>
                                            </p:tav>
                                          </p:tavLst>
                                        </p:anim>
                                        <p:anim calcmode="lin" valueType="num">
                                          <p:cBhvr additive="base">
                                            <p:cTn id="23" dur="500" fill="hold"/>
                                            <p:tgtEl>
                                              <p:spTgt spid="249"/>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250"/>
                                      </p:stCondLst>
                                      <p:childTnLst>
                                        <p:set>
                                          <p:cBhvr>
                                            <p:cTn id="25" dur="1" fill="hold">
                                              <p:stCondLst>
                                                <p:cond delay="0"/>
                                              </p:stCondLst>
                                            </p:cTn>
                                            <p:tgtEl>
                                              <p:spTgt spid="248"/>
                                            </p:tgtEl>
                                            <p:attrNameLst>
                                              <p:attrName>style.visibility</p:attrName>
                                            </p:attrNameLst>
                                          </p:cBhvr>
                                          <p:to>
                                            <p:strVal val="visible"/>
                                          </p:to>
                                        </p:set>
                                        <p:anim calcmode="lin" valueType="num">
                                          <p:cBhvr additive="base">
                                            <p:cTn id="26" dur="500" fill="hold"/>
                                            <p:tgtEl>
                                              <p:spTgt spid="248"/>
                                            </p:tgtEl>
                                            <p:attrNameLst>
                                              <p:attrName>ppt_x</p:attrName>
                                            </p:attrNameLst>
                                          </p:cBhvr>
                                          <p:tavLst>
                                            <p:tav tm="0">
                                              <p:val>
                                                <p:strVal val="1+#ppt_w/2"/>
                                              </p:val>
                                            </p:tav>
                                            <p:tav tm="100000">
                                              <p:val>
                                                <p:strVal val="#ppt_x"/>
                                              </p:val>
                                            </p:tav>
                                          </p:tavLst>
                                        </p:anim>
                                        <p:anim calcmode="lin" valueType="num">
                                          <p:cBhvr additive="base">
                                            <p:cTn id="27" dur="500" fill="hold"/>
                                            <p:tgtEl>
                                              <p:spTgt spid="248"/>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8" fill="hold" grpId="0" nodeType="afterEffect">
                                      <p:stCondLst>
                                        <p:cond delay="0"/>
                                      </p:stCondLst>
                                      <p:childTnLst>
                                        <p:set>
                                          <p:cBhvr>
                                            <p:cTn id="30" dur="1" fill="hold">
                                              <p:stCondLst>
                                                <p:cond delay="0"/>
                                              </p:stCondLst>
                                            </p:cTn>
                                            <p:tgtEl>
                                              <p:spTgt spid="245"/>
                                            </p:tgtEl>
                                            <p:attrNameLst>
                                              <p:attrName>style.visibility</p:attrName>
                                            </p:attrNameLst>
                                          </p:cBhvr>
                                          <p:to>
                                            <p:strVal val="visible"/>
                                          </p:to>
                                        </p:set>
                                        <p:anim calcmode="lin" valueType="num">
                                          <p:cBhvr additive="base">
                                            <p:cTn id="31" dur="500" fill="hold"/>
                                            <p:tgtEl>
                                              <p:spTgt spid="245"/>
                                            </p:tgtEl>
                                            <p:attrNameLst>
                                              <p:attrName>ppt_x</p:attrName>
                                            </p:attrNameLst>
                                          </p:cBhvr>
                                          <p:tavLst>
                                            <p:tav tm="0">
                                              <p:val>
                                                <p:strVal val="0-#ppt_w/2"/>
                                              </p:val>
                                            </p:tav>
                                            <p:tav tm="100000">
                                              <p:val>
                                                <p:strVal val="#ppt_x"/>
                                              </p:val>
                                            </p:tav>
                                          </p:tavLst>
                                        </p:anim>
                                        <p:anim calcmode="lin" valueType="num">
                                          <p:cBhvr additive="base">
                                            <p:cTn id="32" dur="500" fill="hold"/>
                                            <p:tgtEl>
                                              <p:spTgt spid="245"/>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250"/>
                                      </p:stCondLst>
                                      <p:childTnLst>
                                        <p:set>
                                          <p:cBhvr>
                                            <p:cTn id="34" dur="1" fill="hold">
                                              <p:stCondLst>
                                                <p:cond delay="0"/>
                                              </p:stCondLst>
                                            </p:cTn>
                                            <p:tgtEl>
                                              <p:spTgt spid="244"/>
                                            </p:tgtEl>
                                            <p:attrNameLst>
                                              <p:attrName>style.visibility</p:attrName>
                                            </p:attrNameLst>
                                          </p:cBhvr>
                                          <p:to>
                                            <p:strVal val="visible"/>
                                          </p:to>
                                        </p:set>
                                        <p:anim calcmode="lin" valueType="num">
                                          <p:cBhvr additive="base">
                                            <p:cTn id="35" dur="500" fill="hold"/>
                                            <p:tgtEl>
                                              <p:spTgt spid="244"/>
                                            </p:tgtEl>
                                            <p:attrNameLst>
                                              <p:attrName>ppt_x</p:attrName>
                                            </p:attrNameLst>
                                          </p:cBhvr>
                                          <p:tavLst>
                                            <p:tav tm="0">
                                              <p:val>
                                                <p:strVal val="0-#ppt_w/2"/>
                                              </p:val>
                                            </p:tav>
                                            <p:tav tm="100000">
                                              <p:val>
                                                <p:strVal val="#ppt_x"/>
                                              </p:val>
                                            </p:tav>
                                          </p:tavLst>
                                        </p:anim>
                                        <p:anim calcmode="lin" valueType="num">
                                          <p:cBhvr additive="base">
                                            <p:cTn id="36" dur="500" fill="hold"/>
                                            <p:tgtEl>
                                              <p:spTgt spid="244"/>
                                            </p:tgtEl>
                                            <p:attrNameLst>
                                              <p:attrName>ppt_y</p:attrName>
                                            </p:attrNameLst>
                                          </p:cBhvr>
                                          <p:tavLst>
                                            <p:tav tm="0">
                                              <p:val>
                                                <p:strVal val="#ppt_y"/>
                                              </p:val>
                                            </p:tav>
                                            <p:tav tm="100000">
                                              <p:val>
                                                <p:strVal val="#ppt_y"/>
                                              </p:val>
                                            </p:tav>
                                          </p:tavLst>
                                        </p:anim>
                                      </p:childTnLst>
                                    </p:cTn>
                                  </p:par>
                                </p:childTnLst>
                              </p:cTn>
                            </p:par>
                            <p:par>
                              <p:cTn id="37" fill="hold">
                                <p:stCondLst>
                                  <p:cond delay="2750"/>
                                </p:stCondLst>
                                <p:childTnLst>
                                  <p:par>
                                    <p:cTn id="38" presetID="2" presetClass="entr" presetSubtype="2" fill="hold" grpId="0" nodeType="afterEffect">
                                      <p:stCondLst>
                                        <p:cond delay="0"/>
                                      </p:stCondLst>
                                      <p:childTnLst>
                                        <p:set>
                                          <p:cBhvr>
                                            <p:cTn id="39" dur="1" fill="hold">
                                              <p:stCondLst>
                                                <p:cond delay="0"/>
                                              </p:stCondLst>
                                            </p:cTn>
                                            <p:tgtEl>
                                              <p:spTgt spid="251"/>
                                            </p:tgtEl>
                                            <p:attrNameLst>
                                              <p:attrName>style.visibility</p:attrName>
                                            </p:attrNameLst>
                                          </p:cBhvr>
                                          <p:to>
                                            <p:strVal val="visible"/>
                                          </p:to>
                                        </p:set>
                                        <p:anim calcmode="lin" valueType="num">
                                          <p:cBhvr additive="base">
                                            <p:cTn id="40" dur="500" fill="hold"/>
                                            <p:tgtEl>
                                              <p:spTgt spid="251"/>
                                            </p:tgtEl>
                                            <p:attrNameLst>
                                              <p:attrName>ppt_x</p:attrName>
                                            </p:attrNameLst>
                                          </p:cBhvr>
                                          <p:tavLst>
                                            <p:tav tm="0">
                                              <p:val>
                                                <p:strVal val="1+#ppt_w/2"/>
                                              </p:val>
                                            </p:tav>
                                            <p:tav tm="100000">
                                              <p:val>
                                                <p:strVal val="#ppt_x"/>
                                              </p:val>
                                            </p:tav>
                                          </p:tavLst>
                                        </p:anim>
                                        <p:anim calcmode="lin" valueType="num">
                                          <p:cBhvr additive="base">
                                            <p:cTn id="41" dur="500" fill="hold"/>
                                            <p:tgtEl>
                                              <p:spTgt spid="251"/>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250"/>
                                      </p:stCondLst>
                                      <p:childTnLst>
                                        <p:set>
                                          <p:cBhvr>
                                            <p:cTn id="43" dur="1" fill="hold">
                                              <p:stCondLst>
                                                <p:cond delay="0"/>
                                              </p:stCondLst>
                                            </p:cTn>
                                            <p:tgtEl>
                                              <p:spTgt spid="250"/>
                                            </p:tgtEl>
                                            <p:attrNameLst>
                                              <p:attrName>style.visibility</p:attrName>
                                            </p:attrNameLst>
                                          </p:cBhvr>
                                          <p:to>
                                            <p:strVal val="visible"/>
                                          </p:to>
                                        </p:set>
                                        <p:anim calcmode="lin" valueType="num">
                                          <p:cBhvr additive="base">
                                            <p:cTn id="44" dur="500" fill="hold"/>
                                            <p:tgtEl>
                                              <p:spTgt spid="250"/>
                                            </p:tgtEl>
                                            <p:attrNameLst>
                                              <p:attrName>ppt_x</p:attrName>
                                            </p:attrNameLst>
                                          </p:cBhvr>
                                          <p:tavLst>
                                            <p:tav tm="0">
                                              <p:val>
                                                <p:strVal val="1+#ppt_w/2"/>
                                              </p:val>
                                            </p:tav>
                                            <p:tav tm="100000">
                                              <p:val>
                                                <p:strVal val="#ppt_x"/>
                                              </p:val>
                                            </p:tav>
                                          </p:tavLst>
                                        </p:anim>
                                        <p:anim calcmode="lin" valueType="num">
                                          <p:cBhvr additive="base">
                                            <p:cTn id="45" dur="500" fill="hold"/>
                                            <p:tgtEl>
                                              <p:spTgt spid="250"/>
                                            </p:tgtEl>
                                            <p:attrNameLst>
                                              <p:attrName>ppt_y</p:attrName>
                                            </p:attrNameLst>
                                          </p:cBhvr>
                                          <p:tavLst>
                                            <p:tav tm="0">
                                              <p:val>
                                                <p:strVal val="#ppt_y"/>
                                              </p:val>
                                            </p:tav>
                                            <p:tav tm="100000">
                                              <p:val>
                                                <p:strVal val="#ppt_y"/>
                                              </p:val>
                                            </p:tav>
                                          </p:tavLst>
                                        </p:anim>
                                      </p:childTnLst>
                                    </p:cTn>
                                  </p:par>
                                </p:childTnLst>
                              </p:cTn>
                            </p:par>
                            <p:par>
                              <p:cTn id="46" fill="hold">
                                <p:stCondLst>
                                  <p:cond delay="3500"/>
                                </p:stCondLst>
                                <p:childTnLst>
                                  <p:par>
                                    <p:cTn id="47" presetID="2" presetClass="entr" presetSubtype="8" fill="hold" grpId="0" nodeType="afterEffect">
                                      <p:stCondLst>
                                        <p:cond delay="0"/>
                                      </p:stCondLst>
                                      <p:childTnLst>
                                        <p:set>
                                          <p:cBhvr>
                                            <p:cTn id="48" dur="1" fill="hold">
                                              <p:stCondLst>
                                                <p:cond delay="0"/>
                                              </p:stCondLst>
                                            </p:cTn>
                                            <p:tgtEl>
                                              <p:spTgt spid="247"/>
                                            </p:tgtEl>
                                            <p:attrNameLst>
                                              <p:attrName>style.visibility</p:attrName>
                                            </p:attrNameLst>
                                          </p:cBhvr>
                                          <p:to>
                                            <p:strVal val="visible"/>
                                          </p:to>
                                        </p:set>
                                        <p:anim calcmode="lin" valueType="num">
                                          <p:cBhvr additive="base">
                                            <p:cTn id="49" dur="500" fill="hold"/>
                                            <p:tgtEl>
                                              <p:spTgt spid="247"/>
                                            </p:tgtEl>
                                            <p:attrNameLst>
                                              <p:attrName>ppt_x</p:attrName>
                                            </p:attrNameLst>
                                          </p:cBhvr>
                                          <p:tavLst>
                                            <p:tav tm="0">
                                              <p:val>
                                                <p:strVal val="0-#ppt_w/2"/>
                                              </p:val>
                                            </p:tav>
                                            <p:tav tm="100000">
                                              <p:val>
                                                <p:strVal val="#ppt_x"/>
                                              </p:val>
                                            </p:tav>
                                          </p:tavLst>
                                        </p:anim>
                                        <p:anim calcmode="lin" valueType="num">
                                          <p:cBhvr additive="base">
                                            <p:cTn id="50" dur="500" fill="hold"/>
                                            <p:tgtEl>
                                              <p:spTgt spid="247"/>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250"/>
                                      </p:stCondLst>
                                      <p:childTnLst>
                                        <p:set>
                                          <p:cBhvr>
                                            <p:cTn id="52" dur="1" fill="hold">
                                              <p:stCondLst>
                                                <p:cond delay="0"/>
                                              </p:stCondLst>
                                            </p:cTn>
                                            <p:tgtEl>
                                              <p:spTgt spid="246"/>
                                            </p:tgtEl>
                                            <p:attrNameLst>
                                              <p:attrName>style.visibility</p:attrName>
                                            </p:attrNameLst>
                                          </p:cBhvr>
                                          <p:to>
                                            <p:strVal val="visible"/>
                                          </p:to>
                                        </p:set>
                                        <p:anim calcmode="lin" valueType="num">
                                          <p:cBhvr additive="base">
                                            <p:cTn id="53" dur="500" fill="hold"/>
                                            <p:tgtEl>
                                              <p:spTgt spid="246"/>
                                            </p:tgtEl>
                                            <p:attrNameLst>
                                              <p:attrName>ppt_x</p:attrName>
                                            </p:attrNameLst>
                                          </p:cBhvr>
                                          <p:tavLst>
                                            <p:tav tm="0">
                                              <p:val>
                                                <p:strVal val="0-#ppt_w/2"/>
                                              </p:val>
                                            </p:tav>
                                            <p:tav tm="100000">
                                              <p:val>
                                                <p:strVal val="#ppt_x"/>
                                              </p:val>
                                            </p:tav>
                                          </p:tavLst>
                                        </p:anim>
                                        <p:anim calcmode="lin" valueType="num">
                                          <p:cBhvr additive="base">
                                            <p:cTn id="54" dur="500" fill="hold"/>
                                            <p:tgtEl>
                                              <p:spTgt spid="246"/>
                                            </p:tgtEl>
                                            <p:attrNameLst>
                                              <p:attrName>ppt_y</p:attrName>
                                            </p:attrNameLst>
                                          </p:cBhvr>
                                          <p:tavLst>
                                            <p:tav tm="0">
                                              <p:val>
                                                <p:strVal val="#ppt_y"/>
                                              </p:val>
                                            </p:tav>
                                            <p:tav tm="100000">
                                              <p:val>
                                                <p:strVal val="#ppt_y"/>
                                              </p:val>
                                            </p:tav>
                                          </p:tavLst>
                                        </p:anim>
                                      </p:childTnLst>
                                    </p:cTn>
                                  </p:par>
                                </p:childTnLst>
                              </p:cTn>
                            </p:par>
                            <p:par>
                              <p:cTn id="55" fill="hold">
                                <p:stCondLst>
                                  <p:cond delay="4250"/>
                                </p:stCondLst>
                                <p:childTnLst>
                                  <p:par>
                                    <p:cTn id="56" presetID="2" presetClass="entr" presetSubtype="2" fill="hold" grpId="0" nodeType="afterEffect">
                                      <p:stCondLst>
                                        <p:cond delay="0"/>
                                      </p:stCondLst>
                                      <p:childTnLst>
                                        <p:set>
                                          <p:cBhvr>
                                            <p:cTn id="57" dur="1" fill="hold">
                                              <p:stCondLst>
                                                <p:cond delay="0"/>
                                              </p:stCondLst>
                                            </p:cTn>
                                            <p:tgtEl>
                                              <p:spTgt spid="253"/>
                                            </p:tgtEl>
                                            <p:attrNameLst>
                                              <p:attrName>style.visibility</p:attrName>
                                            </p:attrNameLst>
                                          </p:cBhvr>
                                          <p:to>
                                            <p:strVal val="visible"/>
                                          </p:to>
                                        </p:set>
                                        <p:anim calcmode="lin" valueType="num">
                                          <p:cBhvr additive="base">
                                            <p:cTn id="58" dur="500" fill="hold"/>
                                            <p:tgtEl>
                                              <p:spTgt spid="253"/>
                                            </p:tgtEl>
                                            <p:attrNameLst>
                                              <p:attrName>ppt_x</p:attrName>
                                            </p:attrNameLst>
                                          </p:cBhvr>
                                          <p:tavLst>
                                            <p:tav tm="0">
                                              <p:val>
                                                <p:strVal val="1+#ppt_w/2"/>
                                              </p:val>
                                            </p:tav>
                                            <p:tav tm="100000">
                                              <p:val>
                                                <p:strVal val="#ppt_x"/>
                                              </p:val>
                                            </p:tav>
                                          </p:tavLst>
                                        </p:anim>
                                        <p:anim calcmode="lin" valueType="num">
                                          <p:cBhvr additive="base">
                                            <p:cTn id="59" dur="500" fill="hold"/>
                                            <p:tgtEl>
                                              <p:spTgt spid="253"/>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250"/>
                                      </p:stCondLst>
                                      <p:childTnLst>
                                        <p:set>
                                          <p:cBhvr>
                                            <p:cTn id="61" dur="1" fill="hold">
                                              <p:stCondLst>
                                                <p:cond delay="0"/>
                                              </p:stCondLst>
                                            </p:cTn>
                                            <p:tgtEl>
                                              <p:spTgt spid="252"/>
                                            </p:tgtEl>
                                            <p:attrNameLst>
                                              <p:attrName>style.visibility</p:attrName>
                                            </p:attrNameLst>
                                          </p:cBhvr>
                                          <p:to>
                                            <p:strVal val="visible"/>
                                          </p:to>
                                        </p:set>
                                        <p:anim calcmode="lin" valueType="num">
                                          <p:cBhvr additive="base">
                                            <p:cTn id="62" dur="500" fill="hold"/>
                                            <p:tgtEl>
                                              <p:spTgt spid="252"/>
                                            </p:tgtEl>
                                            <p:attrNameLst>
                                              <p:attrName>ppt_x</p:attrName>
                                            </p:attrNameLst>
                                          </p:cBhvr>
                                          <p:tavLst>
                                            <p:tav tm="0">
                                              <p:val>
                                                <p:strVal val="1+#ppt_w/2"/>
                                              </p:val>
                                            </p:tav>
                                            <p:tav tm="100000">
                                              <p:val>
                                                <p:strVal val="#ppt_x"/>
                                              </p:val>
                                            </p:tav>
                                          </p:tavLst>
                                        </p:anim>
                                        <p:anim calcmode="lin" valueType="num">
                                          <p:cBhvr additive="base">
                                            <p:cTn id="63" dur="500" fill="hold"/>
                                            <p:tgtEl>
                                              <p:spTgt spid="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p:bldP spid="243" grpId="0"/>
          <p:bldP spid="244" grpId="0"/>
          <p:bldP spid="245" grpId="0"/>
          <p:bldP spid="246" grpId="0"/>
          <p:bldP spid="247" grpId="0"/>
          <p:bldP spid="248" grpId="0"/>
          <p:bldP spid="249" grpId="0"/>
          <p:bldP spid="250" grpId="0"/>
          <p:bldP spid="251" grpId="0"/>
          <p:bldP spid="252" grpId="0"/>
          <p:bldP spid="253"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平行四边形 3"/>
          <p:cNvSpPr/>
          <p:nvPr/>
        </p:nvSpPr>
        <p:spPr>
          <a:xfrm rot="5400000" flipH="1">
            <a:off x="1467757" y="1711574"/>
            <a:ext cx="349041" cy="360522"/>
          </a:xfrm>
          <a:prstGeom prst="parallelogram">
            <a:avLst>
              <a:gd name="adj" fmla="val 32376"/>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 name="平行四边形 4"/>
          <p:cNvSpPr/>
          <p:nvPr/>
        </p:nvSpPr>
        <p:spPr>
          <a:xfrm rot="5400000" flipH="1">
            <a:off x="6418633" y="1711574"/>
            <a:ext cx="349041" cy="360522"/>
          </a:xfrm>
          <a:prstGeom prst="parallelogram">
            <a:avLst>
              <a:gd name="adj" fmla="val 32376"/>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矩形 5"/>
          <p:cNvSpPr/>
          <p:nvPr/>
        </p:nvSpPr>
        <p:spPr>
          <a:xfrm>
            <a:off x="6633340" y="1510646"/>
            <a:ext cx="4096644" cy="28933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8" name="矩形 7"/>
          <p:cNvSpPr/>
          <p:nvPr/>
        </p:nvSpPr>
        <p:spPr>
          <a:xfrm>
            <a:off x="1682464" y="1510646"/>
            <a:ext cx="4096644" cy="28933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pic>
        <p:nvPicPr>
          <p:cNvPr id="3" name="图片占位符 2"/>
          <p:cNvPicPr>
            <a:picLocks noGrp="1" noChangeAspect="1"/>
          </p:cNvPicPr>
          <p:nvPr>
            <p:ph type="pic" sz="quarter" idx="14"/>
          </p:nvPr>
        </p:nvPicPr>
        <p:blipFill>
          <a:blip r:embed="rId4" cstate="print">
            <a:extLst>
              <a:ext uri="{28A0092B-C50C-407E-A947-70E740481C1C}">
                <a14:useLocalDpi xmlns:a14="http://schemas.microsoft.com/office/drawing/2010/main" val="0"/>
              </a:ext>
            </a:extLst>
          </a:blip>
          <a:srcRect l="881" r="881"/>
          <a:stretch>
            <a:fillRect/>
          </a:stretch>
        </p:blipFill>
        <p:spPr>
          <a:xfrm>
            <a:off x="1690320" y="1517221"/>
            <a:ext cx="3827974" cy="2654551"/>
          </a:xfrm>
        </p:spPr>
      </p:pic>
      <p:sp>
        <p:nvSpPr>
          <p:cNvPr id="10" name="矩形 9"/>
          <p:cNvSpPr/>
          <p:nvPr/>
        </p:nvSpPr>
        <p:spPr>
          <a:xfrm>
            <a:off x="1462017" y="1836725"/>
            <a:ext cx="1777356" cy="6016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rPr>
              <a:t>添加标题</a:t>
            </a:r>
            <a:endParaRPr lang="en-US" altLang="zh-CN" sz="2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endParaRPr>
          </a:p>
        </p:txBody>
      </p:sp>
      <p:pic>
        <p:nvPicPr>
          <p:cNvPr id="9" name="图片占位符 8"/>
          <p:cNvPicPr>
            <a:picLocks noGrp="1" noChangeAspect="1"/>
          </p:cNvPicPr>
          <p:nvPr>
            <p:ph type="pic" sz="quarter" idx="13"/>
          </p:nvPr>
        </p:nvPicPr>
        <p:blipFill>
          <a:blip r:embed="rId5" cstate="print">
            <a:extLst>
              <a:ext uri="{28A0092B-C50C-407E-A947-70E740481C1C}">
                <a14:useLocalDpi xmlns:a14="http://schemas.microsoft.com/office/drawing/2010/main" val="0"/>
              </a:ext>
            </a:extLst>
          </a:blip>
          <a:srcRect l="1934" r="1934"/>
          <a:stretch>
            <a:fillRect/>
          </a:stretch>
        </p:blipFill>
        <p:spPr>
          <a:xfrm>
            <a:off x="6633340" y="1517222"/>
            <a:ext cx="3827974" cy="2654551"/>
          </a:xfrm>
        </p:spPr>
      </p:pic>
      <p:sp>
        <p:nvSpPr>
          <p:cNvPr id="11" name="矩形 10"/>
          <p:cNvSpPr/>
          <p:nvPr/>
        </p:nvSpPr>
        <p:spPr>
          <a:xfrm>
            <a:off x="6412893" y="1836725"/>
            <a:ext cx="1777356" cy="601637"/>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rPr>
              <a:t>添加标题</a:t>
            </a:r>
            <a:endParaRPr lang="en-US" altLang="zh-CN" sz="2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25" name="组合 24">
            <a:extLst>
              <a:ext uri="{FF2B5EF4-FFF2-40B4-BE49-F238E27FC236}">
                <a16:creationId xmlns:a16="http://schemas.microsoft.com/office/drawing/2014/main" id="{B9268A64-9D65-4E53-B129-28186536DC1B}"/>
              </a:ext>
            </a:extLst>
          </p:cNvPr>
          <p:cNvGrpSpPr/>
          <p:nvPr/>
        </p:nvGrpSpPr>
        <p:grpSpPr>
          <a:xfrm>
            <a:off x="1599795" y="4575986"/>
            <a:ext cx="4179313" cy="1409466"/>
            <a:chOff x="7483989" y="3301782"/>
            <a:chExt cx="4179313" cy="1409466"/>
          </a:xfrm>
        </p:grpSpPr>
        <p:sp>
          <p:nvSpPr>
            <p:cNvPr id="26" name="矩形 25">
              <a:extLst>
                <a:ext uri="{FF2B5EF4-FFF2-40B4-BE49-F238E27FC236}">
                  <a16:creationId xmlns:a16="http://schemas.microsoft.com/office/drawing/2014/main" id="{9642DC5D-144B-4B3F-ABF6-C86C711A10FC}"/>
                </a:ext>
              </a:extLst>
            </p:cNvPr>
            <p:cNvSpPr/>
            <p:nvPr/>
          </p:nvSpPr>
          <p:spPr>
            <a:xfrm>
              <a:off x="7483989" y="3732519"/>
              <a:ext cx="4179313" cy="97872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用户可以在投影仪或者计算机上进行演示也可以将演示文稿打印出来制作成胶片可以将演示文稿打印</a:t>
              </a:r>
            </a:p>
          </p:txBody>
        </p:sp>
        <p:sp>
          <p:nvSpPr>
            <p:cNvPr id="27" name="矩形 26">
              <a:extLst>
                <a:ext uri="{FF2B5EF4-FFF2-40B4-BE49-F238E27FC236}">
                  <a16:creationId xmlns:a16="http://schemas.microsoft.com/office/drawing/2014/main" id="{7F5D2B96-7B78-429C-840E-A750D7EA474A}"/>
                </a:ext>
              </a:extLst>
            </p:cNvPr>
            <p:cNvSpPr/>
            <p:nvPr/>
          </p:nvSpPr>
          <p:spPr>
            <a:xfrm>
              <a:off x="7483989" y="3301782"/>
              <a:ext cx="2050552" cy="461665"/>
            </a:xfrm>
            <a:prstGeom prst="rect">
              <a:avLst/>
            </a:prstGeom>
          </p:spPr>
          <p:txBody>
            <a:bodyPr wrap="square">
              <a:spAutoFit/>
              <a:scene3d>
                <a:camera prst="orthographicFront"/>
                <a:lightRig rig="threePt" dir="t"/>
              </a:scene3d>
              <a:sp3d contourW="12700"/>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grpSp>
        <p:nvGrpSpPr>
          <p:cNvPr id="28" name="组合 27">
            <a:extLst>
              <a:ext uri="{FF2B5EF4-FFF2-40B4-BE49-F238E27FC236}">
                <a16:creationId xmlns:a16="http://schemas.microsoft.com/office/drawing/2014/main" id="{DF8B11B8-AAC2-4653-9D39-2B35EBCB59D6}"/>
              </a:ext>
            </a:extLst>
          </p:cNvPr>
          <p:cNvGrpSpPr/>
          <p:nvPr/>
        </p:nvGrpSpPr>
        <p:grpSpPr>
          <a:xfrm>
            <a:off x="6633340" y="4575986"/>
            <a:ext cx="4179313" cy="1384460"/>
            <a:chOff x="7483989" y="3301782"/>
            <a:chExt cx="4179313" cy="1384460"/>
          </a:xfrm>
        </p:grpSpPr>
        <p:sp>
          <p:nvSpPr>
            <p:cNvPr id="29" name="矩形 28">
              <a:extLst>
                <a:ext uri="{FF2B5EF4-FFF2-40B4-BE49-F238E27FC236}">
                  <a16:creationId xmlns:a16="http://schemas.microsoft.com/office/drawing/2014/main" id="{E46E47D7-395B-4014-952D-60C72E0742FD}"/>
                </a:ext>
              </a:extLst>
            </p:cNvPr>
            <p:cNvSpPr/>
            <p:nvPr/>
          </p:nvSpPr>
          <p:spPr>
            <a:xfrm>
              <a:off x="7483989" y="3732519"/>
              <a:ext cx="4179313" cy="95372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用户可以在投影仪或者计算机上进行演示也可以将演示文稿打印出来制作成胶片可以将演示文稿打印</a:t>
              </a:r>
            </a:p>
          </p:txBody>
        </p:sp>
        <p:sp>
          <p:nvSpPr>
            <p:cNvPr id="30" name="矩形 29">
              <a:extLst>
                <a:ext uri="{FF2B5EF4-FFF2-40B4-BE49-F238E27FC236}">
                  <a16:creationId xmlns:a16="http://schemas.microsoft.com/office/drawing/2014/main" id="{C34C99C4-B452-4082-ADF1-104B2C6F5D47}"/>
                </a:ext>
              </a:extLst>
            </p:cNvPr>
            <p:cNvSpPr/>
            <p:nvPr/>
          </p:nvSpPr>
          <p:spPr>
            <a:xfrm>
              <a:off x="7483989" y="3301782"/>
              <a:ext cx="2050552" cy="461665"/>
            </a:xfrm>
            <a:prstGeom prst="rect">
              <a:avLst/>
            </a:prstGeom>
          </p:spPr>
          <p:txBody>
            <a:bodyPr wrap="square">
              <a:spAutoFit/>
              <a:scene3d>
                <a:camera prst="orthographicFront"/>
                <a:lightRig rig="threePt" dir="t"/>
              </a:scene3d>
              <a:sp3d contourW="12700"/>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grpSp>
        <p:nvGrpSpPr>
          <p:cNvPr id="31" name="组合 30">
            <a:extLst>
              <a:ext uri="{FF2B5EF4-FFF2-40B4-BE49-F238E27FC236}">
                <a16:creationId xmlns:a16="http://schemas.microsoft.com/office/drawing/2014/main" id="{5D7C6C97-9051-471E-80B1-E5B7F8F5DDF2}"/>
              </a:ext>
            </a:extLst>
          </p:cNvPr>
          <p:cNvGrpSpPr/>
          <p:nvPr/>
        </p:nvGrpSpPr>
        <p:grpSpPr>
          <a:xfrm>
            <a:off x="444056" y="246729"/>
            <a:ext cx="1415772" cy="433147"/>
            <a:chOff x="444056" y="262399"/>
            <a:chExt cx="1415772" cy="433147"/>
          </a:xfrm>
        </p:grpSpPr>
        <p:sp>
          <p:nvSpPr>
            <p:cNvPr id="33" name="TextBox 7">
              <a:extLst>
                <a:ext uri="{FF2B5EF4-FFF2-40B4-BE49-F238E27FC236}">
                  <a16:creationId xmlns:a16="http://schemas.microsoft.com/office/drawing/2014/main" id="{7CE58DBA-3E41-4241-B607-D1BBF30A8984}"/>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5" name="TextBox 8">
              <a:extLst>
                <a:ext uri="{FF2B5EF4-FFF2-40B4-BE49-F238E27FC236}">
                  <a16:creationId xmlns:a16="http://schemas.microsoft.com/office/drawing/2014/main" id="{9D52D1AB-4E97-42E7-A46B-AF298F290ADB}"/>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36" name="矩形 35">
            <a:extLst>
              <a:ext uri="{FF2B5EF4-FFF2-40B4-BE49-F238E27FC236}">
                <a16:creationId xmlns:a16="http://schemas.microsoft.com/office/drawing/2014/main" id="{EF237791-A2A9-438E-BC82-548C807D753E}"/>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45C0A88C-9BC8-49D9-9416-461953476840}"/>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795812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0-#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0-#ppt_w/2"/>
                                          </p:val>
                                        </p:tav>
                                        <p:tav tm="100000">
                                          <p:val>
                                            <p:strVal val="#ppt_x"/>
                                          </p:val>
                                        </p:tav>
                                      </p:tavLst>
                                    </p:anim>
                                    <p:anim calcmode="lin" valueType="num">
                                      <p:cBhvr additive="base">
                                        <p:cTn id="42"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9DB1297C-C7B1-43EB-961D-CE1203113E05}"/>
              </a:ext>
            </a:extLst>
          </p:cNvPr>
          <p:cNvGrpSpPr/>
          <p:nvPr/>
        </p:nvGrpSpPr>
        <p:grpSpPr>
          <a:xfrm>
            <a:off x="3765185" y="2105561"/>
            <a:ext cx="5240796" cy="2646878"/>
            <a:chOff x="2944982" y="2067436"/>
            <a:chExt cx="5240796" cy="2646878"/>
          </a:xfrm>
        </p:grpSpPr>
        <p:sp>
          <p:nvSpPr>
            <p:cNvPr id="22" name="文本框 21">
              <a:extLst>
                <a:ext uri="{FF2B5EF4-FFF2-40B4-BE49-F238E27FC236}">
                  <a16:creationId xmlns:a16="http://schemas.microsoft.com/office/drawing/2014/main" id="{3A95399C-5634-46ED-81B5-1B2D1D84BE44}"/>
                </a:ext>
              </a:extLst>
            </p:cNvPr>
            <p:cNvSpPr txBox="1"/>
            <p:nvPr/>
          </p:nvSpPr>
          <p:spPr>
            <a:xfrm>
              <a:off x="2944982" y="2067436"/>
              <a:ext cx="1438214" cy="2646878"/>
            </a:xfrm>
            <a:prstGeom prst="rect">
              <a:avLst/>
            </a:prstGeom>
            <a:noFill/>
          </p:spPr>
          <p:txBody>
            <a:bodyPr wrap="none" rtlCol="0">
              <a:spAutoFit/>
            </a:bodyPr>
            <a:lstStyle/>
            <a:p>
              <a:r>
                <a:rPr lang="en-US" altLang="zh-CN"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2</a:t>
              </a:r>
              <a:endParaRPr lang="zh-CN" altLang="en-US"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sp>
          <p:nvSpPr>
            <p:cNvPr id="23" name="TextBox 7">
              <a:extLst>
                <a:ext uri="{FF2B5EF4-FFF2-40B4-BE49-F238E27FC236}">
                  <a16:creationId xmlns:a16="http://schemas.microsoft.com/office/drawing/2014/main" id="{6DDD9ED8-21F9-40C0-A808-5B7D1A03C9E1}"/>
                </a:ext>
              </a:extLst>
            </p:cNvPr>
            <p:cNvSpPr txBox="1"/>
            <p:nvPr/>
          </p:nvSpPr>
          <p:spPr>
            <a:xfrm>
              <a:off x="4314267" y="2609186"/>
              <a:ext cx="3871511" cy="707886"/>
            </a:xfrm>
            <a:prstGeom prst="rect">
              <a:avLst/>
            </a:prstGeom>
            <a:noFill/>
          </p:spPr>
          <p:txBody>
            <a:bodyPr wrap="square" rtlCol="0">
              <a:spAutoFit/>
            </a:bodyPr>
            <a:lstStyle/>
            <a:p>
              <a:r>
                <a:rPr lang="zh-CN" altLang="en-US" sz="4000" b="1" dirty="0">
                  <a:latin typeface="思源黑体 CN Bold" panose="020B0800000000000000" pitchFamily="34" charset="-122"/>
                  <a:ea typeface="思源黑体 CN Bold" panose="020B0800000000000000" pitchFamily="34" charset="-122"/>
                  <a:cs typeface="Arial" panose="020B0604020202020204" pitchFamily="34" charset="0"/>
                </a:rPr>
                <a:t>第二章标题内容</a:t>
              </a:r>
            </a:p>
          </p:txBody>
        </p:sp>
        <p:sp>
          <p:nvSpPr>
            <p:cNvPr id="24" name="矩形 23">
              <a:extLst>
                <a:ext uri="{FF2B5EF4-FFF2-40B4-BE49-F238E27FC236}">
                  <a16:creationId xmlns:a16="http://schemas.microsoft.com/office/drawing/2014/main" id="{853F88A2-0D32-43A0-B7A5-73B73D34F71A}"/>
                </a:ext>
              </a:extLst>
            </p:cNvPr>
            <p:cNvSpPr/>
            <p:nvPr/>
          </p:nvSpPr>
          <p:spPr>
            <a:xfrm>
              <a:off x="4314267" y="3463214"/>
              <a:ext cx="3749257" cy="830997"/>
            </a:xfrm>
            <a:prstGeom prst="rect">
              <a:avLst/>
            </a:prstGeom>
          </p:spPr>
          <p:txBody>
            <a:bodyPr wrap="square">
              <a:spAutoFit/>
            </a:bodyPr>
            <a:lstStyle/>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单击此处添加文字阐述，添加简短问题</a:t>
              </a:r>
              <a:endPar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endParaRPr>
            </a:p>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说明文字，具体添加文字在此处添加</a:t>
              </a:r>
            </a:p>
          </p:txBody>
        </p:sp>
      </p:grpSp>
      <p:sp>
        <p:nvSpPr>
          <p:cNvPr id="30" name="矩形 29">
            <a:extLst>
              <a:ext uri="{FF2B5EF4-FFF2-40B4-BE49-F238E27FC236}">
                <a16:creationId xmlns:a16="http://schemas.microsoft.com/office/drawing/2014/main" id="{A8A89721-6CCD-4AE6-A032-3373800E906B}"/>
              </a:ext>
            </a:extLst>
          </p:cNvPr>
          <p:cNvSpPr/>
          <p:nvPr/>
        </p:nvSpPr>
        <p:spPr>
          <a:xfrm>
            <a:off x="0" y="50295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2A7D8A8-8154-4390-9596-FBA13C20F205}"/>
              </a:ext>
            </a:extLst>
          </p:cNvPr>
          <p:cNvSpPr/>
          <p:nvPr/>
        </p:nvSpPr>
        <p:spPr>
          <a:xfrm>
            <a:off x="914400" y="5943999"/>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3817C3C-47AA-404B-8DFC-8E49301AE128}"/>
              </a:ext>
            </a:extLst>
          </p:cNvPr>
          <p:cNvSpPr/>
          <p:nvPr/>
        </p:nvSpPr>
        <p:spPr>
          <a:xfrm>
            <a:off x="10363200" y="0"/>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AD41770-2EF5-49EA-B865-B50204D9906A}"/>
              </a:ext>
            </a:extLst>
          </p:cNvPr>
          <p:cNvSpPr/>
          <p:nvPr/>
        </p:nvSpPr>
        <p:spPr>
          <a:xfrm>
            <a:off x="11277600" y="9144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E230DFA-6EB9-41FF-80A5-320708C97552}"/>
              </a:ext>
            </a:extLst>
          </p:cNvPr>
          <p:cNvSpPr/>
          <p:nvPr/>
        </p:nvSpPr>
        <p:spPr>
          <a:xfrm>
            <a:off x="9311146" y="45723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26B5911-9FB8-4EA6-A7D4-A38A1577F4B1}"/>
              </a:ext>
            </a:extLst>
          </p:cNvPr>
          <p:cNvSpPr/>
          <p:nvPr/>
        </p:nvSpPr>
        <p:spPr>
          <a:xfrm>
            <a:off x="2862622" y="141957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619664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1000" fill="hold"/>
                                        <p:tgtEl>
                                          <p:spTgt spid="37"/>
                                        </p:tgtEl>
                                        <p:attrNameLst>
                                          <p:attrName>ppt_w</p:attrName>
                                        </p:attrNameLst>
                                      </p:cBhvr>
                                      <p:tavLst>
                                        <p:tav tm="0">
                                          <p:val>
                                            <p:fltVal val="0"/>
                                          </p:val>
                                        </p:tav>
                                        <p:tav tm="100000">
                                          <p:val>
                                            <p:strVal val="#ppt_w"/>
                                          </p:val>
                                        </p:tav>
                                      </p:tavLst>
                                    </p:anim>
                                    <p:anim calcmode="lin" valueType="num">
                                      <p:cBhvr>
                                        <p:cTn id="15" dur="1000" fill="hold"/>
                                        <p:tgtEl>
                                          <p:spTgt spid="37"/>
                                        </p:tgtEl>
                                        <p:attrNameLst>
                                          <p:attrName>ppt_h</p:attrName>
                                        </p:attrNameLst>
                                      </p:cBhvr>
                                      <p:tavLst>
                                        <p:tav tm="0">
                                          <p:val>
                                            <p:fltVal val="0"/>
                                          </p:val>
                                        </p:tav>
                                        <p:tav tm="100000">
                                          <p:val>
                                            <p:strVal val="#ppt_h"/>
                                          </p:val>
                                        </p:tav>
                                      </p:tavLst>
                                    </p:anim>
                                    <p:anim calcmode="lin" valueType="num">
                                      <p:cBhvr>
                                        <p:cTn id="16" dur="1000" fill="hold"/>
                                        <p:tgtEl>
                                          <p:spTgt spid="37"/>
                                        </p:tgtEl>
                                        <p:attrNameLst>
                                          <p:attrName>style.rotation</p:attrName>
                                        </p:attrNameLst>
                                      </p:cBhvr>
                                      <p:tavLst>
                                        <p:tav tm="0">
                                          <p:val>
                                            <p:fltVal val="90"/>
                                          </p:val>
                                        </p:tav>
                                        <p:tav tm="100000">
                                          <p:val>
                                            <p:fltVal val="0"/>
                                          </p:val>
                                        </p:tav>
                                      </p:tavLst>
                                    </p:anim>
                                    <p:animEffect transition="in" filter="fade">
                                      <p:cBhvr>
                                        <p:cTn id="17" dur="1000"/>
                                        <p:tgtEl>
                                          <p:spTgt spid="37"/>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p:cTn id="20" dur="1000" fill="hold"/>
                                        <p:tgtEl>
                                          <p:spTgt spid="36"/>
                                        </p:tgtEl>
                                        <p:attrNameLst>
                                          <p:attrName>ppt_w</p:attrName>
                                        </p:attrNameLst>
                                      </p:cBhvr>
                                      <p:tavLst>
                                        <p:tav tm="0">
                                          <p:val>
                                            <p:fltVal val="0"/>
                                          </p:val>
                                        </p:tav>
                                        <p:tav tm="100000">
                                          <p:val>
                                            <p:strVal val="#ppt_w"/>
                                          </p:val>
                                        </p:tav>
                                      </p:tavLst>
                                    </p:anim>
                                    <p:anim calcmode="lin" valueType="num">
                                      <p:cBhvr>
                                        <p:cTn id="21" dur="1000" fill="hold"/>
                                        <p:tgtEl>
                                          <p:spTgt spid="36"/>
                                        </p:tgtEl>
                                        <p:attrNameLst>
                                          <p:attrName>ppt_h</p:attrName>
                                        </p:attrNameLst>
                                      </p:cBhvr>
                                      <p:tavLst>
                                        <p:tav tm="0">
                                          <p:val>
                                            <p:fltVal val="0"/>
                                          </p:val>
                                        </p:tav>
                                        <p:tav tm="100000">
                                          <p:val>
                                            <p:strVal val="#ppt_h"/>
                                          </p:val>
                                        </p:tav>
                                      </p:tavLst>
                                    </p:anim>
                                    <p:anim calcmode="lin" valueType="num">
                                      <p:cBhvr>
                                        <p:cTn id="22" dur="1000" fill="hold"/>
                                        <p:tgtEl>
                                          <p:spTgt spid="36"/>
                                        </p:tgtEl>
                                        <p:attrNameLst>
                                          <p:attrName>style.rotation</p:attrName>
                                        </p:attrNameLst>
                                      </p:cBhvr>
                                      <p:tavLst>
                                        <p:tav tm="0">
                                          <p:val>
                                            <p:fltVal val="90"/>
                                          </p:val>
                                        </p:tav>
                                        <p:tav tm="100000">
                                          <p:val>
                                            <p:fltVal val="0"/>
                                          </p:val>
                                        </p:tav>
                                      </p:tavLst>
                                    </p:anim>
                                    <p:animEffect transition="in" filter="fade">
                                      <p:cBhvr>
                                        <p:cTn id="23"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5488589" y="1903092"/>
            <a:ext cx="5382611" cy="996444"/>
            <a:chOff x="4849960" y="2217324"/>
            <a:chExt cx="5382611" cy="996444"/>
          </a:xfrm>
        </p:grpSpPr>
        <p:grpSp>
          <p:nvGrpSpPr>
            <p:cNvPr id="4" name="组合 3"/>
            <p:cNvGrpSpPr/>
            <p:nvPr/>
          </p:nvGrpSpPr>
          <p:grpSpPr>
            <a:xfrm>
              <a:off x="5474518" y="2217324"/>
              <a:ext cx="4758053" cy="996444"/>
              <a:chOff x="5394700" y="1250388"/>
              <a:chExt cx="4758053" cy="996444"/>
            </a:xfrm>
          </p:grpSpPr>
          <p:sp>
            <p:nvSpPr>
              <p:cNvPr id="5" name="TextBox 19"/>
              <p:cNvSpPr txBox="1"/>
              <p:nvPr/>
            </p:nvSpPr>
            <p:spPr>
              <a:xfrm>
                <a:off x="5394700" y="1250388"/>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6" name="文本框 5"/>
              <p:cNvSpPr txBox="1"/>
              <p:nvPr/>
            </p:nvSpPr>
            <p:spPr>
              <a:xfrm>
                <a:off x="5394700" y="1662057"/>
                <a:ext cx="4758053" cy="584775"/>
              </a:xfrm>
              <a:prstGeom prst="rect">
                <a:avLst/>
              </a:prstGeom>
              <a:noFill/>
            </p:spPr>
            <p:txBody>
              <a:bodyPr wrap="square" rtlCol="0">
                <a:spAutoFit/>
                <a:scene3d>
                  <a:camera prst="orthographicFront"/>
                  <a:lightRig rig="threePt" dir="t"/>
                </a:scene3d>
                <a:sp3d contourW="12700"/>
              </a:bodyPr>
              <a:lstStyle/>
              <a:p>
                <a:pPr algn="just">
                  <a:spcBef>
                    <a:spcPct val="0"/>
                  </a:spcBef>
                  <a:buNone/>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grpSp>
        <p:sp>
          <p:nvSpPr>
            <p:cNvPr id="7" name="椭圆 6"/>
            <p:cNvSpPr/>
            <p:nvPr/>
          </p:nvSpPr>
          <p:spPr>
            <a:xfrm>
              <a:off x="4849960" y="2418813"/>
              <a:ext cx="537474" cy="537474"/>
            </a:xfrm>
            <a:prstGeom prst="ellipse">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Arial" panose="020B0604020202020204" pitchFamily="34" charset="0"/>
                <a:cs typeface="Arial" panose="020B0604020202020204" pitchFamily="34" charset="0"/>
                <a:sym typeface="+mn-lt"/>
              </a:endParaRPr>
            </a:p>
          </p:txBody>
        </p:sp>
        <p:sp>
          <p:nvSpPr>
            <p:cNvPr id="38" name="椭圆 34"/>
            <p:cNvSpPr/>
            <p:nvPr/>
          </p:nvSpPr>
          <p:spPr>
            <a:xfrm>
              <a:off x="5004900" y="2548647"/>
              <a:ext cx="227593" cy="27181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Arial" panose="020B0604020202020204" pitchFamily="34" charset="0"/>
                <a:cs typeface="Arial" panose="020B0604020202020204" pitchFamily="34" charset="0"/>
                <a:sym typeface="+mn-lt"/>
              </a:endParaRPr>
            </a:p>
          </p:txBody>
        </p:sp>
      </p:grpSp>
      <p:grpSp>
        <p:nvGrpSpPr>
          <p:cNvPr id="42" name="组合 41"/>
          <p:cNvGrpSpPr/>
          <p:nvPr/>
        </p:nvGrpSpPr>
        <p:grpSpPr>
          <a:xfrm>
            <a:off x="5488589" y="3145554"/>
            <a:ext cx="5571297" cy="985073"/>
            <a:chOff x="4849960" y="3459786"/>
            <a:chExt cx="5571297" cy="985073"/>
          </a:xfrm>
        </p:grpSpPr>
        <p:grpSp>
          <p:nvGrpSpPr>
            <p:cNvPr id="10" name="组合 9"/>
            <p:cNvGrpSpPr/>
            <p:nvPr/>
          </p:nvGrpSpPr>
          <p:grpSpPr>
            <a:xfrm>
              <a:off x="5474518" y="3459786"/>
              <a:ext cx="4946739" cy="985073"/>
              <a:chOff x="5394700" y="1261759"/>
              <a:chExt cx="4946739" cy="985073"/>
            </a:xfrm>
          </p:grpSpPr>
          <p:sp>
            <p:nvSpPr>
              <p:cNvPr id="12" name="TextBox 19"/>
              <p:cNvSpPr txBox="1"/>
              <p:nvPr/>
            </p:nvSpPr>
            <p:spPr>
              <a:xfrm>
                <a:off x="5394700" y="1261759"/>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altLang="zh-CN"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3" name="文本框 12"/>
              <p:cNvSpPr txBox="1"/>
              <p:nvPr/>
            </p:nvSpPr>
            <p:spPr>
              <a:xfrm>
                <a:off x="5394700" y="1662057"/>
                <a:ext cx="4946739" cy="584775"/>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grpSp>
        <p:sp>
          <p:nvSpPr>
            <p:cNvPr id="11" name="椭圆 10"/>
            <p:cNvSpPr/>
            <p:nvPr/>
          </p:nvSpPr>
          <p:spPr>
            <a:xfrm>
              <a:off x="4849960" y="3649904"/>
              <a:ext cx="537474" cy="537474"/>
            </a:xfrm>
            <a:prstGeom prst="ellipse">
              <a:avLst/>
            </a:prstGeom>
            <a:solidFill>
              <a:srgbClr val="04E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Arial" panose="020B0604020202020204" pitchFamily="34" charset="0"/>
                <a:cs typeface="Arial" panose="020B0604020202020204" pitchFamily="34" charset="0"/>
                <a:sym typeface="+mn-lt"/>
              </a:endParaRPr>
            </a:p>
          </p:txBody>
        </p:sp>
        <p:sp>
          <p:nvSpPr>
            <p:cNvPr id="39" name="椭圆 35"/>
            <p:cNvSpPr/>
            <p:nvPr/>
          </p:nvSpPr>
          <p:spPr>
            <a:xfrm>
              <a:off x="4982791" y="3781039"/>
              <a:ext cx="271812" cy="269211"/>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Arial" panose="020B0604020202020204" pitchFamily="34" charset="0"/>
                <a:cs typeface="Arial" panose="020B0604020202020204" pitchFamily="34" charset="0"/>
                <a:sym typeface="+mn-lt"/>
              </a:endParaRPr>
            </a:p>
          </p:txBody>
        </p:sp>
      </p:grpSp>
      <p:grpSp>
        <p:nvGrpSpPr>
          <p:cNvPr id="43" name="组合 42"/>
          <p:cNvGrpSpPr/>
          <p:nvPr/>
        </p:nvGrpSpPr>
        <p:grpSpPr>
          <a:xfrm>
            <a:off x="5488589" y="4359117"/>
            <a:ext cx="5571297" cy="1002601"/>
            <a:chOff x="4849960" y="4673349"/>
            <a:chExt cx="5571297" cy="1002601"/>
          </a:xfrm>
        </p:grpSpPr>
        <p:grpSp>
          <p:nvGrpSpPr>
            <p:cNvPr id="15" name="组合 14"/>
            <p:cNvGrpSpPr/>
            <p:nvPr/>
          </p:nvGrpSpPr>
          <p:grpSpPr>
            <a:xfrm>
              <a:off x="5474518" y="4673349"/>
              <a:ext cx="4946739" cy="1002601"/>
              <a:chOff x="5394700" y="1244231"/>
              <a:chExt cx="4946739" cy="1002601"/>
            </a:xfrm>
          </p:grpSpPr>
          <p:sp>
            <p:nvSpPr>
              <p:cNvPr id="17" name="TextBox 19"/>
              <p:cNvSpPr txBox="1"/>
              <p:nvPr/>
            </p:nvSpPr>
            <p:spPr>
              <a:xfrm>
                <a:off x="5394700" y="1244231"/>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altLang="zh-CN"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8" name="文本框 17"/>
              <p:cNvSpPr txBox="1"/>
              <p:nvPr/>
            </p:nvSpPr>
            <p:spPr>
              <a:xfrm>
                <a:off x="5394700" y="1662057"/>
                <a:ext cx="4946739" cy="584775"/>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grpSp>
        <p:sp>
          <p:nvSpPr>
            <p:cNvPr id="16" name="椭圆 15"/>
            <p:cNvSpPr/>
            <p:nvPr/>
          </p:nvSpPr>
          <p:spPr>
            <a:xfrm>
              <a:off x="4849960" y="4880995"/>
              <a:ext cx="537474" cy="537474"/>
            </a:xfrm>
            <a:prstGeom prst="ellipse">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Arial" panose="020B0604020202020204" pitchFamily="34" charset="0"/>
                <a:cs typeface="Arial" panose="020B0604020202020204" pitchFamily="34" charset="0"/>
                <a:sym typeface="+mn-lt"/>
              </a:endParaRPr>
            </a:p>
          </p:txBody>
        </p:sp>
        <p:sp>
          <p:nvSpPr>
            <p:cNvPr id="40" name="椭圆 36"/>
            <p:cNvSpPr/>
            <p:nvPr/>
          </p:nvSpPr>
          <p:spPr>
            <a:xfrm>
              <a:off x="4982791" y="5015042"/>
              <a:ext cx="271812" cy="263386"/>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Arial" panose="020B0604020202020204" pitchFamily="34" charset="0"/>
                <a:cs typeface="Arial" panose="020B0604020202020204" pitchFamily="34" charset="0"/>
                <a:sym typeface="+mn-lt"/>
              </a:endParaRPr>
            </a:p>
          </p:txBody>
        </p:sp>
      </p:grpSp>
      <p:grpSp>
        <p:nvGrpSpPr>
          <p:cNvPr id="24" name="组合 23">
            <a:extLst>
              <a:ext uri="{FF2B5EF4-FFF2-40B4-BE49-F238E27FC236}">
                <a16:creationId xmlns:a16="http://schemas.microsoft.com/office/drawing/2014/main" id="{4676590A-45A2-47BE-BF70-E29A2FB9AA63}"/>
              </a:ext>
            </a:extLst>
          </p:cNvPr>
          <p:cNvGrpSpPr/>
          <p:nvPr/>
        </p:nvGrpSpPr>
        <p:grpSpPr>
          <a:xfrm>
            <a:off x="444056" y="246729"/>
            <a:ext cx="1415772" cy="433147"/>
            <a:chOff x="444056" y="262399"/>
            <a:chExt cx="1415772" cy="433147"/>
          </a:xfrm>
        </p:grpSpPr>
        <p:sp>
          <p:nvSpPr>
            <p:cNvPr id="28" name="TextBox 7">
              <a:extLst>
                <a:ext uri="{FF2B5EF4-FFF2-40B4-BE49-F238E27FC236}">
                  <a16:creationId xmlns:a16="http://schemas.microsoft.com/office/drawing/2014/main" id="{AE8BF7A2-5A7D-4804-B801-8367711A2D5D}"/>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29" name="TextBox 8">
              <a:extLst>
                <a:ext uri="{FF2B5EF4-FFF2-40B4-BE49-F238E27FC236}">
                  <a16:creationId xmlns:a16="http://schemas.microsoft.com/office/drawing/2014/main" id="{4293B6EF-E12F-490F-985A-A3DD5DEAE0C2}"/>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30" name="矩形 29">
            <a:extLst>
              <a:ext uri="{FF2B5EF4-FFF2-40B4-BE49-F238E27FC236}">
                <a16:creationId xmlns:a16="http://schemas.microsoft.com/office/drawing/2014/main" id="{93F3DD9C-E2AA-4808-9402-0288197EFDA4}"/>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A56626EE-8293-4D44-A2B3-2DBB542C72C1}"/>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占位符 2"/>
          <p:cNvPicPr>
            <a:picLocks noGrp="1" noChangeAspect="1"/>
          </p:cNvPicPr>
          <p:nvPr>
            <p:ph type="pic" sz="quarter" idx="10"/>
          </p:nvPr>
        </p:nvPicPr>
        <p:blipFill>
          <a:blip r:embed="rId4" cstate="print">
            <a:extLst>
              <a:ext uri="{28A0092B-C50C-407E-A947-70E740481C1C}">
                <a14:useLocalDpi xmlns:a14="http://schemas.microsoft.com/office/drawing/2010/main" val="0"/>
              </a:ext>
            </a:extLst>
          </a:blip>
          <a:srcRect t="19580" b="19580"/>
          <a:stretch>
            <a:fillRect/>
          </a:stretch>
        </p:blipFill>
        <p:spPr/>
      </p:pic>
    </p:spTree>
    <p:extLst>
      <p:ext uri="{BB962C8B-B14F-4D97-AF65-F5344CB8AC3E}">
        <p14:creationId xmlns:p14="http://schemas.microsoft.com/office/powerpoint/2010/main" val="1092411808"/>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1+#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1+#ppt_w/2"/>
                                          </p:val>
                                        </p:tav>
                                        <p:tav tm="100000">
                                          <p:val>
                                            <p:strVal val="#ppt_x"/>
                                          </p:val>
                                        </p:tav>
                                      </p:tavLst>
                                    </p:anim>
                                    <p:anim calcmode="lin" valueType="num">
                                      <p:cBhvr additive="base">
                                        <p:cTn id="12" dur="500" fill="hold"/>
                                        <p:tgtEl>
                                          <p:spTgt spid="42"/>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1+#ppt_w/2"/>
                                          </p:val>
                                        </p:tav>
                                        <p:tav tm="100000">
                                          <p:val>
                                            <p:strVal val="#ppt_x"/>
                                          </p:val>
                                        </p:tav>
                                      </p:tavLst>
                                    </p:anim>
                                    <p:anim calcmode="lin" valueType="num">
                                      <p:cBhvr additive="base">
                                        <p:cTn id="16"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矩形 82">
            <a:extLst>
              <a:ext uri="{FF2B5EF4-FFF2-40B4-BE49-F238E27FC236}">
                <a16:creationId xmlns:a16="http://schemas.microsoft.com/office/drawing/2014/main" id="{6EA61E07-60A3-40F4-B834-E04E5145618C}"/>
              </a:ext>
            </a:extLst>
          </p:cNvPr>
          <p:cNvSpPr/>
          <p:nvPr/>
        </p:nvSpPr>
        <p:spPr>
          <a:xfrm>
            <a:off x="8865004" y="2566392"/>
            <a:ext cx="2217007" cy="133055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a:t>
            </a:r>
          </a:p>
        </p:txBody>
      </p:sp>
      <p:grpSp>
        <p:nvGrpSpPr>
          <p:cNvPr id="91" name="组合 90">
            <a:extLst>
              <a:ext uri="{FF2B5EF4-FFF2-40B4-BE49-F238E27FC236}">
                <a16:creationId xmlns:a16="http://schemas.microsoft.com/office/drawing/2014/main" id="{D8519644-A1FF-47A0-AAA5-3795593E60B0}"/>
              </a:ext>
            </a:extLst>
          </p:cNvPr>
          <p:cNvGrpSpPr/>
          <p:nvPr/>
        </p:nvGrpSpPr>
        <p:grpSpPr>
          <a:xfrm>
            <a:off x="3442158" y="2277691"/>
            <a:ext cx="5395910" cy="3023344"/>
            <a:chOff x="3442158" y="2277691"/>
            <a:chExt cx="5395910" cy="3023344"/>
          </a:xfrm>
        </p:grpSpPr>
        <p:grpSp>
          <p:nvGrpSpPr>
            <p:cNvPr id="24" name="Group 2">
              <a:extLst>
                <a:ext uri="{FF2B5EF4-FFF2-40B4-BE49-F238E27FC236}">
                  <a16:creationId xmlns:a16="http://schemas.microsoft.com/office/drawing/2014/main" id="{0FCE2B64-328F-4449-974C-97D6EF2D4CBF}"/>
                </a:ext>
              </a:extLst>
            </p:cNvPr>
            <p:cNvGrpSpPr>
              <a:grpSpLocks noChangeAspect="1"/>
            </p:cNvGrpSpPr>
            <p:nvPr/>
          </p:nvGrpSpPr>
          <p:grpSpPr bwMode="auto">
            <a:xfrm rot="5400000">
              <a:off x="4628441" y="1091408"/>
              <a:ext cx="3023344" cy="5395910"/>
              <a:chOff x="2689" y="825"/>
              <a:chExt cx="2311" cy="3300"/>
            </a:xfrm>
          </p:grpSpPr>
          <p:sp>
            <p:nvSpPr>
              <p:cNvPr id="29" name="Freeform: Shape 7">
                <a:extLst>
                  <a:ext uri="{FF2B5EF4-FFF2-40B4-BE49-F238E27FC236}">
                    <a16:creationId xmlns:a16="http://schemas.microsoft.com/office/drawing/2014/main" id="{7BF76DB9-B3B5-4998-8DB4-8C1BA24CB245}"/>
                  </a:ext>
                </a:extLst>
              </p:cNvPr>
              <p:cNvSpPr>
                <a:spLocks/>
              </p:cNvSpPr>
              <p:nvPr/>
            </p:nvSpPr>
            <p:spPr bwMode="auto">
              <a:xfrm>
                <a:off x="4311" y="1179"/>
                <a:ext cx="462" cy="2068"/>
              </a:xfrm>
              <a:custGeom>
                <a:avLst/>
                <a:gdLst>
                  <a:gd name="T0" fmla="*/ 0 w 462"/>
                  <a:gd name="T1" fmla="*/ 0 h 2068"/>
                  <a:gd name="T2" fmla="*/ 0 w 462"/>
                  <a:gd name="T3" fmla="*/ 2068 h 2068"/>
                  <a:gd name="T4" fmla="*/ 462 w 462"/>
                  <a:gd name="T5" fmla="*/ 1702 h 2068"/>
                  <a:gd name="T6" fmla="*/ 462 w 462"/>
                  <a:gd name="T7" fmla="*/ 0 h 2068"/>
                  <a:gd name="T8" fmla="*/ 0 w 462"/>
                  <a:gd name="T9" fmla="*/ 0 h 2068"/>
                </a:gdLst>
                <a:ahLst/>
                <a:cxnLst>
                  <a:cxn ang="0">
                    <a:pos x="T0" y="T1"/>
                  </a:cxn>
                  <a:cxn ang="0">
                    <a:pos x="T2" y="T3"/>
                  </a:cxn>
                  <a:cxn ang="0">
                    <a:pos x="T4" y="T5"/>
                  </a:cxn>
                  <a:cxn ang="0">
                    <a:pos x="T6" y="T7"/>
                  </a:cxn>
                  <a:cxn ang="0">
                    <a:pos x="T8" y="T9"/>
                  </a:cxn>
                </a:cxnLst>
                <a:rect l="0" t="0" r="r" b="b"/>
                <a:pathLst>
                  <a:path w="462" h="2068">
                    <a:moveTo>
                      <a:pt x="0" y="0"/>
                    </a:moveTo>
                    <a:lnTo>
                      <a:pt x="0" y="2068"/>
                    </a:lnTo>
                    <a:lnTo>
                      <a:pt x="462" y="1702"/>
                    </a:lnTo>
                    <a:lnTo>
                      <a:pt x="462" y="0"/>
                    </a:lnTo>
                    <a:lnTo>
                      <a:pt x="0"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 name="Freeform: Shape 8">
                <a:extLst>
                  <a:ext uri="{FF2B5EF4-FFF2-40B4-BE49-F238E27FC236}">
                    <a16:creationId xmlns:a16="http://schemas.microsoft.com/office/drawing/2014/main" id="{F79FDDC9-8A40-4E0E-BFB1-17A468B0CE22}"/>
                  </a:ext>
                </a:extLst>
              </p:cNvPr>
              <p:cNvSpPr>
                <a:spLocks/>
              </p:cNvSpPr>
              <p:nvPr/>
            </p:nvSpPr>
            <p:spPr bwMode="auto">
              <a:xfrm>
                <a:off x="4311" y="1179"/>
                <a:ext cx="462" cy="2068"/>
              </a:xfrm>
              <a:custGeom>
                <a:avLst/>
                <a:gdLst>
                  <a:gd name="T0" fmla="*/ 0 w 462"/>
                  <a:gd name="T1" fmla="*/ 0 h 2068"/>
                  <a:gd name="T2" fmla="*/ 0 w 462"/>
                  <a:gd name="T3" fmla="*/ 2068 h 2068"/>
                  <a:gd name="T4" fmla="*/ 462 w 462"/>
                  <a:gd name="T5" fmla="*/ 1702 h 2068"/>
                  <a:gd name="T6" fmla="*/ 462 w 462"/>
                  <a:gd name="T7" fmla="*/ 0 h 2068"/>
                  <a:gd name="T8" fmla="*/ 0 w 462"/>
                  <a:gd name="T9" fmla="*/ 0 h 2068"/>
                </a:gdLst>
                <a:ahLst/>
                <a:cxnLst>
                  <a:cxn ang="0">
                    <a:pos x="T0" y="T1"/>
                  </a:cxn>
                  <a:cxn ang="0">
                    <a:pos x="T2" y="T3"/>
                  </a:cxn>
                  <a:cxn ang="0">
                    <a:pos x="T4" y="T5"/>
                  </a:cxn>
                  <a:cxn ang="0">
                    <a:pos x="T6" y="T7"/>
                  </a:cxn>
                  <a:cxn ang="0">
                    <a:pos x="T8" y="T9"/>
                  </a:cxn>
                </a:cxnLst>
                <a:rect l="0" t="0" r="r" b="b"/>
                <a:pathLst>
                  <a:path w="462" h="2068">
                    <a:moveTo>
                      <a:pt x="0" y="0"/>
                    </a:moveTo>
                    <a:lnTo>
                      <a:pt x="0" y="2068"/>
                    </a:lnTo>
                    <a:lnTo>
                      <a:pt x="462" y="1702"/>
                    </a:lnTo>
                    <a:lnTo>
                      <a:pt x="46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 name="Freeform: Shape 9">
                <a:extLst>
                  <a:ext uri="{FF2B5EF4-FFF2-40B4-BE49-F238E27FC236}">
                    <a16:creationId xmlns:a16="http://schemas.microsoft.com/office/drawing/2014/main" id="{40747FDC-28B3-4020-8836-D3DCE1591963}"/>
                  </a:ext>
                </a:extLst>
              </p:cNvPr>
              <p:cNvSpPr>
                <a:spLocks/>
              </p:cNvSpPr>
              <p:nvPr/>
            </p:nvSpPr>
            <p:spPr bwMode="auto">
              <a:xfrm>
                <a:off x="4084" y="825"/>
                <a:ext cx="916" cy="395"/>
              </a:xfrm>
              <a:custGeom>
                <a:avLst/>
                <a:gdLst>
                  <a:gd name="T0" fmla="*/ 458 w 916"/>
                  <a:gd name="T1" fmla="*/ 0 h 395"/>
                  <a:gd name="T2" fmla="*/ 916 w 916"/>
                  <a:gd name="T3" fmla="*/ 395 h 395"/>
                  <a:gd name="T4" fmla="*/ 458 w 916"/>
                  <a:gd name="T5" fmla="*/ 395 h 395"/>
                  <a:gd name="T6" fmla="*/ 0 w 916"/>
                  <a:gd name="T7" fmla="*/ 395 h 395"/>
                  <a:gd name="T8" fmla="*/ 458 w 916"/>
                  <a:gd name="T9" fmla="*/ 0 h 395"/>
                </a:gdLst>
                <a:ahLst/>
                <a:cxnLst>
                  <a:cxn ang="0">
                    <a:pos x="T0" y="T1"/>
                  </a:cxn>
                  <a:cxn ang="0">
                    <a:pos x="T2" y="T3"/>
                  </a:cxn>
                  <a:cxn ang="0">
                    <a:pos x="T4" y="T5"/>
                  </a:cxn>
                  <a:cxn ang="0">
                    <a:pos x="T6" y="T7"/>
                  </a:cxn>
                  <a:cxn ang="0">
                    <a:pos x="T8" y="T9"/>
                  </a:cxn>
                </a:cxnLst>
                <a:rect l="0" t="0" r="r" b="b"/>
                <a:pathLst>
                  <a:path w="916" h="395">
                    <a:moveTo>
                      <a:pt x="458" y="0"/>
                    </a:moveTo>
                    <a:lnTo>
                      <a:pt x="916" y="395"/>
                    </a:lnTo>
                    <a:lnTo>
                      <a:pt x="458" y="395"/>
                    </a:lnTo>
                    <a:lnTo>
                      <a:pt x="0" y="395"/>
                    </a:lnTo>
                    <a:lnTo>
                      <a:pt x="458"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Freeform: Shape 10">
                <a:extLst>
                  <a:ext uri="{FF2B5EF4-FFF2-40B4-BE49-F238E27FC236}">
                    <a16:creationId xmlns:a16="http://schemas.microsoft.com/office/drawing/2014/main" id="{DB840E9B-5D97-4851-87B7-198ED7E0A31F}"/>
                  </a:ext>
                </a:extLst>
              </p:cNvPr>
              <p:cNvSpPr>
                <a:spLocks/>
              </p:cNvSpPr>
              <p:nvPr/>
            </p:nvSpPr>
            <p:spPr bwMode="auto">
              <a:xfrm>
                <a:off x="4084" y="825"/>
                <a:ext cx="916" cy="395"/>
              </a:xfrm>
              <a:custGeom>
                <a:avLst/>
                <a:gdLst>
                  <a:gd name="T0" fmla="*/ 458 w 916"/>
                  <a:gd name="T1" fmla="*/ 0 h 395"/>
                  <a:gd name="T2" fmla="*/ 916 w 916"/>
                  <a:gd name="T3" fmla="*/ 395 h 395"/>
                  <a:gd name="T4" fmla="*/ 458 w 916"/>
                  <a:gd name="T5" fmla="*/ 395 h 395"/>
                  <a:gd name="T6" fmla="*/ 0 w 916"/>
                  <a:gd name="T7" fmla="*/ 395 h 395"/>
                  <a:gd name="T8" fmla="*/ 458 w 916"/>
                  <a:gd name="T9" fmla="*/ 0 h 395"/>
                </a:gdLst>
                <a:ahLst/>
                <a:cxnLst>
                  <a:cxn ang="0">
                    <a:pos x="T0" y="T1"/>
                  </a:cxn>
                  <a:cxn ang="0">
                    <a:pos x="T2" y="T3"/>
                  </a:cxn>
                  <a:cxn ang="0">
                    <a:pos x="T4" y="T5"/>
                  </a:cxn>
                  <a:cxn ang="0">
                    <a:pos x="T6" y="T7"/>
                  </a:cxn>
                  <a:cxn ang="0">
                    <a:pos x="T8" y="T9"/>
                  </a:cxn>
                </a:cxnLst>
                <a:rect l="0" t="0" r="r" b="b"/>
                <a:pathLst>
                  <a:path w="916" h="395">
                    <a:moveTo>
                      <a:pt x="458" y="0"/>
                    </a:moveTo>
                    <a:lnTo>
                      <a:pt x="916" y="395"/>
                    </a:lnTo>
                    <a:lnTo>
                      <a:pt x="458" y="395"/>
                    </a:lnTo>
                    <a:lnTo>
                      <a:pt x="0" y="395"/>
                    </a:lnTo>
                    <a:lnTo>
                      <a:pt x="4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Freeform: Shape 11">
                <a:extLst>
                  <a:ext uri="{FF2B5EF4-FFF2-40B4-BE49-F238E27FC236}">
                    <a16:creationId xmlns:a16="http://schemas.microsoft.com/office/drawing/2014/main" id="{4699FB68-96B5-4A1D-9156-32D11A07FDF6}"/>
                  </a:ext>
                </a:extLst>
              </p:cNvPr>
              <p:cNvSpPr>
                <a:spLocks/>
              </p:cNvSpPr>
              <p:nvPr/>
            </p:nvSpPr>
            <p:spPr bwMode="auto">
              <a:xfrm>
                <a:off x="4084" y="825"/>
                <a:ext cx="458" cy="395"/>
              </a:xfrm>
              <a:custGeom>
                <a:avLst/>
                <a:gdLst>
                  <a:gd name="T0" fmla="*/ 458 w 458"/>
                  <a:gd name="T1" fmla="*/ 0 h 395"/>
                  <a:gd name="T2" fmla="*/ 0 w 458"/>
                  <a:gd name="T3" fmla="*/ 395 h 395"/>
                  <a:gd name="T4" fmla="*/ 227 w 458"/>
                  <a:gd name="T5" fmla="*/ 395 h 395"/>
                  <a:gd name="T6" fmla="*/ 0 w 458"/>
                  <a:gd name="T7" fmla="*/ 395 h 395"/>
                  <a:gd name="T8" fmla="*/ 210 w 458"/>
                  <a:gd name="T9" fmla="*/ 214 h 395"/>
                  <a:gd name="T10" fmla="*/ 458 w 458"/>
                  <a:gd name="T11" fmla="*/ 0 h 395"/>
                </a:gdLst>
                <a:ahLst/>
                <a:cxnLst>
                  <a:cxn ang="0">
                    <a:pos x="T0" y="T1"/>
                  </a:cxn>
                  <a:cxn ang="0">
                    <a:pos x="T2" y="T3"/>
                  </a:cxn>
                  <a:cxn ang="0">
                    <a:pos x="T4" y="T5"/>
                  </a:cxn>
                  <a:cxn ang="0">
                    <a:pos x="T6" y="T7"/>
                  </a:cxn>
                  <a:cxn ang="0">
                    <a:pos x="T8" y="T9"/>
                  </a:cxn>
                  <a:cxn ang="0">
                    <a:pos x="T10" y="T11"/>
                  </a:cxn>
                </a:cxnLst>
                <a:rect l="0" t="0" r="r" b="b"/>
                <a:pathLst>
                  <a:path w="458" h="395">
                    <a:moveTo>
                      <a:pt x="458" y="0"/>
                    </a:moveTo>
                    <a:lnTo>
                      <a:pt x="0" y="395"/>
                    </a:lnTo>
                    <a:lnTo>
                      <a:pt x="227" y="395"/>
                    </a:lnTo>
                    <a:lnTo>
                      <a:pt x="0" y="395"/>
                    </a:lnTo>
                    <a:lnTo>
                      <a:pt x="210" y="214"/>
                    </a:lnTo>
                    <a:lnTo>
                      <a:pt x="458"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Freeform: Shape 12">
                <a:extLst>
                  <a:ext uri="{FF2B5EF4-FFF2-40B4-BE49-F238E27FC236}">
                    <a16:creationId xmlns:a16="http://schemas.microsoft.com/office/drawing/2014/main" id="{87983A76-CE2A-43B0-8FA7-6640C8D02781}"/>
                  </a:ext>
                </a:extLst>
              </p:cNvPr>
              <p:cNvSpPr>
                <a:spLocks/>
              </p:cNvSpPr>
              <p:nvPr/>
            </p:nvSpPr>
            <p:spPr bwMode="auto">
              <a:xfrm>
                <a:off x="4084" y="825"/>
                <a:ext cx="458" cy="395"/>
              </a:xfrm>
              <a:custGeom>
                <a:avLst/>
                <a:gdLst>
                  <a:gd name="T0" fmla="*/ 458 w 458"/>
                  <a:gd name="T1" fmla="*/ 0 h 395"/>
                  <a:gd name="T2" fmla="*/ 0 w 458"/>
                  <a:gd name="T3" fmla="*/ 395 h 395"/>
                  <a:gd name="T4" fmla="*/ 227 w 458"/>
                  <a:gd name="T5" fmla="*/ 395 h 395"/>
                  <a:gd name="T6" fmla="*/ 0 w 458"/>
                  <a:gd name="T7" fmla="*/ 395 h 395"/>
                  <a:gd name="T8" fmla="*/ 210 w 458"/>
                  <a:gd name="T9" fmla="*/ 214 h 395"/>
                  <a:gd name="T10" fmla="*/ 458 w 458"/>
                  <a:gd name="T11" fmla="*/ 0 h 395"/>
                </a:gdLst>
                <a:ahLst/>
                <a:cxnLst>
                  <a:cxn ang="0">
                    <a:pos x="T0" y="T1"/>
                  </a:cxn>
                  <a:cxn ang="0">
                    <a:pos x="T2" y="T3"/>
                  </a:cxn>
                  <a:cxn ang="0">
                    <a:pos x="T4" y="T5"/>
                  </a:cxn>
                  <a:cxn ang="0">
                    <a:pos x="T6" y="T7"/>
                  </a:cxn>
                  <a:cxn ang="0">
                    <a:pos x="T8" y="T9"/>
                  </a:cxn>
                  <a:cxn ang="0">
                    <a:pos x="T10" y="T11"/>
                  </a:cxn>
                </a:cxnLst>
                <a:rect l="0" t="0" r="r" b="b"/>
                <a:pathLst>
                  <a:path w="458" h="395">
                    <a:moveTo>
                      <a:pt x="458" y="0"/>
                    </a:moveTo>
                    <a:lnTo>
                      <a:pt x="0" y="395"/>
                    </a:lnTo>
                    <a:lnTo>
                      <a:pt x="227" y="395"/>
                    </a:lnTo>
                    <a:lnTo>
                      <a:pt x="0" y="395"/>
                    </a:lnTo>
                    <a:lnTo>
                      <a:pt x="210" y="214"/>
                    </a:lnTo>
                    <a:lnTo>
                      <a:pt x="4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 name="Freeform: Shape 13">
                <a:extLst>
                  <a:ext uri="{FF2B5EF4-FFF2-40B4-BE49-F238E27FC236}">
                    <a16:creationId xmlns:a16="http://schemas.microsoft.com/office/drawing/2014/main" id="{E978337A-9B12-4FFA-BD5A-571A4F4EBD60}"/>
                  </a:ext>
                </a:extLst>
              </p:cNvPr>
              <p:cNvSpPr>
                <a:spLocks/>
              </p:cNvSpPr>
              <p:nvPr/>
            </p:nvSpPr>
            <p:spPr bwMode="auto">
              <a:xfrm>
                <a:off x="4542" y="825"/>
                <a:ext cx="458" cy="395"/>
              </a:xfrm>
              <a:custGeom>
                <a:avLst/>
                <a:gdLst>
                  <a:gd name="T0" fmla="*/ 0 w 458"/>
                  <a:gd name="T1" fmla="*/ 0 h 395"/>
                  <a:gd name="T2" fmla="*/ 0 w 458"/>
                  <a:gd name="T3" fmla="*/ 0 h 395"/>
                  <a:gd name="T4" fmla="*/ 458 w 458"/>
                  <a:gd name="T5" fmla="*/ 395 h 395"/>
                  <a:gd name="T6" fmla="*/ 458 w 458"/>
                  <a:gd name="T7" fmla="*/ 395 h 395"/>
                  <a:gd name="T8" fmla="*/ 0 w 458"/>
                  <a:gd name="T9" fmla="*/ 0 h 395"/>
                </a:gdLst>
                <a:ahLst/>
                <a:cxnLst>
                  <a:cxn ang="0">
                    <a:pos x="T0" y="T1"/>
                  </a:cxn>
                  <a:cxn ang="0">
                    <a:pos x="T2" y="T3"/>
                  </a:cxn>
                  <a:cxn ang="0">
                    <a:pos x="T4" y="T5"/>
                  </a:cxn>
                  <a:cxn ang="0">
                    <a:pos x="T6" y="T7"/>
                  </a:cxn>
                  <a:cxn ang="0">
                    <a:pos x="T8" y="T9"/>
                  </a:cxn>
                </a:cxnLst>
                <a:rect l="0" t="0" r="r" b="b"/>
                <a:pathLst>
                  <a:path w="458" h="395">
                    <a:moveTo>
                      <a:pt x="0" y="0"/>
                    </a:moveTo>
                    <a:lnTo>
                      <a:pt x="0" y="0"/>
                    </a:lnTo>
                    <a:lnTo>
                      <a:pt x="458" y="395"/>
                    </a:lnTo>
                    <a:lnTo>
                      <a:pt x="458" y="395"/>
                    </a:lnTo>
                    <a:lnTo>
                      <a:pt x="0" y="0"/>
                    </a:lnTo>
                    <a:close/>
                  </a:path>
                </a:pathLst>
              </a:custGeom>
              <a:solidFill>
                <a:srgbClr val="AEAD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 name="Freeform: Shape 14">
                <a:extLst>
                  <a:ext uri="{FF2B5EF4-FFF2-40B4-BE49-F238E27FC236}">
                    <a16:creationId xmlns:a16="http://schemas.microsoft.com/office/drawing/2014/main" id="{FBCE0E89-1D44-45C9-9C4A-C11C7EC43D75}"/>
                  </a:ext>
                </a:extLst>
              </p:cNvPr>
              <p:cNvSpPr>
                <a:spLocks/>
              </p:cNvSpPr>
              <p:nvPr/>
            </p:nvSpPr>
            <p:spPr bwMode="auto">
              <a:xfrm>
                <a:off x="4542" y="825"/>
                <a:ext cx="458" cy="395"/>
              </a:xfrm>
              <a:custGeom>
                <a:avLst/>
                <a:gdLst>
                  <a:gd name="T0" fmla="*/ 0 w 458"/>
                  <a:gd name="T1" fmla="*/ 0 h 395"/>
                  <a:gd name="T2" fmla="*/ 0 w 458"/>
                  <a:gd name="T3" fmla="*/ 0 h 395"/>
                  <a:gd name="T4" fmla="*/ 458 w 458"/>
                  <a:gd name="T5" fmla="*/ 395 h 395"/>
                  <a:gd name="T6" fmla="*/ 458 w 458"/>
                  <a:gd name="T7" fmla="*/ 395 h 395"/>
                  <a:gd name="T8" fmla="*/ 0 w 458"/>
                  <a:gd name="T9" fmla="*/ 0 h 395"/>
                </a:gdLst>
                <a:ahLst/>
                <a:cxnLst>
                  <a:cxn ang="0">
                    <a:pos x="T0" y="T1"/>
                  </a:cxn>
                  <a:cxn ang="0">
                    <a:pos x="T2" y="T3"/>
                  </a:cxn>
                  <a:cxn ang="0">
                    <a:pos x="T4" y="T5"/>
                  </a:cxn>
                  <a:cxn ang="0">
                    <a:pos x="T6" y="T7"/>
                  </a:cxn>
                  <a:cxn ang="0">
                    <a:pos x="T8" y="T9"/>
                  </a:cxn>
                </a:cxnLst>
                <a:rect l="0" t="0" r="r" b="b"/>
                <a:pathLst>
                  <a:path w="458" h="395">
                    <a:moveTo>
                      <a:pt x="0" y="0"/>
                    </a:moveTo>
                    <a:lnTo>
                      <a:pt x="0" y="0"/>
                    </a:lnTo>
                    <a:lnTo>
                      <a:pt x="458" y="395"/>
                    </a:lnTo>
                    <a:lnTo>
                      <a:pt x="458" y="39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Freeform: Shape 15">
                <a:extLst>
                  <a:ext uri="{FF2B5EF4-FFF2-40B4-BE49-F238E27FC236}">
                    <a16:creationId xmlns:a16="http://schemas.microsoft.com/office/drawing/2014/main" id="{DBCC9F92-C3D9-4F62-8BE5-4F42897700F1}"/>
                  </a:ext>
                </a:extLst>
              </p:cNvPr>
              <p:cNvSpPr>
                <a:spLocks/>
              </p:cNvSpPr>
              <p:nvPr/>
            </p:nvSpPr>
            <p:spPr bwMode="auto">
              <a:xfrm>
                <a:off x="4311" y="1220"/>
                <a:ext cx="462" cy="2027"/>
              </a:xfrm>
              <a:custGeom>
                <a:avLst/>
                <a:gdLst>
                  <a:gd name="T0" fmla="*/ 462 w 462"/>
                  <a:gd name="T1" fmla="*/ 0 h 2027"/>
                  <a:gd name="T2" fmla="*/ 231 w 462"/>
                  <a:gd name="T3" fmla="*/ 0 h 2027"/>
                  <a:gd name="T4" fmla="*/ 0 w 462"/>
                  <a:gd name="T5" fmla="*/ 0 h 2027"/>
                  <a:gd name="T6" fmla="*/ 0 w 462"/>
                  <a:gd name="T7" fmla="*/ 2027 h 2027"/>
                  <a:gd name="T8" fmla="*/ 462 w 462"/>
                  <a:gd name="T9" fmla="*/ 1661 h 2027"/>
                  <a:gd name="T10" fmla="*/ 462 w 462"/>
                  <a:gd name="T11" fmla="*/ 0 h 2027"/>
                </a:gdLst>
                <a:ahLst/>
                <a:cxnLst>
                  <a:cxn ang="0">
                    <a:pos x="T0" y="T1"/>
                  </a:cxn>
                  <a:cxn ang="0">
                    <a:pos x="T2" y="T3"/>
                  </a:cxn>
                  <a:cxn ang="0">
                    <a:pos x="T4" y="T5"/>
                  </a:cxn>
                  <a:cxn ang="0">
                    <a:pos x="T6" y="T7"/>
                  </a:cxn>
                  <a:cxn ang="0">
                    <a:pos x="T8" y="T9"/>
                  </a:cxn>
                  <a:cxn ang="0">
                    <a:pos x="T10" y="T11"/>
                  </a:cxn>
                </a:cxnLst>
                <a:rect l="0" t="0" r="r" b="b"/>
                <a:pathLst>
                  <a:path w="462" h="2027">
                    <a:moveTo>
                      <a:pt x="462" y="0"/>
                    </a:moveTo>
                    <a:lnTo>
                      <a:pt x="231" y="0"/>
                    </a:lnTo>
                    <a:lnTo>
                      <a:pt x="0" y="0"/>
                    </a:lnTo>
                    <a:lnTo>
                      <a:pt x="0" y="2027"/>
                    </a:lnTo>
                    <a:lnTo>
                      <a:pt x="462" y="1661"/>
                    </a:lnTo>
                    <a:lnTo>
                      <a:pt x="462" y="0"/>
                    </a:lnTo>
                    <a:close/>
                  </a:path>
                </a:pathLst>
              </a:custGeom>
              <a:solidFill>
                <a:srgbClr val="04EE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Freeform: Shape 16">
                <a:extLst>
                  <a:ext uri="{FF2B5EF4-FFF2-40B4-BE49-F238E27FC236}">
                    <a16:creationId xmlns:a16="http://schemas.microsoft.com/office/drawing/2014/main" id="{DA0F495F-7C69-4E1E-BA93-70C38600F619}"/>
                  </a:ext>
                </a:extLst>
              </p:cNvPr>
              <p:cNvSpPr>
                <a:spLocks/>
              </p:cNvSpPr>
              <p:nvPr/>
            </p:nvSpPr>
            <p:spPr bwMode="auto">
              <a:xfrm>
                <a:off x="4311" y="1220"/>
                <a:ext cx="462" cy="2027"/>
              </a:xfrm>
              <a:custGeom>
                <a:avLst/>
                <a:gdLst>
                  <a:gd name="T0" fmla="*/ 462 w 462"/>
                  <a:gd name="T1" fmla="*/ 0 h 2027"/>
                  <a:gd name="T2" fmla="*/ 231 w 462"/>
                  <a:gd name="T3" fmla="*/ 0 h 2027"/>
                  <a:gd name="T4" fmla="*/ 0 w 462"/>
                  <a:gd name="T5" fmla="*/ 0 h 2027"/>
                  <a:gd name="T6" fmla="*/ 0 w 462"/>
                  <a:gd name="T7" fmla="*/ 2027 h 2027"/>
                  <a:gd name="T8" fmla="*/ 462 w 462"/>
                  <a:gd name="T9" fmla="*/ 1661 h 2027"/>
                  <a:gd name="T10" fmla="*/ 462 w 462"/>
                  <a:gd name="T11" fmla="*/ 0 h 2027"/>
                </a:gdLst>
                <a:ahLst/>
                <a:cxnLst>
                  <a:cxn ang="0">
                    <a:pos x="T0" y="T1"/>
                  </a:cxn>
                  <a:cxn ang="0">
                    <a:pos x="T2" y="T3"/>
                  </a:cxn>
                  <a:cxn ang="0">
                    <a:pos x="T4" y="T5"/>
                  </a:cxn>
                  <a:cxn ang="0">
                    <a:pos x="T6" y="T7"/>
                  </a:cxn>
                  <a:cxn ang="0">
                    <a:pos x="T8" y="T9"/>
                  </a:cxn>
                  <a:cxn ang="0">
                    <a:pos x="T10" y="T11"/>
                  </a:cxn>
                </a:cxnLst>
                <a:rect l="0" t="0" r="r" b="b"/>
                <a:pathLst>
                  <a:path w="462" h="2027">
                    <a:moveTo>
                      <a:pt x="462" y="0"/>
                    </a:moveTo>
                    <a:lnTo>
                      <a:pt x="231" y="0"/>
                    </a:lnTo>
                    <a:lnTo>
                      <a:pt x="0" y="0"/>
                    </a:lnTo>
                    <a:lnTo>
                      <a:pt x="0" y="2027"/>
                    </a:lnTo>
                    <a:lnTo>
                      <a:pt x="462" y="1661"/>
                    </a:lnTo>
                    <a:lnTo>
                      <a:pt x="4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Freeform: Shape 17">
                <a:extLst>
                  <a:ext uri="{FF2B5EF4-FFF2-40B4-BE49-F238E27FC236}">
                    <a16:creationId xmlns:a16="http://schemas.microsoft.com/office/drawing/2014/main" id="{CC338025-2A38-4325-8A81-5DA72A392038}"/>
                  </a:ext>
                </a:extLst>
              </p:cNvPr>
              <p:cNvSpPr>
                <a:spLocks/>
              </p:cNvSpPr>
              <p:nvPr/>
            </p:nvSpPr>
            <p:spPr bwMode="auto">
              <a:xfrm>
                <a:off x="4084" y="825"/>
                <a:ext cx="916" cy="395"/>
              </a:xfrm>
              <a:custGeom>
                <a:avLst/>
                <a:gdLst>
                  <a:gd name="T0" fmla="*/ 458 w 916"/>
                  <a:gd name="T1" fmla="*/ 0 h 395"/>
                  <a:gd name="T2" fmla="*/ 458 w 916"/>
                  <a:gd name="T3" fmla="*/ 0 h 395"/>
                  <a:gd name="T4" fmla="*/ 210 w 916"/>
                  <a:gd name="T5" fmla="*/ 214 h 395"/>
                  <a:gd name="T6" fmla="*/ 0 w 916"/>
                  <a:gd name="T7" fmla="*/ 395 h 395"/>
                  <a:gd name="T8" fmla="*/ 227 w 916"/>
                  <a:gd name="T9" fmla="*/ 395 h 395"/>
                  <a:gd name="T10" fmla="*/ 458 w 916"/>
                  <a:gd name="T11" fmla="*/ 395 h 395"/>
                  <a:gd name="T12" fmla="*/ 689 w 916"/>
                  <a:gd name="T13" fmla="*/ 395 h 395"/>
                  <a:gd name="T14" fmla="*/ 916 w 916"/>
                  <a:gd name="T15" fmla="*/ 395 h 395"/>
                  <a:gd name="T16" fmla="*/ 458 w 916"/>
                  <a:gd name="T17"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6" h="395">
                    <a:moveTo>
                      <a:pt x="458" y="0"/>
                    </a:moveTo>
                    <a:lnTo>
                      <a:pt x="458" y="0"/>
                    </a:lnTo>
                    <a:lnTo>
                      <a:pt x="210" y="214"/>
                    </a:lnTo>
                    <a:lnTo>
                      <a:pt x="0" y="395"/>
                    </a:lnTo>
                    <a:lnTo>
                      <a:pt x="227" y="395"/>
                    </a:lnTo>
                    <a:lnTo>
                      <a:pt x="458" y="395"/>
                    </a:lnTo>
                    <a:lnTo>
                      <a:pt x="689" y="395"/>
                    </a:lnTo>
                    <a:lnTo>
                      <a:pt x="916" y="395"/>
                    </a:lnTo>
                    <a:lnTo>
                      <a:pt x="458" y="0"/>
                    </a:lnTo>
                    <a:close/>
                  </a:path>
                </a:pathLst>
              </a:custGeom>
              <a:solidFill>
                <a:srgbClr val="04EE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 name="Freeform: Shape 18">
                <a:extLst>
                  <a:ext uri="{FF2B5EF4-FFF2-40B4-BE49-F238E27FC236}">
                    <a16:creationId xmlns:a16="http://schemas.microsoft.com/office/drawing/2014/main" id="{1E6E0CEE-F40F-4C1C-98F2-AA6549B9FFF0}"/>
                  </a:ext>
                </a:extLst>
              </p:cNvPr>
              <p:cNvSpPr>
                <a:spLocks/>
              </p:cNvSpPr>
              <p:nvPr/>
            </p:nvSpPr>
            <p:spPr bwMode="auto">
              <a:xfrm>
                <a:off x="4084" y="825"/>
                <a:ext cx="916" cy="395"/>
              </a:xfrm>
              <a:custGeom>
                <a:avLst/>
                <a:gdLst>
                  <a:gd name="T0" fmla="*/ 458 w 916"/>
                  <a:gd name="T1" fmla="*/ 0 h 395"/>
                  <a:gd name="T2" fmla="*/ 458 w 916"/>
                  <a:gd name="T3" fmla="*/ 0 h 395"/>
                  <a:gd name="T4" fmla="*/ 210 w 916"/>
                  <a:gd name="T5" fmla="*/ 214 h 395"/>
                  <a:gd name="T6" fmla="*/ 0 w 916"/>
                  <a:gd name="T7" fmla="*/ 395 h 395"/>
                  <a:gd name="T8" fmla="*/ 227 w 916"/>
                  <a:gd name="T9" fmla="*/ 395 h 395"/>
                  <a:gd name="T10" fmla="*/ 458 w 916"/>
                  <a:gd name="T11" fmla="*/ 395 h 395"/>
                  <a:gd name="T12" fmla="*/ 689 w 916"/>
                  <a:gd name="T13" fmla="*/ 395 h 395"/>
                  <a:gd name="T14" fmla="*/ 916 w 916"/>
                  <a:gd name="T15" fmla="*/ 395 h 395"/>
                  <a:gd name="T16" fmla="*/ 458 w 916"/>
                  <a:gd name="T17"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6" h="395">
                    <a:moveTo>
                      <a:pt x="458" y="0"/>
                    </a:moveTo>
                    <a:lnTo>
                      <a:pt x="458" y="0"/>
                    </a:lnTo>
                    <a:lnTo>
                      <a:pt x="210" y="214"/>
                    </a:lnTo>
                    <a:lnTo>
                      <a:pt x="0" y="395"/>
                    </a:lnTo>
                    <a:lnTo>
                      <a:pt x="227" y="395"/>
                    </a:lnTo>
                    <a:lnTo>
                      <a:pt x="458" y="395"/>
                    </a:lnTo>
                    <a:lnTo>
                      <a:pt x="689" y="395"/>
                    </a:lnTo>
                    <a:lnTo>
                      <a:pt x="916" y="395"/>
                    </a:lnTo>
                    <a:lnTo>
                      <a:pt x="4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Freeform: Shape 19">
                <a:extLst>
                  <a:ext uri="{FF2B5EF4-FFF2-40B4-BE49-F238E27FC236}">
                    <a16:creationId xmlns:a16="http://schemas.microsoft.com/office/drawing/2014/main" id="{1AC3C35C-5600-4DED-A36B-80E67F71F6A6}"/>
                  </a:ext>
                </a:extLst>
              </p:cNvPr>
              <p:cNvSpPr>
                <a:spLocks/>
              </p:cNvSpPr>
              <p:nvPr/>
            </p:nvSpPr>
            <p:spPr bwMode="auto">
              <a:xfrm>
                <a:off x="3844" y="1950"/>
                <a:ext cx="467" cy="1532"/>
              </a:xfrm>
              <a:custGeom>
                <a:avLst/>
                <a:gdLst>
                  <a:gd name="T0" fmla="*/ 0 w 467"/>
                  <a:gd name="T1" fmla="*/ 1532 h 1532"/>
                  <a:gd name="T2" fmla="*/ 0 w 467"/>
                  <a:gd name="T3" fmla="*/ 0 h 1532"/>
                  <a:gd name="T4" fmla="*/ 467 w 467"/>
                  <a:gd name="T5" fmla="*/ 366 h 1532"/>
                  <a:gd name="T6" fmla="*/ 467 w 467"/>
                  <a:gd name="T7" fmla="*/ 1532 h 1532"/>
                  <a:gd name="T8" fmla="*/ 0 w 467"/>
                  <a:gd name="T9" fmla="*/ 1532 h 1532"/>
                </a:gdLst>
                <a:ahLst/>
                <a:cxnLst>
                  <a:cxn ang="0">
                    <a:pos x="T0" y="T1"/>
                  </a:cxn>
                  <a:cxn ang="0">
                    <a:pos x="T2" y="T3"/>
                  </a:cxn>
                  <a:cxn ang="0">
                    <a:pos x="T4" y="T5"/>
                  </a:cxn>
                  <a:cxn ang="0">
                    <a:pos x="T6" y="T7"/>
                  </a:cxn>
                  <a:cxn ang="0">
                    <a:pos x="T8" y="T9"/>
                  </a:cxn>
                </a:cxnLst>
                <a:rect l="0" t="0" r="r" b="b"/>
                <a:pathLst>
                  <a:path w="467" h="1532">
                    <a:moveTo>
                      <a:pt x="0" y="1532"/>
                    </a:moveTo>
                    <a:lnTo>
                      <a:pt x="0" y="0"/>
                    </a:lnTo>
                    <a:lnTo>
                      <a:pt x="467" y="366"/>
                    </a:lnTo>
                    <a:lnTo>
                      <a:pt x="467" y="1532"/>
                    </a:lnTo>
                    <a:lnTo>
                      <a:pt x="0" y="1532"/>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Freeform: Shape 20">
                <a:extLst>
                  <a:ext uri="{FF2B5EF4-FFF2-40B4-BE49-F238E27FC236}">
                    <a16:creationId xmlns:a16="http://schemas.microsoft.com/office/drawing/2014/main" id="{5B3D78AE-25E1-4132-A8FD-439962878094}"/>
                  </a:ext>
                </a:extLst>
              </p:cNvPr>
              <p:cNvSpPr>
                <a:spLocks/>
              </p:cNvSpPr>
              <p:nvPr/>
            </p:nvSpPr>
            <p:spPr bwMode="auto">
              <a:xfrm>
                <a:off x="3844" y="1950"/>
                <a:ext cx="467" cy="1532"/>
              </a:xfrm>
              <a:custGeom>
                <a:avLst/>
                <a:gdLst>
                  <a:gd name="T0" fmla="*/ 0 w 467"/>
                  <a:gd name="T1" fmla="*/ 1532 h 1532"/>
                  <a:gd name="T2" fmla="*/ 0 w 467"/>
                  <a:gd name="T3" fmla="*/ 0 h 1532"/>
                  <a:gd name="T4" fmla="*/ 467 w 467"/>
                  <a:gd name="T5" fmla="*/ 366 h 1532"/>
                  <a:gd name="T6" fmla="*/ 467 w 467"/>
                  <a:gd name="T7" fmla="*/ 1532 h 1532"/>
                  <a:gd name="T8" fmla="*/ 0 w 467"/>
                  <a:gd name="T9" fmla="*/ 1532 h 1532"/>
                </a:gdLst>
                <a:ahLst/>
                <a:cxnLst>
                  <a:cxn ang="0">
                    <a:pos x="T0" y="T1"/>
                  </a:cxn>
                  <a:cxn ang="0">
                    <a:pos x="T2" y="T3"/>
                  </a:cxn>
                  <a:cxn ang="0">
                    <a:pos x="T4" y="T5"/>
                  </a:cxn>
                  <a:cxn ang="0">
                    <a:pos x="T6" y="T7"/>
                  </a:cxn>
                  <a:cxn ang="0">
                    <a:pos x="T8" y="T9"/>
                  </a:cxn>
                </a:cxnLst>
                <a:rect l="0" t="0" r="r" b="b"/>
                <a:pathLst>
                  <a:path w="467" h="1532">
                    <a:moveTo>
                      <a:pt x="0" y="1532"/>
                    </a:moveTo>
                    <a:lnTo>
                      <a:pt x="0" y="0"/>
                    </a:lnTo>
                    <a:lnTo>
                      <a:pt x="467" y="366"/>
                    </a:lnTo>
                    <a:lnTo>
                      <a:pt x="467" y="1532"/>
                    </a:lnTo>
                    <a:lnTo>
                      <a:pt x="0" y="153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 name="Freeform: Shape 21">
                <a:extLst>
                  <a:ext uri="{FF2B5EF4-FFF2-40B4-BE49-F238E27FC236}">
                    <a16:creationId xmlns:a16="http://schemas.microsoft.com/office/drawing/2014/main" id="{0065FA5D-6CD7-4D25-AA70-BA4C4E9579EA}"/>
                  </a:ext>
                </a:extLst>
              </p:cNvPr>
              <p:cNvSpPr>
                <a:spLocks/>
              </p:cNvSpPr>
              <p:nvPr/>
            </p:nvSpPr>
            <p:spPr bwMode="auto">
              <a:xfrm>
                <a:off x="3617" y="3441"/>
                <a:ext cx="917" cy="396"/>
              </a:xfrm>
              <a:custGeom>
                <a:avLst/>
                <a:gdLst>
                  <a:gd name="T0" fmla="*/ 458 w 917"/>
                  <a:gd name="T1" fmla="*/ 396 h 396"/>
                  <a:gd name="T2" fmla="*/ 917 w 917"/>
                  <a:gd name="T3" fmla="*/ 0 h 396"/>
                  <a:gd name="T4" fmla="*/ 458 w 917"/>
                  <a:gd name="T5" fmla="*/ 0 h 396"/>
                  <a:gd name="T6" fmla="*/ 0 w 917"/>
                  <a:gd name="T7" fmla="*/ 0 h 396"/>
                  <a:gd name="T8" fmla="*/ 458 w 917"/>
                  <a:gd name="T9" fmla="*/ 396 h 396"/>
                </a:gdLst>
                <a:ahLst/>
                <a:cxnLst>
                  <a:cxn ang="0">
                    <a:pos x="T0" y="T1"/>
                  </a:cxn>
                  <a:cxn ang="0">
                    <a:pos x="T2" y="T3"/>
                  </a:cxn>
                  <a:cxn ang="0">
                    <a:pos x="T4" y="T5"/>
                  </a:cxn>
                  <a:cxn ang="0">
                    <a:pos x="T6" y="T7"/>
                  </a:cxn>
                  <a:cxn ang="0">
                    <a:pos x="T8" y="T9"/>
                  </a:cxn>
                </a:cxnLst>
                <a:rect l="0" t="0" r="r" b="b"/>
                <a:pathLst>
                  <a:path w="917" h="396">
                    <a:moveTo>
                      <a:pt x="458" y="396"/>
                    </a:moveTo>
                    <a:lnTo>
                      <a:pt x="917" y="0"/>
                    </a:lnTo>
                    <a:lnTo>
                      <a:pt x="458" y="0"/>
                    </a:lnTo>
                    <a:lnTo>
                      <a:pt x="0" y="0"/>
                    </a:lnTo>
                    <a:lnTo>
                      <a:pt x="458" y="39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Freeform: Shape 22">
                <a:extLst>
                  <a:ext uri="{FF2B5EF4-FFF2-40B4-BE49-F238E27FC236}">
                    <a16:creationId xmlns:a16="http://schemas.microsoft.com/office/drawing/2014/main" id="{D25E0F78-2971-4A6E-9C85-6762D10DB9FB}"/>
                  </a:ext>
                </a:extLst>
              </p:cNvPr>
              <p:cNvSpPr>
                <a:spLocks/>
              </p:cNvSpPr>
              <p:nvPr/>
            </p:nvSpPr>
            <p:spPr bwMode="auto">
              <a:xfrm>
                <a:off x="3617" y="3441"/>
                <a:ext cx="917" cy="396"/>
              </a:xfrm>
              <a:custGeom>
                <a:avLst/>
                <a:gdLst>
                  <a:gd name="T0" fmla="*/ 458 w 917"/>
                  <a:gd name="T1" fmla="*/ 396 h 396"/>
                  <a:gd name="T2" fmla="*/ 917 w 917"/>
                  <a:gd name="T3" fmla="*/ 0 h 396"/>
                  <a:gd name="T4" fmla="*/ 458 w 917"/>
                  <a:gd name="T5" fmla="*/ 0 h 396"/>
                  <a:gd name="T6" fmla="*/ 0 w 917"/>
                  <a:gd name="T7" fmla="*/ 0 h 396"/>
                  <a:gd name="T8" fmla="*/ 458 w 917"/>
                  <a:gd name="T9" fmla="*/ 396 h 396"/>
                </a:gdLst>
                <a:ahLst/>
                <a:cxnLst>
                  <a:cxn ang="0">
                    <a:pos x="T0" y="T1"/>
                  </a:cxn>
                  <a:cxn ang="0">
                    <a:pos x="T2" y="T3"/>
                  </a:cxn>
                  <a:cxn ang="0">
                    <a:pos x="T4" y="T5"/>
                  </a:cxn>
                  <a:cxn ang="0">
                    <a:pos x="T6" y="T7"/>
                  </a:cxn>
                  <a:cxn ang="0">
                    <a:pos x="T8" y="T9"/>
                  </a:cxn>
                </a:cxnLst>
                <a:rect l="0" t="0" r="r" b="b"/>
                <a:pathLst>
                  <a:path w="917" h="396">
                    <a:moveTo>
                      <a:pt x="458" y="396"/>
                    </a:moveTo>
                    <a:lnTo>
                      <a:pt x="917" y="0"/>
                    </a:lnTo>
                    <a:lnTo>
                      <a:pt x="458" y="0"/>
                    </a:lnTo>
                    <a:lnTo>
                      <a:pt x="0" y="0"/>
                    </a:lnTo>
                    <a:lnTo>
                      <a:pt x="458" y="39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 name="Freeform: Shape 23">
                <a:extLst>
                  <a:ext uri="{FF2B5EF4-FFF2-40B4-BE49-F238E27FC236}">
                    <a16:creationId xmlns:a16="http://schemas.microsoft.com/office/drawing/2014/main" id="{98219631-F95E-419E-A250-A98F26D4A0B8}"/>
                  </a:ext>
                </a:extLst>
              </p:cNvPr>
              <p:cNvSpPr>
                <a:spLocks/>
              </p:cNvSpPr>
              <p:nvPr/>
            </p:nvSpPr>
            <p:spPr bwMode="auto">
              <a:xfrm>
                <a:off x="3617" y="3441"/>
                <a:ext cx="917" cy="396"/>
              </a:xfrm>
              <a:custGeom>
                <a:avLst/>
                <a:gdLst>
                  <a:gd name="T0" fmla="*/ 917 w 917"/>
                  <a:gd name="T1" fmla="*/ 0 h 396"/>
                  <a:gd name="T2" fmla="*/ 917 w 917"/>
                  <a:gd name="T3" fmla="*/ 0 h 396"/>
                  <a:gd name="T4" fmla="*/ 458 w 917"/>
                  <a:gd name="T5" fmla="*/ 396 h 396"/>
                  <a:gd name="T6" fmla="*/ 0 w 917"/>
                  <a:gd name="T7" fmla="*/ 0 h 396"/>
                  <a:gd name="T8" fmla="*/ 0 w 917"/>
                  <a:gd name="T9" fmla="*/ 0 h 396"/>
                  <a:gd name="T10" fmla="*/ 458 w 917"/>
                  <a:gd name="T11" fmla="*/ 396 h 396"/>
                  <a:gd name="T12" fmla="*/ 917 w 917"/>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7" h="396">
                    <a:moveTo>
                      <a:pt x="917" y="0"/>
                    </a:moveTo>
                    <a:lnTo>
                      <a:pt x="917" y="0"/>
                    </a:lnTo>
                    <a:lnTo>
                      <a:pt x="458" y="396"/>
                    </a:lnTo>
                    <a:lnTo>
                      <a:pt x="0" y="0"/>
                    </a:lnTo>
                    <a:lnTo>
                      <a:pt x="0" y="0"/>
                    </a:lnTo>
                    <a:lnTo>
                      <a:pt x="458" y="396"/>
                    </a:lnTo>
                    <a:lnTo>
                      <a:pt x="917"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Freeform: Shape 24">
                <a:extLst>
                  <a:ext uri="{FF2B5EF4-FFF2-40B4-BE49-F238E27FC236}">
                    <a16:creationId xmlns:a16="http://schemas.microsoft.com/office/drawing/2014/main" id="{43880A85-9EAF-4297-A168-C9F51ADB2D87}"/>
                  </a:ext>
                </a:extLst>
              </p:cNvPr>
              <p:cNvSpPr>
                <a:spLocks/>
              </p:cNvSpPr>
              <p:nvPr/>
            </p:nvSpPr>
            <p:spPr bwMode="auto">
              <a:xfrm>
                <a:off x="3617" y="3441"/>
                <a:ext cx="917" cy="396"/>
              </a:xfrm>
              <a:custGeom>
                <a:avLst/>
                <a:gdLst>
                  <a:gd name="T0" fmla="*/ 917 w 917"/>
                  <a:gd name="T1" fmla="*/ 0 h 396"/>
                  <a:gd name="T2" fmla="*/ 917 w 917"/>
                  <a:gd name="T3" fmla="*/ 0 h 396"/>
                  <a:gd name="T4" fmla="*/ 458 w 917"/>
                  <a:gd name="T5" fmla="*/ 396 h 396"/>
                  <a:gd name="T6" fmla="*/ 0 w 917"/>
                  <a:gd name="T7" fmla="*/ 0 h 396"/>
                  <a:gd name="T8" fmla="*/ 0 w 917"/>
                  <a:gd name="T9" fmla="*/ 0 h 396"/>
                  <a:gd name="T10" fmla="*/ 458 w 917"/>
                  <a:gd name="T11" fmla="*/ 396 h 396"/>
                  <a:gd name="T12" fmla="*/ 917 w 917"/>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7" h="396">
                    <a:moveTo>
                      <a:pt x="917" y="0"/>
                    </a:moveTo>
                    <a:lnTo>
                      <a:pt x="917" y="0"/>
                    </a:lnTo>
                    <a:lnTo>
                      <a:pt x="458" y="396"/>
                    </a:lnTo>
                    <a:lnTo>
                      <a:pt x="0" y="0"/>
                    </a:lnTo>
                    <a:lnTo>
                      <a:pt x="0" y="0"/>
                    </a:lnTo>
                    <a:lnTo>
                      <a:pt x="458" y="396"/>
                    </a:lnTo>
                    <a:lnTo>
                      <a:pt x="9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Freeform: Shape 25">
                <a:extLst>
                  <a:ext uri="{FF2B5EF4-FFF2-40B4-BE49-F238E27FC236}">
                    <a16:creationId xmlns:a16="http://schemas.microsoft.com/office/drawing/2014/main" id="{5D02524D-1DBB-4131-8EF9-A4E04CC60B1E}"/>
                  </a:ext>
                </a:extLst>
              </p:cNvPr>
              <p:cNvSpPr>
                <a:spLocks/>
              </p:cNvSpPr>
              <p:nvPr/>
            </p:nvSpPr>
            <p:spPr bwMode="auto">
              <a:xfrm>
                <a:off x="3617" y="1950"/>
                <a:ext cx="917" cy="1491"/>
              </a:xfrm>
              <a:custGeom>
                <a:avLst/>
                <a:gdLst>
                  <a:gd name="T0" fmla="*/ 227 w 917"/>
                  <a:gd name="T1" fmla="*/ 1491 h 1491"/>
                  <a:gd name="T2" fmla="*/ 0 w 917"/>
                  <a:gd name="T3" fmla="*/ 1491 h 1491"/>
                  <a:gd name="T4" fmla="*/ 227 w 917"/>
                  <a:gd name="T5" fmla="*/ 1491 h 1491"/>
                  <a:gd name="T6" fmla="*/ 227 w 917"/>
                  <a:gd name="T7" fmla="*/ 1491 h 1491"/>
                  <a:gd name="T8" fmla="*/ 227 w 917"/>
                  <a:gd name="T9" fmla="*/ 0 h 1491"/>
                  <a:gd name="T10" fmla="*/ 227 w 917"/>
                  <a:gd name="T11" fmla="*/ 0 h 1491"/>
                  <a:gd name="T12" fmla="*/ 694 w 917"/>
                  <a:gd name="T13" fmla="*/ 366 h 1491"/>
                  <a:gd name="T14" fmla="*/ 694 w 917"/>
                  <a:gd name="T15" fmla="*/ 1491 h 1491"/>
                  <a:gd name="T16" fmla="*/ 917 w 917"/>
                  <a:gd name="T17" fmla="*/ 1491 h 1491"/>
                  <a:gd name="T18" fmla="*/ 917 w 917"/>
                  <a:gd name="T19" fmla="*/ 1491 h 1491"/>
                  <a:gd name="T20" fmla="*/ 694 w 917"/>
                  <a:gd name="T21" fmla="*/ 1491 h 1491"/>
                  <a:gd name="T22" fmla="*/ 694 w 917"/>
                  <a:gd name="T23" fmla="*/ 366 h 1491"/>
                  <a:gd name="T24" fmla="*/ 227 w 917"/>
                  <a:gd name="T25" fmla="*/ 0 h 1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7" h="1491">
                    <a:moveTo>
                      <a:pt x="227" y="1491"/>
                    </a:moveTo>
                    <a:lnTo>
                      <a:pt x="0" y="1491"/>
                    </a:lnTo>
                    <a:lnTo>
                      <a:pt x="227" y="1491"/>
                    </a:lnTo>
                    <a:lnTo>
                      <a:pt x="227" y="1491"/>
                    </a:lnTo>
                    <a:close/>
                    <a:moveTo>
                      <a:pt x="227" y="0"/>
                    </a:moveTo>
                    <a:lnTo>
                      <a:pt x="227" y="0"/>
                    </a:lnTo>
                    <a:lnTo>
                      <a:pt x="694" y="366"/>
                    </a:lnTo>
                    <a:lnTo>
                      <a:pt x="694" y="1491"/>
                    </a:lnTo>
                    <a:lnTo>
                      <a:pt x="917" y="1491"/>
                    </a:lnTo>
                    <a:lnTo>
                      <a:pt x="917" y="1491"/>
                    </a:lnTo>
                    <a:lnTo>
                      <a:pt x="694" y="1491"/>
                    </a:lnTo>
                    <a:lnTo>
                      <a:pt x="694" y="366"/>
                    </a:lnTo>
                    <a:lnTo>
                      <a:pt x="227"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Freeform: Shape 26">
                <a:extLst>
                  <a:ext uri="{FF2B5EF4-FFF2-40B4-BE49-F238E27FC236}">
                    <a16:creationId xmlns:a16="http://schemas.microsoft.com/office/drawing/2014/main" id="{18F532F2-83FA-4445-A8F2-36A55539F715}"/>
                  </a:ext>
                </a:extLst>
              </p:cNvPr>
              <p:cNvSpPr>
                <a:spLocks/>
              </p:cNvSpPr>
              <p:nvPr/>
            </p:nvSpPr>
            <p:spPr bwMode="auto">
              <a:xfrm>
                <a:off x="3617" y="1950"/>
                <a:ext cx="917" cy="1491"/>
              </a:xfrm>
              <a:custGeom>
                <a:avLst/>
                <a:gdLst>
                  <a:gd name="T0" fmla="*/ 227 w 917"/>
                  <a:gd name="T1" fmla="*/ 1491 h 1491"/>
                  <a:gd name="T2" fmla="*/ 0 w 917"/>
                  <a:gd name="T3" fmla="*/ 1491 h 1491"/>
                  <a:gd name="T4" fmla="*/ 227 w 917"/>
                  <a:gd name="T5" fmla="*/ 1491 h 1491"/>
                  <a:gd name="T6" fmla="*/ 227 w 917"/>
                  <a:gd name="T7" fmla="*/ 1491 h 1491"/>
                  <a:gd name="T8" fmla="*/ 227 w 917"/>
                  <a:gd name="T9" fmla="*/ 0 h 1491"/>
                  <a:gd name="T10" fmla="*/ 227 w 917"/>
                  <a:gd name="T11" fmla="*/ 0 h 1491"/>
                  <a:gd name="T12" fmla="*/ 694 w 917"/>
                  <a:gd name="T13" fmla="*/ 366 h 1491"/>
                  <a:gd name="T14" fmla="*/ 694 w 917"/>
                  <a:gd name="T15" fmla="*/ 1491 h 1491"/>
                  <a:gd name="T16" fmla="*/ 917 w 917"/>
                  <a:gd name="T17" fmla="*/ 1491 h 1491"/>
                  <a:gd name="T18" fmla="*/ 917 w 917"/>
                  <a:gd name="T19" fmla="*/ 1491 h 1491"/>
                  <a:gd name="T20" fmla="*/ 694 w 917"/>
                  <a:gd name="T21" fmla="*/ 1491 h 1491"/>
                  <a:gd name="T22" fmla="*/ 694 w 917"/>
                  <a:gd name="T23" fmla="*/ 366 h 1491"/>
                  <a:gd name="T24" fmla="*/ 227 w 917"/>
                  <a:gd name="T25" fmla="*/ 0 h 1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7" h="1491">
                    <a:moveTo>
                      <a:pt x="227" y="1491"/>
                    </a:moveTo>
                    <a:lnTo>
                      <a:pt x="0" y="1491"/>
                    </a:lnTo>
                    <a:lnTo>
                      <a:pt x="227" y="1491"/>
                    </a:lnTo>
                    <a:lnTo>
                      <a:pt x="227" y="1491"/>
                    </a:lnTo>
                    <a:moveTo>
                      <a:pt x="227" y="0"/>
                    </a:moveTo>
                    <a:lnTo>
                      <a:pt x="227" y="0"/>
                    </a:lnTo>
                    <a:lnTo>
                      <a:pt x="694" y="366"/>
                    </a:lnTo>
                    <a:lnTo>
                      <a:pt x="694" y="1491"/>
                    </a:lnTo>
                    <a:lnTo>
                      <a:pt x="917" y="1491"/>
                    </a:lnTo>
                    <a:lnTo>
                      <a:pt x="917" y="1491"/>
                    </a:lnTo>
                    <a:lnTo>
                      <a:pt x="694" y="1491"/>
                    </a:lnTo>
                    <a:lnTo>
                      <a:pt x="694" y="366"/>
                    </a:lnTo>
                    <a:lnTo>
                      <a:pt x="22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Freeform: Shape 27">
                <a:extLst>
                  <a:ext uri="{FF2B5EF4-FFF2-40B4-BE49-F238E27FC236}">
                    <a16:creationId xmlns:a16="http://schemas.microsoft.com/office/drawing/2014/main" id="{E824233F-DB1C-4572-BAAB-6B023AB13DFB}"/>
                  </a:ext>
                </a:extLst>
              </p:cNvPr>
              <p:cNvSpPr>
                <a:spLocks/>
              </p:cNvSpPr>
              <p:nvPr/>
            </p:nvSpPr>
            <p:spPr bwMode="auto">
              <a:xfrm>
                <a:off x="3844" y="1950"/>
                <a:ext cx="467" cy="1491"/>
              </a:xfrm>
              <a:custGeom>
                <a:avLst/>
                <a:gdLst>
                  <a:gd name="T0" fmla="*/ 0 w 467"/>
                  <a:gd name="T1" fmla="*/ 0 h 1491"/>
                  <a:gd name="T2" fmla="*/ 0 w 467"/>
                  <a:gd name="T3" fmla="*/ 1491 h 1491"/>
                  <a:gd name="T4" fmla="*/ 0 w 467"/>
                  <a:gd name="T5" fmla="*/ 1491 h 1491"/>
                  <a:gd name="T6" fmla="*/ 231 w 467"/>
                  <a:gd name="T7" fmla="*/ 1491 h 1491"/>
                  <a:gd name="T8" fmla="*/ 467 w 467"/>
                  <a:gd name="T9" fmla="*/ 1491 h 1491"/>
                  <a:gd name="T10" fmla="*/ 467 w 467"/>
                  <a:gd name="T11" fmla="*/ 366 h 1491"/>
                  <a:gd name="T12" fmla="*/ 0 w 467"/>
                  <a:gd name="T13" fmla="*/ 0 h 1491"/>
                </a:gdLst>
                <a:ahLst/>
                <a:cxnLst>
                  <a:cxn ang="0">
                    <a:pos x="T0" y="T1"/>
                  </a:cxn>
                  <a:cxn ang="0">
                    <a:pos x="T2" y="T3"/>
                  </a:cxn>
                  <a:cxn ang="0">
                    <a:pos x="T4" y="T5"/>
                  </a:cxn>
                  <a:cxn ang="0">
                    <a:pos x="T6" y="T7"/>
                  </a:cxn>
                  <a:cxn ang="0">
                    <a:pos x="T8" y="T9"/>
                  </a:cxn>
                  <a:cxn ang="0">
                    <a:pos x="T10" y="T11"/>
                  </a:cxn>
                  <a:cxn ang="0">
                    <a:pos x="T12" y="T13"/>
                  </a:cxn>
                </a:cxnLst>
                <a:rect l="0" t="0" r="r" b="b"/>
                <a:pathLst>
                  <a:path w="467" h="1491">
                    <a:moveTo>
                      <a:pt x="0" y="0"/>
                    </a:moveTo>
                    <a:lnTo>
                      <a:pt x="0" y="1491"/>
                    </a:lnTo>
                    <a:lnTo>
                      <a:pt x="0" y="1491"/>
                    </a:lnTo>
                    <a:lnTo>
                      <a:pt x="231" y="1491"/>
                    </a:lnTo>
                    <a:lnTo>
                      <a:pt x="467" y="1491"/>
                    </a:lnTo>
                    <a:lnTo>
                      <a:pt x="467" y="366"/>
                    </a:lnTo>
                    <a:lnTo>
                      <a:pt x="0" y="0"/>
                    </a:lnTo>
                    <a:close/>
                  </a:path>
                </a:pathLst>
              </a:custGeom>
              <a:solidFill>
                <a:srgbClr val="0F74E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0" name="Freeform: Shape 28">
                <a:extLst>
                  <a:ext uri="{FF2B5EF4-FFF2-40B4-BE49-F238E27FC236}">
                    <a16:creationId xmlns:a16="http://schemas.microsoft.com/office/drawing/2014/main" id="{46975956-DA73-4B3A-8494-A16FC385936E}"/>
                  </a:ext>
                </a:extLst>
              </p:cNvPr>
              <p:cNvSpPr>
                <a:spLocks/>
              </p:cNvSpPr>
              <p:nvPr/>
            </p:nvSpPr>
            <p:spPr bwMode="auto">
              <a:xfrm>
                <a:off x="3844" y="1950"/>
                <a:ext cx="467" cy="1491"/>
              </a:xfrm>
              <a:custGeom>
                <a:avLst/>
                <a:gdLst>
                  <a:gd name="T0" fmla="*/ 0 w 467"/>
                  <a:gd name="T1" fmla="*/ 0 h 1491"/>
                  <a:gd name="T2" fmla="*/ 0 w 467"/>
                  <a:gd name="T3" fmla="*/ 1491 h 1491"/>
                  <a:gd name="T4" fmla="*/ 0 w 467"/>
                  <a:gd name="T5" fmla="*/ 1491 h 1491"/>
                  <a:gd name="T6" fmla="*/ 231 w 467"/>
                  <a:gd name="T7" fmla="*/ 1491 h 1491"/>
                  <a:gd name="T8" fmla="*/ 467 w 467"/>
                  <a:gd name="T9" fmla="*/ 1491 h 1491"/>
                  <a:gd name="T10" fmla="*/ 467 w 467"/>
                  <a:gd name="T11" fmla="*/ 366 h 1491"/>
                  <a:gd name="T12" fmla="*/ 0 w 467"/>
                  <a:gd name="T13" fmla="*/ 0 h 1491"/>
                </a:gdLst>
                <a:ahLst/>
                <a:cxnLst>
                  <a:cxn ang="0">
                    <a:pos x="T0" y="T1"/>
                  </a:cxn>
                  <a:cxn ang="0">
                    <a:pos x="T2" y="T3"/>
                  </a:cxn>
                  <a:cxn ang="0">
                    <a:pos x="T4" y="T5"/>
                  </a:cxn>
                  <a:cxn ang="0">
                    <a:pos x="T6" y="T7"/>
                  </a:cxn>
                  <a:cxn ang="0">
                    <a:pos x="T8" y="T9"/>
                  </a:cxn>
                  <a:cxn ang="0">
                    <a:pos x="T10" y="T11"/>
                  </a:cxn>
                  <a:cxn ang="0">
                    <a:pos x="T12" y="T13"/>
                  </a:cxn>
                </a:cxnLst>
                <a:rect l="0" t="0" r="r" b="b"/>
                <a:pathLst>
                  <a:path w="467" h="1491">
                    <a:moveTo>
                      <a:pt x="0" y="0"/>
                    </a:moveTo>
                    <a:lnTo>
                      <a:pt x="0" y="1491"/>
                    </a:lnTo>
                    <a:lnTo>
                      <a:pt x="0" y="1491"/>
                    </a:lnTo>
                    <a:lnTo>
                      <a:pt x="231" y="1491"/>
                    </a:lnTo>
                    <a:lnTo>
                      <a:pt x="467" y="1491"/>
                    </a:lnTo>
                    <a:lnTo>
                      <a:pt x="467" y="36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Freeform: Shape 29">
                <a:extLst>
                  <a:ext uri="{FF2B5EF4-FFF2-40B4-BE49-F238E27FC236}">
                    <a16:creationId xmlns:a16="http://schemas.microsoft.com/office/drawing/2014/main" id="{1202BB33-DB57-4501-B138-7A71CB300755}"/>
                  </a:ext>
                </a:extLst>
              </p:cNvPr>
              <p:cNvSpPr>
                <a:spLocks/>
              </p:cNvSpPr>
              <p:nvPr/>
            </p:nvSpPr>
            <p:spPr bwMode="auto">
              <a:xfrm>
                <a:off x="3617" y="3441"/>
                <a:ext cx="917" cy="396"/>
              </a:xfrm>
              <a:custGeom>
                <a:avLst/>
                <a:gdLst>
                  <a:gd name="T0" fmla="*/ 917 w 917"/>
                  <a:gd name="T1" fmla="*/ 0 h 396"/>
                  <a:gd name="T2" fmla="*/ 694 w 917"/>
                  <a:gd name="T3" fmla="*/ 0 h 396"/>
                  <a:gd name="T4" fmla="*/ 458 w 917"/>
                  <a:gd name="T5" fmla="*/ 0 h 396"/>
                  <a:gd name="T6" fmla="*/ 227 w 917"/>
                  <a:gd name="T7" fmla="*/ 0 h 396"/>
                  <a:gd name="T8" fmla="*/ 0 w 917"/>
                  <a:gd name="T9" fmla="*/ 0 h 396"/>
                  <a:gd name="T10" fmla="*/ 458 w 917"/>
                  <a:gd name="T11" fmla="*/ 396 h 396"/>
                  <a:gd name="T12" fmla="*/ 917 w 917"/>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7" h="396">
                    <a:moveTo>
                      <a:pt x="917" y="0"/>
                    </a:moveTo>
                    <a:lnTo>
                      <a:pt x="694" y="0"/>
                    </a:lnTo>
                    <a:lnTo>
                      <a:pt x="458" y="0"/>
                    </a:lnTo>
                    <a:lnTo>
                      <a:pt x="227" y="0"/>
                    </a:lnTo>
                    <a:lnTo>
                      <a:pt x="0" y="0"/>
                    </a:lnTo>
                    <a:lnTo>
                      <a:pt x="458" y="396"/>
                    </a:lnTo>
                    <a:lnTo>
                      <a:pt x="917" y="0"/>
                    </a:lnTo>
                  </a:path>
                </a:pathLst>
              </a:custGeom>
              <a:solidFill>
                <a:srgbClr val="0F74E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52" name="Freeform: Shape 30">
                <a:extLst>
                  <a:ext uri="{FF2B5EF4-FFF2-40B4-BE49-F238E27FC236}">
                    <a16:creationId xmlns:a16="http://schemas.microsoft.com/office/drawing/2014/main" id="{21BBF25B-69AB-4ED4-9E24-4D91484A3764}"/>
                  </a:ext>
                </a:extLst>
              </p:cNvPr>
              <p:cNvSpPr>
                <a:spLocks/>
              </p:cNvSpPr>
              <p:nvPr/>
            </p:nvSpPr>
            <p:spPr bwMode="auto">
              <a:xfrm>
                <a:off x="3378" y="1426"/>
                <a:ext cx="466" cy="1591"/>
              </a:xfrm>
              <a:custGeom>
                <a:avLst/>
                <a:gdLst>
                  <a:gd name="T0" fmla="*/ 466 w 466"/>
                  <a:gd name="T1" fmla="*/ 0 h 1591"/>
                  <a:gd name="T2" fmla="*/ 466 w 466"/>
                  <a:gd name="T3" fmla="*/ 1591 h 1591"/>
                  <a:gd name="T4" fmla="*/ 0 w 466"/>
                  <a:gd name="T5" fmla="*/ 1224 h 1591"/>
                  <a:gd name="T6" fmla="*/ 0 w 466"/>
                  <a:gd name="T7" fmla="*/ 0 h 1591"/>
                  <a:gd name="T8" fmla="*/ 466 w 466"/>
                  <a:gd name="T9" fmla="*/ 0 h 1591"/>
                </a:gdLst>
                <a:ahLst/>
                <a:cxnLst>
                  <a:cxn ang="0">
                    <a:pos x="T0" y="T1"/>
                  </a:cxn>
                  <a:cxn ang="0">
                    <a:pos x="T2" y="T3"/>
                  </a:cxn>
                  <a:cxn ang="0">
                    <a:pos x="T4" y="T5"/>
                  </a:cxn>
                  <a:cxn ang="0">
                    <a:pos x="T6" y="T7"/>
                  </a:cxn>
                  <a:cxn ang="0">
                    <a:pos x="T8" y="T9"/>
                  </a:cxn>
                </a:cxnLst>
                <a:rect l="0" t="0" r="r" b="b"/>
                <a:pathLst>
                  <a:path w="466" h="1591">
                    <a:moveTo>
                      <a:pt x="466" y="0"/>
                    </a:moveTo>
                    <a:lnTo>
                      <a:pt x="466" y="1591"/>
                    </a:lnTo>
                    <a:lnTo>
                      <a:pt x="0" y="1224"/>
                    </a:lnTo>
                    <a:lnTo>
                      <a:pt x="0" y="0"/>
                    </a:lnTo>
                    <a:lnTo>
                      <a:pt x="466"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Freeform: Shape 31">
                <a:extLst>
                  <a:ext uri="{FF2B5EF4-FFF2-40B4-BE49-F238E27FC236}">
                    <a16:creationId xmlns:a16="http://schemas.microsoft.com/office/drawing/2014/main" id="{3AF10D94-9085-448E-88C8-5F8402B91EFF}"/>
                  </a:ext>
                </a:extLst>
              </p:cNvPr>
              <p:cNvSpPr>
                <a:spLocks/>
              </p:cNvSpPr>
              <p:nvPr/>
            </p:nvSpPr>
            <p:spPr bwMode="auto">
              <a:xfrm>
                <a:off x="3378" y="1426"/>
                <a:ext cx="466" cy="1591"/>
              </a:xfrm>
              <a:custGeom>
                <a:avLst/>
                <a:gdLst>
                  <a:gd name="T0" fmla="*/ 466 w 466"/>
                  <a:gd name="T1" fmla="*/ 0 h 1591"/>
                  <a:gd name="T2" fmla="*/ 466 w 466"/>
                  <a:gd name="T3" fmla="*/ 1591 h 1591"/>
                  <a:gd name="T4" fmla="*/ 0 w 466"/>
                  <a:gd name="T5" fmla="*/ 1224 h 1591"/>
                  <a:gd name="T6" fmla="*/ 0 w 466"/>
                  <a:gd name="T7" fmla="*/ 0 h 1591"/>
                  <a:gd name="T8" fmla="*/ 466 w 466"/>
                  <a:gd name="T9" fmla="*/ 0 h 1591"/>
                </a:gdLst>
                <a:ahLst/>
                <a:cxnLst>
                  <a:cxn ang="0">
                    <a:pos x="T0" y="T1"/>
                  </a:cxn>
                  <a:cxn ang="0">
                    <a:pos x="T2" y="T3"/>
                  </a:cxn>
                  <a:cxn ang="0">
                    <a:pos x="T4" y="T5"/>
                  </a:cxn>
                  <a:cxn ang="0">
                    <a:pos x="T6" y="T7"/>
                  </a:cxn>
                  <a:cxn ang="0">
                    <a:pos x="T8" y="T9"/>
                  </a:cxn>
                </a:cxnLst>
                <a:rect l="0" t="0" r="r" b="b"/>
                <a:pathLst>
                  <a:path w="466" h="1591">
                    <a:moveTo>
                      <a:pt x="466" y="0"/>
                    </a:moveTo>
                    <a:lnTo>
                      <a:pt x="466" y="1591"/>
                    </a:lnTo>
                    <a:lnTo>
                      <a:pt x="0" y="1224"/>
                    </a:lnTo>
                    <a:lnTo>
                      <a:pt x="0" y="0"/>
                    </a:lnTo>
                    <a:lnTo>
                      <a:pt x="4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Freeform: Shape 32">
                <a:extLst>
                  <a:ext uri="{FF2B5EF4-FFF2-40B4-BE49-F238E27FC236}">
                    <a16:creationId xmlns:a16="http://schemas.microsoft.com/office/drawing/2014/main" id="{1F74E722-666B-43C9-B835-C05F7D9F2811}"/>
                  </a:ext>
                </a:extLst>
              </p:cNvPr>
              <p:cNvSpPr>
                <a:spLocks/>
              </p:cNvSpPr>
              <p:nvPr/>
            </p:nvSpPr>
            <p:spPr bwMode="auto">
              <a:xfrm>
                <a:off x="3151" y="1072"/>
                <a:ext cx="920" cy="396"/>
              </a:xfrm>
              <a:custGeom>
                <a:avLst/>
                <a:gdLst>
                  <a:gd name="T0" fmla="*/ 462 w 920"/>
                  <a:gd name="T1" fmla="*/ 0 h 396"/>
                  <a:gd name="T2" fmla="*/ 0 w 920"/>
                  <a:gd name="T3" fmla="*/ 396 h 396"/>
                  <a:gd name="T4" fmla="*/ 462 w 920"/>
                  <a:gd name="T5" fmla="*/ 396 h 396"/>
                  <a:gd name="T6" fmla="*/ 920 w 920"/>
                  <a:gd name="T7" fmla="*/ 396 h 396"/>
                  <a:gd name="T8" fmla="*/ 462 w 920"/>
                  <a:gd name="T9" fmla="*/ 0 h 396"/>
                </a:gdLst>
                <a:ahLst/>
                <a:cxnLst>
                  <a:cxn ang="0">
                    <a:pos x="T0" y="T1"/>
                  </a:cxn>
                  <a:cxn ang="0">
                    <a:pos x="T2" y="T3"/>
                  </a:cxn>
                  <a:cxn ang="0">
                    <a:pos x="T4" y="T5"/>
                  </a:cxn>
                  <a:cxn ang="0">
                    <a:pos x="T6" y="T7"/>
                  </a:cxn>
                  <a:cxn ang="0">
                    <a:pos x="T8" y="T9"/>
                  </a:cxn>
                </a:cxnLst>
                <a:rect l="0" t="0" r="r" b="b"/>
                <a:pathLst>
                  <a:path w="920" h="396">
                    <a:moveTo>
                      <a:pt x="462" y="0"/>
                    </a:moveTo>
                    <a:lnTo>
                      <a:pt x="0" y="396"/>
                    </a:lnTo>
                    <a:lnTo>
                      <a:pt x="462" y="396"/>
                    </a:lnTo>
                    <a:lnTo>
                      <a:pt x="920" y="396"/>
                    </a:lnTo>
                    <a:lnTo>
                      <a:pt x="462" y="0"/>
                    </a:lnTo>
                    <a:close/>
                  </a:path>
                </a:pathLst>
              </a:custGeom>
              <a:solidFill>
                <a:srgbClr val="04EE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5" name="Freeform: Shape 33">
                <a:extLst>
                  <a:ext uri="{FF2B5EF4-FFF2-40B4-BE49-F238E27FC236}">
                    <a16:creationId xmlns:a16="http://schemas.microsoft.com/office/drawing/2014/main" id="{CDA468D3-9AF1-473E-B29E-1C8E4402A302}"/>
                  </a:ext>
                </a:extLst>
              </p:cNvPr>
              <p:cNvSpPr>
                <a:spLocks/>
              </p:cNvSpPr>
              <p:nvPr/>
            </p:nvSpPr>
            <p:spPr bwMode="auto">
              <a:xfrm>
                <a:off x="3151" y="1072"/>
                <a:ext cx="920" cy="396"/>
              </a:xfrm>
              <a:custGeom>
                <a:avLst/>
                <a:gdLst>
                  <a:gd name="T0" fmla="*/ 462 w 920"/>
                  <a:gd name="T1" fmla="*/ 0 h 396"/>
                  <a:gd name="T2" fmla="*/ 0 w 920"/>
                  <a:gd name="T3" fmla="*/ 396 h 396"/>
                  <a:gd name="T4" fmla="*/ 462 w 920"/>
                  <a:gd name="T5" fmla="*/ 396 h 396"/>
                  <a:gd name="T6" fmla="*/ 920 w 920"/>
                  <a:gd name="T7" fmla="*/ 396 h 396"/>
                  <a:gd name="T8" fmla="*/ 462 w 920"/>
                  <a:gd name="T9" fmla="*/ 0 h 396"/>
                </a:gdLst>
                <a:ahLst/>
                <a:cxnLst>
                  <a:cxn ang="0">
                    <a:pos x="T0" y="T1"/>
                  </a:cxn>
                  <a:cxn ang="0">
                    <a:pos x="T2" y="T3"/>
                  </a:cxn>
                  <a:cxn ang="0">
                    <a:pos x="T4" y="T5"/>
                  </a:cxn>
                  <a:cxn ang="0">
                    <a:pos x="T6" y="T7"/>
                  </a:cxn>
                  <a:cxn ang="0">
                    <a:pos x="T8" y="T9"/>
                  </a:cxn>
                </a:cxnLst>
                <a:rect l="0" t="0" r="r" b="b"/>
                <a:pathLst>
                  <a:path w="920" h="396">
                    <a:moveTo>
                      <a:pt x="462" y="0"/>
                    </a:moveTo>
                    <a:lnTo>
                      <a:pt x="0" y="396"/>
                    </a:lnTo>
                    <a:lnTo>
                      <a:pt x="462" y="396"/>
                    </a:lnTo>
                    <a:lnTo>
                      <a:pt x="920" y="396"/>
                    </a:lnTo>
                    <a:lnTo>
                      <a:pt x="4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Freeform: Shape 34">
                <a:extLst>
                  <a:ext uri="{FF2B5EF4-FFF2-40B4-BE49-F238E27FC236}">
                    <a16:creationId xmlns:a16="http://schemas.microsoft.com/office/drawing/2014/main" id="{43F86DAE-A01B-4440-95C3-A35B94C1BC34}"/>
                  </a:ext>
                </a:extLst>
              </p:cNvPr>
              <p:cNvSpPr>
                <a:spLocks/>
              </p:cNvSpPr>
              <p:nvPr/>
            </p:nvSpPr>
            <p:spPr bwMode="auto">
              <a:xfrm>
                <a:off x="3378" y="1468"/>
                <a:ext cx="466" cy="1549"/>
              </a:xfrm>
              <a:custGeom>
                <a:avLst/>
                <a:gdLst>
                  <a:gd name="T0" fmla="*/ 466 w 466"/>
                  <a:gd name="T1" fmla="*/ 0 h 1549"/>
                  <a:gd name="T2" fmla="*/ 235 w 466"/>
                  <a:gd name="T3" fmla="*/ 0 h 1549"/>
                  <a:gd name="T4" fmla="*/ 0 w 466"/>
                  <a:gd name="T5" fmla="*/ 0 h 1549"/>
                  <a:gd name="T6" fmla="*/ 0 w 466"/>
                  <a:gd name="T7" fmla="*/ 539 h 1549"/>
                  <a:gd name="T8" fmla="*/ 0 w 466"/>
                  <a:gd name="T9" fmla="*/ 539 h 1549"/>
                  <a:gd name="T10" fmla="*/ 0 w 466"/>
                  <a:gd name="T11" fmla="*/ 1182 h 1549"/>
                  <a:gd name="T12" fmla="*/ 466 w 466"/>
                  <a:gd name="T13" fmla="*/ 1549 h 1549"/>
                  <a:gd name="T14" fmla="*/ 466 w 466"/>
                  <a:gd name="T15" fmla="*/ 0 h 15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6" h="1549">
                    <a:moveTo>
                      <a:pt x="466" y="0"/>
                    </a:moveTo>
                    <a:lnTo>
                      <a:pt x="235" y="0"/>
                    </a:lnTo>
                    <a:lnTo>
                      <a:pt x="0" y="0"/>
                    </a:lnTo>
                    <a:lnTo>
                      <a:pt x="0" y="539"/>
                    </a:lnTo>
                    <a:lnTo>
                      <a:pt x="0" y="539"/>
                    </a:lnTo>
                    <a:lnTo>
                      <a:pt x="0" y="1182"/>
                    </a:lnTo>
                    <a:lnTo>
                      <a:pt x="466" y="1549"/>
                    </a:lnTo>
                    <a:lnTo>
                      <a:pt x="466" y="0"/>
                    </a:lnTo>
                    <a:close/>
                  </a:path>
                </a:pathLst>
              </a:custGeom>
              <a:solidFill>
                <a:srgbClr val="04EE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57" name="Freeform: Shape 35">
                <a:extLst>
                  <a:ext uri="{FF2B5EF4-FFF2-40B4-BE49-F238E27FC236}">
                    <a16:creationId xmlns:a16="http://schemas.microsoft.com/office/drawing/2014/main" id="{6B3309C4-2441-45AD-98B3-B14FF8DD221A}"/>
                  </a:ext>
                </a:extLst>
              </p:cNvPr>
              <p:cNvSpPr>
                <a:spLocks/>
              </p:cNvSpPr>
              <p:nvPr/>
            </p:nvSpPr>
            <p:spPr bwMode="auto">
              <a:xfrm>
                <a:off x="3378" y="1468"/>
                <a:ext cx="466" cy="1549"/>
              </a:xfrm>
              <a:custGeom>
                <a:avLst/>
                <a:gdLst>
                  <a:gd name="T0" fmla="*/ 466 w 466"/>
                  <a:gd name="T1" fmla="*/ 0 h 1549"/>
                  <a:gd name="T2" fmla="*/ 235 w 466"/>
                  <a:gd name="T3" fmla="*/ 0 h 1549"/>
                  <a:gd name="T4" fmla="*/ 0 w 466"/>
                  <a:gd name="T5" fmla="*/ 0 h 1549"/>
                  <a:gd name="T6" fmla="*/ 0 w 466"/>
                  <a:gd name="T7" fmla="*/ 539 h 1549"/>
                  <a:gd name="T8" fmla="*/ 0 w 466"/>
                  <a:gd name="T9" fmla="*/ 539 h 1549"/>
                  <a:gd name="T10" fmla="*/ 0 w 466"/>
                  <a:gd name="T11" fmla="*/ 1182 h 1549"/>
                  <a:gd name="T12" fmla="*/ 466 w 466"/>
                  <a:gd name="T13" fmla="*/ 1549 h 1549"/>
                  <a:gd name="T14" fmla="*/ 466 w 466"/>
                  <a:gd name="T15" fmla="*/ 0 h 15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6" h="1549">
                    <a:moveTo>
                      <a:pt x="466" y="0"/>
                    </a:moveTo>
                    <a:lnTo>
                      <a:pt x="235" y="0"/>
                    </a:lnTo>
                    <a:lnTo>
                      <a:pt x="0" y="0"/>
                    </a:lnTo>
                    <a:lnTo>
                      <a:pt x="0" y="539"/>
                    </a:lnTo>
                    <a:lnTo>
                      <a:pt x="0" y="539"/>
                    </a:lnTo>
                    <a:lnTo>
                      <a:pt x="0" y="1182"/>
                    </a:lnTo>
                    <a:lnTo>
                      <a:pt x="466" y="1549"/>
                    </a:lnTo>
                    <a:lnTo>
                      <a:pt x="4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Freeform: Shape 36">
                <a:extLst>
                  <a:ext uri="{FF2B5EF4-FFF2-40B4-BE49-F238E27FC236}">
                    <a16:creationId xmlns:a16="http://schemas.microsoft.com/office/drawing/2014/main" id="{5CF08872-CA13-4B6E-B1AB-1A243A0E6883}"/>
                  </a:ext>
                </a:extLst>
              </p:cNvPr>
              <p:cNvSpPr>
                <a:spLocks/>
              </p:cNvSpPr>
              <p:nvPr/>
            </p:nvSpPr>
            <p:spPr bwMode="auto">
              <a:xfrm>
                <a:off x="3151" y="1072"/>
                <a:ext cx="920" cy="396"/>
              </a:xfrm>
              <a:custGeom>
                <a:avLst/>
                <a:gdLst>
                  <a:gd name="T0" fmla="*/ 462 w 920"/>
                  <a:gd name="T1" fmla="*/ 0 h 396"/>
                  <a:gd name="T2" fmla="*/ 0 w 920"/>
                  <a:gd name="T3" fmla="*/ 396 h 396"/>
                  <a:gd name="T4" fmla="*/ 227 w 920"/>
                  <a:gd name="T5" fmla="*/ 396 h 396"/>
                  <a:gd name="T6" fmla="*/ 462 w 920"/>
                  <a:gd name="T7" fmla="*/ 396 h 396"/>
                  <a:gd name="T8" fmla="*/ 693 w 920"/>
                  <a:gd name="T9" fmla="*/ 396 h 396"/>
                  <a:gd name="T10" fmla="*/ 920 w 920"/>
                  <a:gd name="T11" fmla="*/ 396 h 396"/>
                  <a:gd name="T12" fmla="*/ 462 w 920"/>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20" h="396">
                    <a:moveTo>
                      <a:pt x="462" y="0"/>
                    </a:moveTo>
                    <a:lnTo>
                      <a:pt x="0" y="396"/>
                    </a:lnTo>
                    <a:lnTo>
                      <a:pt x="227" y="396"/>
                    </a:lnTo>
                    <a:lnTo>
                      <a:pt x="462" y="396"/>
                    </a:lnTo>
                    <a:lnTo>
                      <a:pt x="693" y="396"/>
                    </a:lnTo>
                    <a:lnTo>
                      <a:pt x="920" y="396"/>
                    </a:lnTo>
                    <a:lnTo>
                      <a:pt x="4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Freeform: Shape 37">
                <a:extLst>
                  <a:ext uri="{FF2B5EF4-FFF2-40B4-BE49-F238E27FC236}">
                    <a16:creationId xmlns:a16="http://schemas.microsoft.com/office/drawing/2014/main" id="{0F722481-381A-4E38-BFE8-4CB048515862}"/>
                  </a:ext>
                </a:extLst>
              </p:cNvPr>
              <p:cNvSpPr>
                <a:spLocks/>
              </p:cNvSpPr>
              <p:nvPr/>
            </p:nvSpPr>
            <p:spPr bwMode="auto">
              <a:xfrm>
                <a:off x="2916" y="2007"/>
                <a:ext cx="462" cy="1768"/>
              </a:xfrm>
              <a:custGeom>
                <a:avLst/>
                <a:gdLst>
                  <a:gd name="T0" fmla="*/ 462 w 462"/>
                  <a:gd name="T1" fmla="*/ 1768 h 1768"/>
                  <a:gd name="T2" fmla="*/ 462 w 462"/>
                  <a:gd name="T3" fmla="*/ 0 h 1768"/>
                  <a:gd name="T4" fmla="*/ 0 w 462"/>
                  <a:gd name="T5" fmla="*/ 367 h 1768"/>
                  <a:gd name="T6" fmla="*/ 0 w 462"/>
                  <a:gd name="T7" fmla="*/ 1768 h 1768"/>
                  <a:gd name="T8" fmla="*/ 462 w 462"/>
                  <a:gd name="T9" fmla="*/ 1768 h 1768"/>
                </a:gdLst>
                <a:ahLst/>
                <a:cxnLst>
                  <a:cxn ang="0">
                    <a:pos x="T0" y="T1"/>
                  </a:cxn>
                  <a:cxn ang="0">
                    <a:pos x="T2" y="T3"/>
                  </a:cxn>
                  <a:cxn ang="0">
                    <a:pos x="T4" y="T5"/>
                  </a:cxn>
                  <a:cxn ang="0">
                    <a:pos x="T6" y="T7"/>
                  </a:cxn>
                  <a:cxn ang="0">
                    <a:pos x="T8" y="T9"/>
                  </a:cxn>
                </a:cxnLst>
                <a:rect l="0" t="0" r="r" b="b"/>
                <a:pathLst>
                  <a:path w="462" h="1768">
                    <a:moveTo>
                      <a:pt x="462" y="1768"/>
                    </a:moveTo>
                    <a:lnTo>
                      <a:pt x="462" y="0"/>
                    </a:lnTo>
                    <a:lnTo>
                      <a:pt x="0" y="367"/>
                    </a:lnTo>
                    <a:lnTo>
                      <a:pt x="0" y="1768"/>
                    </a:lnTo>
                    <a:lnTo>
                      <a:pt x="462" y="1768"/>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Freeform: Shape 38">
                <a:extLst>
                  <a:ext uri="{FF2B5EF4-FFF2-40B4-BE49-F238E27FC236}">
                    <a16:creationId xmlns:a16="http://schemas.microsoft.com/office/drawing/2014/main" id="{978A7C65-51E0-4C78-8557-3C9ECBA92219}"/>
                  </a:ext>
                </a:extLst>
              </p:cNvPr>
              <p:cNvSpPr>
                <a:spLocks/>
              </p:cNvSpPr>
              <p:nvPr/>
            </p:nvSpPr>
            <p:spPr bwMode="auto">
              <a:xfrm>
                <a:off x="2916" y="2007"/>
                <a:ext cx="462" cy="1768"/>
              </a:xfrm>
              <a:custGeom>
                <a:avLst/>
                <a:gdLst>
                  <a:gd name="T0" fmla="*/ 462 w 462"/>
                  <a:gd name="T1" fmla="*/ 1768 h 1768"/>
                  <a:gd name="T2" fmla="*/ 462 w 462"/>
                  <a:gd name="T3" fmla="*/ 0 h 1768"/>
                  <a:gd name="T4" fmla="*/ 0 w 462"/>
                  <a:gd name="T5" fmla="*/ 367 h 1768"/>
                  <a:gd name="T6" fmla="*/ 0 w 462"/>
                  <a:gd name="T7" fmla="*/ 1768 h 1768"/>
                  <a:gd name="T8" fmla="*/ 462 w 462"/>
                  <a:gd name="T9" fmla="*/ 1768 h 1768"/>
                </a:gdLst>
                <a:ahLst/>
                <a:cxnLst>
                  <a:cxn ang="0">
                    <a:pos x="T0" y="T1"/>
                  </a:cxn>
                  <a:cxn ang="0">
                    <a:pos x="T2" y="T3"/>
                  </a:cxn>
                  <a:cxn ang="0">
                    <a:pos x="T4" y="T5"/>
                  </a:cxn>
                  <a:cxn ang="0">
                    <a:pos x="T6" y="T7"/>
                  </a:cxn>
                  <a:cxn ang="0">
                    <a:pos x="T8" y="T9"/>
                  </a:cxn>
                </a:cxnLst>
                <a:rect l="0" t="0" r="r" b="b"/>
                <a:pathLst>
                  <a:path w="462" h="1768">
                    <a:moveTo>
                      <a:pt x="462" y="1768"/>
                    </a:moveTo>
                    <a:lnTo>
                      <a:pt x="462" y="0"/>
                    </a:lnTo>
                    <a:lnTo>
                      <a:pt x="0" y="367"/>
                    </a:lnTo>
                    <a:lnTo>
                      <a:pt x="0" y="1768"/>
                    </a:lnTo>
                    <a:lnTo>
                      <a:pt x="462" y="176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Freeform: Shape 39">
                <a:extLst>
                  <a:ext uri="{FF2B5EF4-FFF2-40B4-BE49-F238E27FC236}">
                    <a16:creationId xmlns:a16="http://schemas.microsoft.com/office/drawing/2014/main" id="{0D67C474-B884-4696-A47A-A23FCA21CAC0}"/>
                  </a:ext>
                </a:extLst>
              </p:cNvPr>
              <p:cNvSpPr>
                <a:spLocks/>
              </p:cNvSpPr>
              <p:nvPr/>
            </p:nvSpPr>
            <p:spPr bwMode="auto">
              <a:xfrm>
                <a:off x="2689" y="3729"/>
                <a:ext cx="916" cy="396"/>
              </a:xfrm>
              <a:custGeom>
                <a:avLst/>
                <a:gdLst>
                  <a:gd name="T0" fmla="*/ 458 w 916"/>
                  <a:gd name="T1" fmla="*/ 396 h 396"/>
                  <a:gd name="T2" fmla="*/ 0 w 916"/>
                  <a:gd name="T3" fmla="*/ 0 h 396"/>
                  <a:gd name="T4" fmla="*/ 458 w 916"/>
                  <a:gd name="T5" fmla="*/ 0 h 396"/>
                  <a:gd name="T6" fmla="*/ 916 w 916"/>
                  <a:gd name="T7" fmla="*/ 0 h 396"/>
                  <a:gd name="T8" fmla="*/ 458 w 916"/>
                  <a:gd name="T9" fmla="*/ 396 h 396"/>
                </a:gdLst>
                <a:ahLst/>
                <a:cxnLst>
                  <a:cxn ang="0">
                    <a:pos x="T0" y="T1"/>
                  </a:cxn>
                  <a:cxn ang="0">
                    <a:pos x="T2" y="T3"/>
                  </a:cxn>
                  <a:cxn ang="0">
                    <a:pos x="T4" y="T5"/>
                  </a:cxn>
                  <a:cxn ang="0">
                    <a:pos x="T6" y="T7"/>
                  </a:cxn>
                  <a:cxn ang="0">
                    <a:pos x="T8" y="T9"/>
                  </a:cxn>
                </a:cxnLst>
                <a:rect l="0" t="0" r="r" b="b"/>
                <a:pathLst>
                  <a:path w="916" h="396">
                    <a:moveTo>
                      <a:pt x="458" y="396"/>
                    </a:moveTo>
                    <a:lnTo>
                      <a:pt x="0" y="0"/>
                    </a:lnTo>
                    <a:lnTo>
                      <a:pt x="458" y="0"/>
                    </a:lnTo>
                    <a:lnTo>
                      <a:pt x="916" y="0"/>
                    </a:lnTo>
                    <a:lnTo>
                      <a:pt x="458" y="396"/>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Freeform: Shape 40">
                <a:extLst>
                  <a:ext uri="{FF2B5EF4-FFF2-40B4-BE49-F238E27FC236}">
                    <a16:creationId xmlns:a16="http://schemas.microsoft.com/office/drawing/2014/main" id="{A6D27F40-82C0-42C5-8A78-A30462DE7231}"/>
                  </a:ext>
                </a:extLst>
              </p:cNvPr>
              <p:cNvSpPr>
                <a:spLocks/>
              </p:cNvSpPr>
              <p:nvPr/>
            </p:nvSpPr>
            <p:spPr bwMode="auto">
              <a:xfrm>
                <a:off x="2689" y="3729"/>
                <a:ext cx="916" cy="396"/>
              </a:xfrm>
              <a:custGeom>
                <a:avLst/>
                <a:gdLst>
                  <a:gd name="T0" fmla="*/ 458 w 916"/>
                  <a:gd name="T1" fmla="*/ 396 h 396"/>
                  <a:gd name="T2" fmla="*/ 0 w 916"/>
                  <a:gd name="T3" fmla="*/ 0 h 396"/>
                  <a:gd name="T4" fmla="*/ 458 w 916"/>
                  <a:gd name="T5" fmla="*/ 0 h 396"/>
                  <a:gd name="T6" fmla="*/ 916 w 916"/>
                  <a:gd name="T7" fmla="*/ 0 h 396"/>
                  <a:gd name="T8" fmla="*/ 458 w 916"/>
                  <a:gd name="T9" fmla="*/ 396 h 396"/>
                </a:gdLst>
                <a:ahLst/>
                <a:cxnLst>
                  <a:cxn ang="0">
                    <a:pos x="T0" y="T1"/>
                  </a:cxn>
                  <a:cxn ang="0">
                    <a:pos x="T2" y="T3"/>
                  </a:cxn>
                  <a:cxn ang="0">
                    <a:pos x="T4" y="T5"/>
                  </a:cxn>
                  <a:cxn ang="0">
                    <a:pos x="T6" y="T7"/>
                  </a:cxn>
                  <a:cxn ang="0">
                    <a:pos x="T8" y="T9"/>
                  </a:cxn>
                </a:cxnLst>
                <a:rect l="0" t="0" r="r" b="b"/>
                <a:pathLst>
                  <a:path w="916" h="396">
                    <a:moveTo>
                      <a:pt x="458" y="396"/>
                    </a:moveTo>
                    <a:lnTo>
                      <a:pt x="0" y="0"/>
                    </a:lnTo>
                    <a:lnTo>
                      <a:pt x="458" y="0"/>
                    </a:lnTo>
                    <a:lnTo>
                      <a:pt x="916" y="0"/>
                    </a:lnTo>
                    <a:lnTo>
                      <a:pt x="458" y="39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Freeform: Shape 41">
                <a:extLst>
                  <a:ext uri="{FF2B5EF4-FFF2-40B4-BE49-F238E27FC236}">
                    <a16:creationId xmlns:a16="http://schemas.microsoft.com/office/drawing/2014/main" id="{C6269385-002C-4F75-9269-71F67C76A520}"/>
                  </a:ext>
                </a:extLst>
              </p:cNvPr>
              <p:cNvSpPr>
                <a:spLocks/>
              </p:cNvSpPr>
              <p:nvPr/>
            </p:nvSpPr>
            <p:spPr bwMode="auto">
              <a:xfrm>
                <a:off x="3147" y="3729"/>
                <a:ext cx="458" cy="396"/>
              </a:xfrm>
              <a:custGeom>
                <a:avLst/>
                <a:gdLst>
                  <a:gd name="T0" fmla="*/ 458 w 458"/>
                  <a:gd name="T1" fmla="*/ 0 h 396"/>
                  <a:gd name="T2" fmla="*/ 0 w 458"/>
                  <a:gd name="T3" fmla="*/ 396 h 396"/>
                  <a:gd name="T4" fmla="*/ 396 w 458"/>
                  <a:gd name="T5" fmla="*/ 58 h 396"/>
                  <a:gd name="T6" fmla="*/ 458 w 458"/>
                  <a:gd name="T7" fmla="*/ 0 h 396"/>
                </a:gdLst>
                <a:ahLst/>
                <a:cxnLst>
                  <a:cxn ang="0">
                    <a:pos x="T0" y="T1"/>
                  </a:cxn>
                  <a:cxn ang="0">
                    <a:pos x="T2" y="T3"/>
                  </a:cxn>
                  <a:cxn ang="0">
                    <a:pos x="T4" y="T5"/>
                  </a:cxn>
                  <a:cxn ang="0">
                    <a:pos x="T6" y="T7"/>
                  </a:cxn>
                </a:cxnLst>
                <a:rect l="0" t="0" r="r" b="b"/>
                <a:pathLst>
                  <a:path w="458" h="396">
                    <a:moveTo>
                      <a:pt x="458" y="0"/>
                    </a:moveTo>
                    <a:lnTo>
                      <a:pt x="0" y="396"/>
                    </a:lnTo>
                    <a:lnTo>
                      <a:pt x="396" y="58"/>
                    </a:lnTo>
                    <a:lnTo>
                      <a:pt x="458" y="0"/>
                    </a:lnTo>
                    <a:close/>
                  </a:path>
                </a:pathLst>
              </a:custGeom>
              <a:solidFill>
                <a:srgbClr val="A6A5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Freeform: Shape 42">
                <a:extLst>
                  <a:ext uri="{FF2B5EF4-FFF2-40B4-BE49-F238E27FC236}">
                    <a16:creationId xmlns:a16="http://schemas.microsoft.com/office/drawing/2014/main" id="{B576FFB6-1779-431B-8CA2-6293FD2F9C9C}"/>
                  </a:ext>
                </a:extLst>
              </p:cNvPr>
              <p:cNvSpPr>
                <a:spLocks/>
              </p:cNvSpPr>
              <p:nvPr/>
            </p:nvSpPr>
            <p:spPr bwMode="auto">
              <a:xfrm>
                <a:off x="3147" y="3729"/>
                <a:ext cx="458" cy="396"/>
              </a:xfrm>
              <a:custGeom>
                <a:avLst/>
                <a:gdLst>
                  <a:gd name="T0" fmla="*/ 458 w 458"/>
                  <a:gd name="T1" fmla="*/ 0 h 396"/>
                  <a:gd name="T2" fmla="*/ 0 w 458"/>
                  <a:gd name="T3" fmla="*/ 396 h 396"/>
                  <a:gd name="T4" fmla="*/ 396 w 458"/>
                  <a:gd name="T5" fmla="*/ 58 h 396"/>
                  <a:gd name="T6" fmla="*/ 458 w 458"/>
                  <a:gd name="T7" fmla="*/ 0 h 396"/>
                </a:gdLst>
                <a:ahLst/>
                <a:cxnLst>
                  <a:cxn ang="0">
                    <a:pos x="T0" y="T1"/>
                  </a:cxn>
                  <a:cxn ang="0">
                    <a:pos x="T2" y="T3"/>
                  </a:cxn>
                  <a:cxn ang="0">
                    <a:pos x="T4" y="T5"/>
                  </a:cxn>
                  <a:cxn ang="0">
                    <a:pos x="T6" y="T7"/>
                  </a:cxn>
                </a:cxnLst>
                <a:rect l="0" t="0" r="r" b="b"/>
                <a:pathLst>
                  <a:path w="458" h="396">
                    <a:moveTo>
                      <a:pt x="458" y="0"/>
                    </a:moveTo>
                    <a:lnTo>
                      <a:pt x="0" y="396"/>
                    </a:lnTo>
                    <a:lnTo>
                      <a:pt x="396" y="58"/>
                    </a:lnTo>
                    <a:lnTo>
                      <a:pt x="4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Freeform: Shape 43">
                <a:extLst>
                  <a:ext uri="{FF2B5EF4-FFF2-40B4-BE49-F238E27FC236}">
                    <a16:creationId xmlns:a16="http://schemas.microsoft.com/office/drawing/2014/main" id="{53E133A8-80E6-4A86-A722-5098A1AA37A9}"/>
                  </a:ext>
                </a:extLst>
              </p:cNvPr>
              <p:cNvSpPr>
                <a:spLocks/>
              </p:cNvSpPr>
              <p:nvPr/>
            </p:nvSpPr>
            <p:spPr bwMode="auto">
              <a:xfrm>
                <a:off x="2916" y="2007"/>
                <a:ext cx="462" cy="1722"/>
              </a:xfrm>
              <a:custGeom>
                <a:avLst/>
                <a:gdLst>
                  <a:gd name="T0" fmla="*/ 462 w 462"/>
                  <a:gd name="T1" fmla="*/ 0 h 1722"/>
                  <a:gd name="T2" fmla="*/ 0 w 462"/>
                  <a:gd name="T3" fmla="*/ 367 h 1722"/>
                  <a:gd name="T4" fmla="*/ 0 w 462"/>
                  <a:gd name="T5" fmla="*/ 1722 h 1722"/>
                  <a:gd name="T6" fmla="*/ 231 w 462"/>
                  <a:gd name="T7" fmla="*/ 1722 h 1722"/>
                  <a:gd name="T8" fmla="*/ 462 w 462"/>
                  <a:gd name="T9" fmla="*/ 1722 h 1722"/>
                  <a:gd name="T10" fmla="*/ 462 w 462"/>
                  <a:gd name="T11" fmla="*/ 0 h 1722"/>
                </a:gdLst>
                <a:ahLst/>
                <a:cxnLst>
                  <a:cxn ang="0">
                    <a:pos x="T0" y="T1"/>
                  </a:cxn>
                  <a:cxn ang="0">
                    <a:pos x="T2" y="T3"/>
                  </a:cxn>
                  <a:cxn ang="0">
                    <a:pos x="T4" y="T5"/>
                  </a:cxn>
                  <a:cxn ang="0">
                    <a:pos x="T6" y="T7"/>
                  </a:cxn>
                  <a:cxn ang="0">
                    <a:pos x="T8" y="T9"/>
                  </a:cxn>
                  <a:cxn ang="0">
                    <a:pos x="T10" y="T11"/>
                  </a:cxn>
                </a:cxnLst>
                <a:rect l="0" t="0" r="r" b="b"/>
                <a:pathLst>
                  <a:path w="462" h="1722">
                    <a:moveTo>
                      <a:pt x="462" y="0"/>
                    </a:moveTo>
                    <a:lnTo>
                      <a:pt x="0" y="367"/>
                    </a:lnTo>
                    <a:lnTo>
                      <a:pt x="0" y="1722"/>
                    </a:lnTo>
                    <a:lnTo>
                      <a:pt x="231" y="1722"/>
                    </a:lnTo>
                    <a:lnTo>
                      <a:pt x="462" y="1722"/>
                    </a:lnTo>
                    <a:lnTo>
                      <a:pt x="462" y="0"/>
                    </a:lnTo>
                    <a:close/>
                  </a:path>
                </a:pathLst>
              </a:custGeom>
              <a:solidFill>
                <a:srgbClr val="0F74E3"/>
              </a:solidFill>
              <a:ln w="9525">
                <a:noFill/>
                <a:round/>
                <a:headEnd/>
                <a:tailEnd/>
              </a:ln>
            </p:spPr>
            <p:txBody>
              <a:bodyPr anchor="ctr"/>
              <a:lstStyle/>
              <a:p>
                <a:pPr algn="ctr"/>
                <a:endParaRPr>
                  <a:cs typeface="+mn-ea"/>
                  <a:sym typeface="+mn-lt"/>
                </a:endParaRPr>
              </a:p>
            </p:txBody>
          </p:sp>
          <p:sp>
            <p:nvSpPr>
              <p:cNvPr id="66" name="Freeform: Shape 44">
                <a:extLst>
                  <a:ext uri="{FF2B5EF4-FFF2-40B4-BE49-F238E27FC236}">
                    <a16:creationId xmlns:a16="http://schemas.microsoft.com/office/drawing/2014/main" id="{27746ED1-3D55-463A-9302-4D147C0BF7F6}"/>
                  </a:ext>
                </a:extLst>
              </p:cNvPr>
              <p:cNvSpPr>
                <a:spLocks/>
              </p:cNvSpPr>
              <p:nvPr/>
            </p:nvSpPr>
            <p:spPr bwMode="auto">
              <a:xfrm>
                <a:off x="2916" y="2007"/>
                <a:ext cx="462" cy="1722"/>
              </a:xfrm>
              <a:custGeom>
                <a:avLst/>
                <a:gdLst>
                  <a:gd name="T0" fmla="*/ 462 w 462"/>
                  <a:gd name="T1" fmla="*/ 0 h 1722"/>
                  <a:gd name="T2" fmla="*/ 0 w 462"/>
                  <a:gd name="T3" fmla="*/ 367 h 1722"/>
                  <a:gd name="T4" fmla="*/ 0 w 462"/>
                  <a:gd name="T5" fmla="*/ 1722 h 1722"/>
                  <a:gd name="T6" fmla="*/ 231 w 462"/>
                  <a:gd name="T7" fmla="*/ 1722 h 1722"/>
                  <a:gd name="T8" fmla="*/ 462 w 462"/>
                  <a:gd name="T9" fmla="*/ 1722 h 1722"/>
                  <a:gd name="T10" fmla="*/ 462 w 462"/>
                  <a:gd name="T11" fmla="*/ 0 h 1722"/>
                </a:gdLst>
                <a:ahLst/>
                <a:cxnLst>
                  <a:cxn ang="0">
                    <a:pos x="T0" y="T1"/>
                  </a:cxn>
                  <a:cxn ang="0">
                    <a:pos x="T2" y="T3"/>
                  </a:cxn>
                  <a:cxn ang="0">
                    <a:pos x="T4" y="T5"/>
                  </a:cxn>
                  <a:cxn ang="0">
                    <a:pos x="T6" y="T7"/>
                  </a:cxn>
                  <a:cxn ang="0">
                    <a:pos x="T8" y="T9"/>
                  </a:cxn>
                  <a:cxn ang="0">
                    <a:pos x="T10" y="T11"/>
                  </a:cxn>
                </a:cxnLst>
                <a:rect l="0" t="0" r="r" b="b"/>
                <a:pathLst>
                  <a:path w="462" h="1722">
                    <a:moveTo>
                      <a:pt x="462" y="0"/>
                    </a:moveTo>
                    <a:lnTo>
                      <a:pt x="0" y="367"/>
                    </a:lnTo>
                    <a:lnTo>
                      <a:pt x="0" y="1722"/>
                    </a:lnTo>
                    <a:lnTo>
                      <a:pt x="231" y="1722"/>
                    </a:lnTo>
                    <a:lnTo>
                      <a:pt x="462" y="1722"/>
                    </a:lnTo>
                    <a:lnTo>
                      <a:pt x="4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Freeform: Shape 45">
                <a:extLst>
                  <a:ext uri="{FF2B5EF4-FFF2-40B4-BE49-F238E27FC236}">
                    <a16:creationId xmlns:a16="http://schemas.microsoft.com/office/drawing/2014/main" id="{0DAFF162-C6DF-4EA5-B551-77747068CD5F}"/>
                  </a:ext>
                </a:extLst>
              </p:cNvPr>
              <p:cNvSpPr>
                <a:spLocks/>
              </p:cNvSpPr>
              <p:nvPr/>
            </p:nvSpPr>
            <p:spPr bwMode="auto">
              <a:xfrm>
                <a:off x="2689" y="3729"/>
                <a:ext cx="916" cy="396"/>
              </a:xfrm>
              <a:custGeom>
                <a:avLst/>
                <a:gdLst>
                  <a:gd name="T0" fmla="*/ 916 w 916"/>
                  <a:gd name="T1" fmla="*/ 0 h 396"/>
                  <a:gd name="T2" fmla="*/ 689 w 916"/>
                  <a:gd name="T3" fmla="*/ 0 h 396"/>
                  <a:gd name="T4" fmla="*/ 458 w 916"/>
                  <a:gd name="T5" fmla="*/ 0 h 396"/>
                  <a:gd name="T6" fmla="*/ 227 w 916"/>
                  <a:gd name="T7" fmla="*/ 0 h 396"/>
                  <a:gd name="T8" fmla="*/ 0 w 916"/>
                  <a:gd name="T9" fmla="*/ 0 h 396"/>
                  <a:gd name="T10" fmla="*/ 458 w 916"/>
                  <a:gd name="T11" fmla="*/ 396 h 396"/>
                  <a:gd name="T12" fmla="*/ 916 w 916"/>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6" h="396">
                    <a:moveTo>
                      <a:pt x="916" y="0"/>
                    </a:moveTo>
                    <a:lnTo>
                      <a:pt x="689" y="0"/>
                    </a:lnTo>
                    <a:lnTo>
                      <a:pt x="458" y="0"/>
                    </a:lnTo>
                    <a:lnTo>
                      <a:pt x="227" y="0"/>
                    </a:lnTo>
                    <a:lnTo>
                      <a:pt x="0" y="0"/>
                    </a:lnTo>
                    <a:lnTo>
                      <a:pt x="458" y="396"/>
                    </a:lnTo>
                    <a:lnTo>
                      <a:pt x="916" y="0"/>
                    </a:lnTo>
                    <a:close/>
                  </a:path>
                </a:pathLst>
              </a:custGeom>
              <a:solidFill>
                <a:srgbClr val="0F74E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Freeform: Shape 46">
                <a:extLst>
                  <a:ext uri="{FF2B5EF4-FFF2-40B4-BE49-F238E27FC236}">
                    <a16:creationId xmlns:a16="http://schemas.microsoft.com/office/drawing/2014/main" id="{90B1F981-6B75-42FD-8CA6-0DC2C7E381E1}"/>
                  </a:ext>
                </a:extLst>
              </p:cNvPr>
              <p:cNvSpPr>
                <a:spLocks/>
              </p:cNvSpPr>
              <p:nvPr/>
            </p:nvSpPr>
            <p:spPr bwMode="auto">
              <a:xfrm>
                <a:off x="2689" y="3729"/>
                <a:ext cx="916" cy="396"/>
              </a:xfrm>
              <a:custGeom>
                <a:avLst/>
                <a:gdLst>
                  <a:gd name="T0" fmla="*/ 916 w 916"/>
                  <a:gd name="T1" fmla="*/ 0 h 396"/>
                  <a:gd name="T2" fmla="*/ 689 w 916"/>
                  <a:gd name="T3" fmla="*/ 0 h 396"/>
                  <a:gd name="T4" fmla="*/ 458 w 916"/>
                  <a:gd name="T5" fmla="*/ 0 h 396"/>
                  <a:gd name="T6" fmla="*/ 227 w 916"/>
                  <a:gd name="T7" fmla="*/ 0 h 396"/>
                  <a:gd name="T8" fmla="*/ 0 w 916"/>
                  <a:gd name="T9" fmla="*/ 0 h 396"/>
                  <a:gd name="T10" fmla="*/ 458 w 916"/>
                  <a:gd name="T11" fmla="*/ 396 h 396"/>
                  <a:gd name="T12" fmla="*/ 916 w 916"/>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6" h="396">
                    <a:moveTo>
                      <a:pt x="916" y="0"/>
                    </a:moveTo>
                    <a:lnTo>
                      <a:pt x="689" y="0"/>
                    </a:lnTo>
                    <a:lnTo>
                      <a:pt x="458" y="0"/>
                    </a:lnTo>
                    <a:lnTo>
                      <a:pt x="227" y="0"/>
                    </a:lnTo>
                    <a:lnTo>
                      <a:pt x="0" y="0"/>
                    </a:lnTo>
                    <a:lnTo>
                      <a:pt x="458" y="396"/>
                    </a:lnTo>
                    <a:lnTo>
                      <a:pt x="9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sp>
          <p:nvSpPr>
            <p:cNvPr id="84" name="矩形 83">
              <a:extLst>
                <a:ext uri="{FF2B5EF4-FFF2-40B4-BE49-F238E27FC236}">
                  <a16:creationId xmlns:a16="http://schemas.microsoft.com/office/drawing/2014/main" id="{16036F8C-060D-4C9C-9E5C-185723E8EBB1}"/>
                </a:ext>
              </a:extLst>
            </p:cNvPr>
            <p:cNvSpPr/>
            <p:nvPr/>
          </p:nvSpPr>
          <p:spPr>
            <a:xfrm>
              <a:off x="4114726" y="2574660"/>
              <a:ext cx="2241974"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sp>
          <p:nvSpPr>
            <p:cNvPr id="85" name="矩形 84">
              <a:extLst>
                <a:ext uri="{FF2B5EF4-FFF2-40B4-BE49-F238E27FC236}">
                  <a16:creationId xmlns:a16="http://schemas.microsoft.com/office/drawing/2014/main" id="{6544DF4E-F67F-4D7F-89F1-EBE99CB736EE}"/>
                </a:ext>
              </a:extLst>
            </p:cNvPr>
            <p:cNvSpPr/>
            <p:nvPr/>
          </p:nvSpPr>
          <p:spPr>
            <a:xfrm>
              <a:off x="4173814" y="3834351"/>
              <a:ext cx="2241974"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sp>
          <p:nvSpPr>
            <p:cNvPr id="86" name="矩形 85">
              <a:extLst>
                <a:ext uri="{FF2B5EF4-FFF2-40B4-BE49-F238E27FC236}">
                  <a16:creationId xmlns:a16="http://schemas.microsoft.com/office/drawing/2014/main" id="{D2987350-C3BA-4DDF-A44A-04450D6DB812}"/>
                </a:ext>
              </a:extLst>
            </p:cNvPr>
            <p:cNvSpPr/>
            <p:nvPr/>
          </p:nvSpPr>
          <p:spPr>
            <a:xfrm>
              <a:off x="5579047" y="3243341"/>
              <a:ext cx="2241974"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sp>
          <p:nvSpPr>
            <p:cNvPr id="87" name="矩形 86">
              <a:extLst>
                <a:ext uri="{FF2B5EF4-FFF2-40B4-BE49-F238E27FC236}">
                  <a16:creationId xmlns:a16="http://schemas.microsoft.com/office/drawing/2014/main" id="{690DD37D-6B8F-4519-A3C3-4FFB54F20D4E}"/>
                </a:ext>
              </a:extLst>
            </p:cNvPr>
            <p:cNvSpPr/>
            <p:nvPr/>
          </p:nvSpPr>
          <p:spPr>
            <a:xfrm>
              <a:off x="5579047" y="4461314"/>
              <a:ext cx="2241974"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sp>
        <p:nvSpPr>
          <p:cNvPr id="88" name="矩形 87">
            <a:extLst>
              <a:ext uri="{FF2B5EF4-FFF2-40B4-BE49-F238E27FC236}">
                <a16:creationId xmlns:a16="http://schemas.microsoft.com/office/drawing/2014/main" id="{D9FC6E06-8AAE-4862-BDAD-205C6BF9DD07}"/>
              </a:ext>
            </a:extLst>
          </p:cNvPr>
          <p:cNvSpPr/>
          <p:nvPr/>
        </p:nvSpPr>
        <p:spPr>
          <a:xfrm>
            <a:off x="8865004" y="4399657"/>
            <a:ext cx="2217007" cy="133055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a:t>
            </a:r>
          </a:p>
        </p:txBody>
      </p:sp>
      <p:sp>
        <p:nvSpPr>
          <p:cNvPr id="89" name="矩形 88">
            <a:extLst>
              <a:ext uri="{FF2B5EF4-FFF2-40B4-BE49-F238E27FC236}">
                <a16:creationId xmlns:a16="http://schemas.microsoft.com/office/drawing/2014/main" id="{5306171B-CBCC-419D-90BD-0C296016F6C4}"/>
              </a:ext>
            </a:extLst>
          </p:cNvPr>
          <p:cNvSpPr/>
          <p:nvPr/>
        </p:nvSpPr>
        <p:spPr>
          <a:xfrm>
            <a:off x="1079472" y="1661853"/>
            <a:ext cx="2317036" cy="1330557"/>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3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a:t>
            </a:r>
          </a:p>
        </p:txBody>
      </p:sp>
      <p:sp>
        <p:nvSpPr>
          <p:cNvPr id="90" name="矩形 89">
            <a:extLst>
              <a:ext uri="{FF2B5EF4-FFF2-40B4-BE49-F238E27FC236}">
                <a16:creationId xmlns:a16="http://schemas.microsoft.com/office/drawing/2014/main" id="{D9CB9182-2957-450B-9243-6487CC69FB37}"/>
              </a:ext>
            </a:extLst>
          </p:cNvPr>
          <p:cNvSpPr/>
          <p:nvPr/>
        </p:nvSpPr>
        <p:spPr>
          <a:xfrm>
            <a:off x="1079472" y="3668796"/>
            <a:ext cx="2317036" cy="1330557"/>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3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a:t>
            </a:r>
          </a:p>
        </p:txBody>
      </p:sp>
      <p:grpSp>
        <p:nvGrpSpPr>
          <p:cNvPr id="69" name="组合 68">
            <a:extLst>
              <a:ext uri="{FF2B5EF4-FFF2-40B4-BE49-F238E27FC236}">
                <a16:creationId xmlns:a16="http://schemas.microsoft.com/office/drawing/2014/main" id="{E21618D1-0A1B-46D2-B0B3-C6BC4C6AA223}"/>
              </a:ext>
            </a:extLst>
          </p:cNvPr>
          <p:cNvGrpSpPr/>
          <p:nvPr/>
        </p:nvGrpSpPr>
        <p:grpSpPr>
          <a:xfrm>
            <a:off x="444056" y="246729"/>
            <a:ext cx="1415772" cy="433147"/>
            <a:chOff x="444056" y="262399"/>
            <a:chExt cx="1415772" cy="433147"/>
          </a:xfrm>
        </p:grpSpPr>
        <p:sp>
          <p:nvSpPr>
            <p:cNvPr id="70" name="TextBox 7">
              <a:extLst>
                <a:ext uri="{FF2B5EF4-FFF2-40B4-BE49-F238E27FC236}">
                  <a16:creationId xmlns:a16="http://schemas.microsoft.com/office/drawing/2014/main" id="{003DDA91-35AE-49AE-87CB-682E880B011C}"/>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71" name="TextBox 8">
              <a:extLst>
                <a:ext uri="{FF2B5EF4-FFF2-40B4-BE49-F238E27FC236}">
                  <a16:creationId xmlns:a16="http://schemas.microsoft.com/office/drawing/2014/main" id="{7FEEA931-EB52-4DF9-97A5-F5E2D2D2D82B}"/>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75" name="矩形 74">
            <a:extLst>
              <a:ext uri="{FF2B5EF4-FFF2-40B4-BE49-F238E27FC236}">
                <a16:creationId xmlns:a16="http://schemas.microsoft.com/office/drawing/2014/main" id="{602C503E-8FFF-4253-B3AB-7C29B43D2BC7}"/>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56266382-31CC-4C8E-8193-B2FBD911F1E3}"/>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870951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p:cTn id="7" dur="1000" fill="hold"/>
                                        <p:tgtEl>
                                          <p:spTgt spid="91"/>
                                        </p:tgtEl>
                                        <p:attrNameLst>
                                          <p:attrName>ppt_w</p:attrName>
                                        </p:attrNameLst>
                                      </p:cBhvr>
                                      <p:tavLst>
                                        <p:tav tm="0">
                                          <p:val>
                                            <p:fltVal val="0"/>
                                          </p:val>
                                        </p:tav>
                                        <p:tav tm="100000">
                                          <p:val>
                                            <p:strVal val="#ppt_w"/>
                                          </p:val>
                                        </p:tav>
                                      </p:tavLst>
                                    </p:anim>
                                    <p:anim calcmode="lin" valueType="num">
                                      <p:cBhvr>
                                        <p:cTn id="8" dur="1000" fill="hold"/>
                                        <p:tgtEl>
                                          <p:spTgt spid="91"/>
                                        </p:tgtEl>
                                        <p:attrNameLst>
                                          <p:attrName>ppt_h</p:attrName>
                                        </p:attrNameLst>
                                      </p:cBhvr>
                                      <p:tavLst>
                                        <p:tav tm="0">
                                          <p:val>
                                            <p:fltVal val="0"/>
                                          </p:val>
                                        </p:tav>
                                        <p:tav tm="100000">
                                          <p:val>
                                            <p:strVal val="#ppt_h"/>
                                          </p:val>
                                        </p:tav>
                                      </p:tavLst>
                                    </p:anim>
                                    <p:anim calcmode="lin" valueType="num">
                                      <p:cBhvr>
                                        <p:cTn id="9" dur="1000" fill="hold"/>
                                        <p:tgtEl>
                                          <p:spTgt spid="91"/>
                                        </p:tgtEl>
                                        <p:attrNameLst>
                                          <p:attrName>style.rotation</p:attrName>
                                        </p:attrNameLst>
                                      </p:cBhvr>
                                      <p:tavLst>
                                        <p:tav tm="0">
                                          <p:val>
                                            <p:fltVal val="90"/>
                                          </p:val>
                                        </p:tav>
                                        <p:tav tm="100000">
                                          <p:val>
                                            <p:fltVal val="0"/>
                                          </p:val>
                                        </p:tav>
                                      </p:tavLst>
                                    </p:anim>
                                    <p:animEffect transition="in" filter="fade">
                                      <p:cBhvr>
                                        <p:cTn id="10" dur="1000"/>
                                        <p:tgtEl>
                                          <p:spTgt spid="91"/>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89"/>
                                        </p:tgtEl>
                                        <p:attrNameLst>
                                          <p:attrName>style.visibility</p:attrName>
                                        </p:attrNameLst>
                                      </p:cBhvr>
                                      <p:to>
                                        <p:strVal val="visible"/>
                                      </p:to>
                                    </p:set>
                                    <p:anim calcmode="lin" valueType="num">
                                      <p:cBhvr additive="base">
                                        <p:cTn id="14" dur="500" fill="hold"/>
                                        <p:tgtEl>
                                          <p:spTgt spid="89"/>
                                        </p:tgtEl>
                                        <p:attrNameLst>
                                          <p:attrName>ppt_x</p:attrName>
                                        </p:attrNameLst>
                                      </p:cBhvr>
                                      <p:tavLst>
                                        <p:tav tm="0">
                                          <p:val>
                                            <p:strVal val="0-#ppt_w/2"/>
                                          </p:val>
                                        </p:tav>
                                        <p:tav tm="100000">
                                          <p:val>
                                            <p:strVal val="#ppt_x"/>
                                          </p:val>
                                        </p:tav>
                                      </p:tavLst>
                                    </p:anim>
                                    <p:anim calcmode="lin" valueType="num">
                                      <p:cBhvr additive="base">
                                        <p:cTn id="15" dur="500" fill="hold"/>
                                        <p:tgtEl>
                                          <p:spTgt spid="89"/>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90"/>
                                        </p:tgtEl>
                                        <p:attrNameLst>
                                          <p:attrName>style.visibility</p:attrName>
                                        </p:attrNameLst>
                                      </p:cBhvr>
                                      <p:to>
                                        <p:strVal val="visible"/>
                                      </p:to>
                                    </p:set>
                                    <p:anim calcmode="lin" valueType="num">
                                      <p:cBhvr additive="base">
                                        <p:cTn id="18" dur="500" fill="hold"/>
                                        <p:tgtEl>
                                          <p:spTgt spid="90"/>
                                        </p:tgtEl>
                                        <p:attrNameLst>
                                          <p:attrName>ppt_x</p:attrName>
                                        </p:attrNameLst>
                                      </p:cBhvr>
                                      <p:tavLst>
                                        <p:tav tm="0">
                                          <p:val>
                                            <p:strVal val="0-#ppt_w/2"/>
                                          </p:val>
                                        </p:tav>
                                        <p:tav tm="100000">
                                          <p:val>
                                            <p:strVal val="#ppt_x"/>
                                          </p:val>
                                        </p:tav>
                                      </p:tavLst>
                                    </p:anim>
                                    <p:anim calcmode="lin" valueType="num">
                                      <p:cBhvr additive="base">
                                        <p:cTn id="19" dur="500" fill="hold"/>
                                        <p:tgtEl>
                                          <p:spTgt spid="90"/>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 calcmode="lin" valueType="num">
                                      <p:cBhvr additive="base">
                                        <p:cTn id="22" dur="500" fill="hold"/>
                                        <p:tgtEl>
                                          <p:spTgt spid="83"/>
                                        </p:tgtEl>
                                        <p:attrNameLst>
                                          <p:attrName>ppt_x</p:attrName>
                                        </p:attrNameLst>
                                      </p:cBhvr>
                                      <p:tavLst>
                                        <p:tav tm="0">
                                          <p:val>
                                            <p:strVal val="1+#ppt_w/2"/>
                                          </p:val>
                                        </p:tav>
                                        <p:tav tm="100000">
                                          <p:val>
                                            <p:strVal val="#ppt_x"/>
                                          </p:val>
                                        </p:tav>
                                      </p:tavLst>
                                    </p:anim>
                                    <p:anim calcmode="lin" valueType="num">
                                      <p:cBhvr additive="base">
                                        <p:cTn id="23" dur="500" fill="hold"/>
                                        <p:tgtEl>
                                          <p:spTgt spid="83"/>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88"/>
                                        </p:tgtEl>
                                        <p:attrNameLst>
                                          <p:attrName>style.visibility</p:attrName>
                                        </p:attrNameLst>
                                      </p:cBhvr>
                                      <p:to>
                                        <p:strVal val="visible"/>
                                      </p:to>
                                    </p:set>
                                    <p:anim calcmode="lin" valueType="num">
                                      <p:cBhvr additive="base">
                                        <p:cTn id="26" dur="500" fill="hold"/>
                                        <p:tgtEl>
                                          <p:spTgt spid="88"/>
                                        </p:tgtEl>
                                        <p:attrNameLst>
                                          <p:attrName>ppt_x</p:attrName>
                                        </p:attrNameLst>
                                      </p:cBhvr>
                                      <p:tavLst>
                                        <p:tav tm="0">
                                          <p:val>
                                            <p:strVal val="1+#ppt_w/2"/>
                                          </p:val>
                                        </p:tav>
                                        <p:tav tm="100000">
                                          <p:val>
                                            <p:strVal val="#ppt_x"/>
                                          </p:val>
                                        </p:tav>
                                      </p:tavLst>
                                    </p:anim>
                                    <p:anim calcmode="lin" valueType="num">
                                      <p:cBhvr additive="base">
                                        <p:cTn id="27" dur="500" fill="hold"/>
                                        <p:tgtEl>
                                          <p:spTgt spid="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8" grpId="0"/>
      <p:bldP spid="89" grpId="0"/>
      <p:bldP spid="9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6648" y="2381279"/>
            <a:ext cx="2798700" cy="2371185"/>
          </a:xfrm>
          <a:prstGeom prst="rect">
            <a:avLst/>
          </a:prstGeom>
        </p:spPr>
      </p:pic>
      <p:grpSp>
        <p:nvGrpSpPr>
          <p:cNvPr id="3" name="27c0fd1a-f671-402d-8da3-a1d48e8f671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233285" y="1707526"/>
            <a:ext cx="3725430" cy="3718692"/>
            <a:chOff x="4069038" y="1301559"/>
            <a:chExt cx="4131237" cy="4123766"/>
          </a:xfrm>
        </p:grpSpPr>
        <p:sp>
          <p:nvSpPr>
            <p:cNvPr id="4" name="îṧlïḓe"/>
            <p:cNvSpPr/>
            <p:nvPr/>
          </p:nvSpPr>
          <p:spPr>
            <a:xfrm rot="10800000">
              <a:off x="4069038" y="4145374"/>
              <a:ext cx="513837" cy="453890"/>
            </a:xfrm>
            <a:prstGeom prst="rect">
              <a:avLst/>
            </a:prstGeom>
            <a:solidFill>
              <a:srgbClr val="04EEE8"/>
            </a:solidFill>
            <a:ln w="12700" cap="flat">
              <a:noFill/>
              <a:miter lim="400000"/>
            </a:ln>
            <a:effectLst/>
          </p:spPr>
          <p:txBody>
            <a:bodyPr anchor="ctr"/>
            <a:lstStyle/>
            <a:p>
              <a:pPr algn="ctr"/>
              <a:endParaRPr dirty="0"/>
            </a:p>
          </p:txBody>
        </p:sp>
        <p:sp>
          <p:nvSpPr>
            <p:cNvPr id="5" name="is1iḍê"/>
            <p:cNvSpPr/>
            <p:nvPr/>
          </p:nvSpPr>
          <p:spPr>
            <a:xfrm rot="10800000">
              <a:off x="4835152" y="4678181"/>
              <a:ext cx="513837" cy="747144"/>
            </a:xfrm>
            <a:prstGeom prst="rect">
              <a:avLst/>
            </a:prstGeom>
            <a:solidFill>
              <a:srgbClr val="04EEE8"/>
            </a:solidFill>
            <a:ln w="12700" cap="flat">
              <a:noFill/>
              <a:miter lim="400000"/>
            </a:ln>
            <a:effectLst/>
          </p:spPr>
          <p:txBody>
            <a:bodyPr anchor="ctr"/>
            <a:lstStyle/>
            <a:p>
              <a:pPr algn="ctr"/>
              <a:endParaRPr/>
            </a:p>
          </p:txBody>
        </p:sp>
        <p:sp>
          <p:nvSpPr>
            <p:cNvPr id="7" name="ïṣļíḋe"/>
            <p:cNvSpPr/>
            <p:nvPr/>
          </p:nvSpPr>
          <p:spPr>
            <a:xfrm rot="10800000">
              <a:off x="4069038" y="4145374"/>
              <a:ext cx="1279951" cy="12799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21600" y="11600"/>
                  </a:lnTo>
                  <a:lnTo>
                    <a:pt x="10000" y="0"/>
                  </a:lnTo>
                  <a:lnTo>
                    <a:pt x="0" y="0"/>
                  </a:lnTo>
                  <a:close/>
                </a:path>
              </a:pathLst>
            </a:custGeom>
            <a:solidFill>
              <a:srgbClr val="04EEE8"/>
            </a:solidFill>
            <a:ln w="12700" cap="flat">
              <a:noFill/>
              <a:miter lim="400000"/>
            </a:ln>
            <a:effectLst/>
          </p:spPr>
          <p:txBody>
            <a:bodyPr anchor="ctr"/>
            <a:lstStyle/>
            <a:p>
              <a:pPr algn="ctr"/>
              <a:endParaRPr dirty="0"/>
            </a:p>
          </p:txBody>
        </p:sp>
        <p:sp>
          <p:nvSpPr>
            <p:cNvPr id="10" name="ïşḷíḓê"/>
            <p:cNvSpPr/>
            <p:nvPr/>
          </p:nvSpPr>
          <p:spPr>
            <a:xfrm rot="10800000" flipH="1">
              <a:off x="7686436" y="4145374"/>
              <a:ext cx="513837" cy="453890"/>
            </a:xfrm>
            <a:prstGeom prst="rect">
              <a:avLst/>
            </a:prstGeom>
            <a:solidFill>
              <a:srgbClr val="0F74E3"/>
            </a:solidFill>
            <a:ln w="12700" cap="flat">
              <a:noFill/>
              <a:miter lim="400000"/>
            </a:ln>
            <a:effectLst/>
          </p:spPr>
          <p:txBody>
            <a:bodyPr anchor="ctr"/>
            <a:lstStyle/>
            <a:p>
              <a:pPr algn="ctr"/>
              <a:endParaRPr dirty="0"/>
            </a:p>
          </p:txBody>
        </p:sp>
        <p:sp>
          <p:nvSpPr>
            <p:cNvPr id="11" name="íṥḷîḋè"/>
            <p:cNvSpPr/>
            <p:nvPr/>
          </p:nvSpPr>
          <p:spPr>
            <a:xfrm rot="10800000" flipH="1">
              <a:off x="6920322" y="4678181"/>
              <a:ext cx="513837" cy="747144"/>
            </a:xfrm>
            <a:prstGeom prst="rect">
              <a:avLst/>
            </a:prstGeom>
            <a:solidFill>
              <a:srgbClr val="0F74E3"/>
            </a:solidFill>
            <a:ln w="12700" cap="flat">
              <a:noFill/>
              <a:miter lim="400000"/>
            </a:ln>
            <a:effectLst/>
          </p:spPr>
          <p:txBody>
            <a:bodyPr anchor="ctr"/>
            <a:lstStyle/>
            <a:p>
              <a:pPr algn="ctr"/>
              <a:endParaRPr/>
            </a:p>
          </p:txBody>
        </p:sp>
        <p:sp>
          <p:nvSpPr>
            <p:cNvPr id="13" name="íṡļiḑè"/>
            <p:cNvSpPr/>
            <p:nvPr/>
          </p:nvSpPr>
          <p:spPr>
            <a:xfrm rot="10800000" flipH="1">
              <a:off x="6920322" y="4145374"/>
              <a:ext cx="1279951" cy="12799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21600" y="11600"/>
                  </a:lnTo>
                  <a:lnTo>
                    <a:pt x="10000" y="0"/>
                  </a:lnTo>
                  <a:lnTo>
                    <a:pt x="0" y="0"/>
                  </a:lnTo>
                  <a:close/>
                </a:path>
              </a:pathLst>
            </a:custGeom>
            <a:solidFill>
              <a:srgbClr val="0F74E3"/>
            </a:solidFill>
            <a:ln w="12700" cap="flat">
              <a:noFill/>
              <a:miter lim="400000"/>
            </a:ln>
            <a:effectLst/>
          </p:spPr>
          <p:txBody>
            <a:bodyPr anchor="ctr"/>
            <a:lstStyle/>
            <a:p>
              <a:pPr algn="ctr"/>
              <a:endParaRPr/>
            </a:p>
          </p:txBody>
        </p:sp>
        <p:sp>
          <p:nvSpPr>
            <p:cNvPr id="16" name="ïṩḷîďé"/>
            <p:cNvSpPr/>
            <p:nvPr/>
          </p:nvSpPr>
          <p:spPr>
            <a:xfrm>
              <a:off x="7686437" y="2127621"/>
              <a:ext cx="513837" cy="453890"/>
            </a:xfrm>
            <a:prstGeom prst="rect">
              <a:avLst/>
            </a:prstGeom>
            <a:solidFill>
              <a:srgbClr val="04EEE8"/>
            </a:solidFill>
            <a:ln w="12700" cap="flat">
              <a:noFill/>
              <a:miter lim="400000"/>
            </a:ln>
            <a:effectLst/>
          </p:spPr>
          <p:txBody>
            <a:bodyPr anchor="ctr"/>
            <a:lstStyle/>
            <a:p>
              <a:pPr algn="ctr"/>
              <a:endParaRPr dirty="0"/>
            </a:p>
          </p:txBody>
        </p:sp>
        <p:sp>
          <p:nvSpPr>
            <p:cNvPr id="17" name="íṧḻiḓê"/>
            <p:cNvSpPr/>
            <p:nvPr/>
          </p:nvSpPr>
          <p:spPr>
            <a:xfrm>
              <a:off x="6920323" y="1301560"/>
              <a:ext cx="513837" cy="747144"/>
            </a:xfrm>
            <a:prstGeom prst="rect">
              <a:avLst/>
            </a:prstGeom>
            <a:solidFill>
              <a:srgbClr val="04EEE8"/>
            </a:solidFill>
            <a:ln w="12700" cap="flat">
              <a:noFill/>
              <a:miter lim="400000"/>
            </a:ln>
            <a:effectLst/>
          </p:spPr>
          <p:txBody>
            <a:bodyPr anchor="ctr"/>
            <a:lstStyle/>
            <a:p>
              <a:pPr algn="ctr"/>
              <a:endParaRPr/>
            </a:p>
          </p:txBody>
        </p:sp>
        <p:sp>
          <p:nvSpPr>
            <p:cNvPr id="19" name="iŝľíḋe"/>
            <p:cNvSpPr/>
            <p:nvPr/>
          </p:nvSpPr>
          <p:spPr>
            <a:xfrm>
              <a:off x="6920323" y="1301560"/>
              <a:ext cx="1279952" cy="12799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21600" y="11600"/>
                  </a:lnTo>
                  <a:lnTo>
                    <a:pt x="10000" y="0"/>
                  </a:lnTo>
                  <a:lnTo>
                    <a:pt x="0" y="0"/>
                  </a:lnTo>
                  <a:close/>
                </a:path>
              </a:pathLst>
            </a:custGeom>
            <a:solidFill>
              <a:srgbClr val="04EEE8"/>
            </a:solidFill>
            <a:ln w="12700" cap="flat">
              <a:noFill/>
              <a:miter lim="400000"/>
            </a:ln>
            <a:effectLst/>
          </p:spPr>
          <p:txBody>
            <a:bodyPr anchor="ctr"/>
            <a:lstStyle/>
            <a:p>
              <a:pPr algn="ctr"/>
              <a:endParaRPr/>
            </a:p>
          </p:txBody>
        </p:sp>
        <p:sp>
          <p:nvSpPr>
            <p:cNvPr id="22" name="îṥľïďé"/>
            <p:cNvSpPr/>
            <p:nvPr/>
          </p:nvSpPr>
          <p:spPr>
            <a:xfrm flipH="1">
              <a:off x="4069038" y="2127620"/>
              <a:ext cx="513837" cy="453890"/>
            </a:xfrm>
            <a:prstGeom prst="rect">
              <a:avLst/>
            </a:prstGeom>
            <a:solidFill>
              <a:srgbClr val="0F74E3"/>
            </a:solidFill>
            <a:ln w="12700" cap="flat">
              <a:noFill/>
              <a:miter lim="400000"/>
            </a:ln>
            <a:effectLst/>
          </p:spPr>
          <p:txBody>
            <a:bodyPr anchor="ctr"/>
            <a:lstStyle/>
            <a:p>
              <a:pPr algn="ctr"/>
              <a:endParaRPr/>
            </a:p>
          </p:txBody>
        </p:sp>
        <p:sp>
          <p:nvSpPr>
            <p:cNvPr id="23" name="íSḻîďè"/>
            <p:cNvSpPr/>
            <p:nvPr/>
          </p:nvSpPr>
          <p:spPr>
            <a:xfrm flipH="1">
              <a:off x="4835152" y="1301559"/>
              <a:ext cx="513837" cy="747144"/>
            </a:xfrm>
            <a:prstGeom prst="rect">
              <a:avLst/>
            </a:prstGeom>
            <a:solidFill>
              <a:srgbClr val="0F74E3"/>
            </a:solidFill>
            <a:ln w="12700" cap="flat">
              <a:noFill/>
              <a:miter lim="400000"/>
            </a:ln>
            <a:effectLst/>
          </p:spPr>
          <p:txBody>
            <a:bodyPr anchor="ctr"/>
            <a:lstStyle/>
            <a:p>
              <a:pPr algn="ctr"/>
              <a:endParaRPr/>
            </a:p>
          </p:txBody>
        </p:sp>
        <p:sp>
          <p:nvSpPr>
            <p:cNvPr id="25" name="îṣlîḋê"/>
            <p:cNvSpPr/>
            <p:nvPr/>
          </p:nvSpPr>
          <p:spPr>
            <a:xfrm flipH="1">
              <a:off x="4069038" y="1301559"/>
              <a:ext cx="1279951" cy="127995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21600" y="11600"/>
                  </a:lnTo>
                  <a:lnTo>
                    <a:pt x="10000" y="0"/>
                  </a:lnTo>
                  <a:lnTo>
                    <a:pt x="0" y="0"/>
                  </a:lnTo>
                  <a:close/>
                </a:path>
              </a:pathLst>
            </a:custGeom>
            <a:solidFill>
              <a:srgbClr val="0F74E3"/>
            </a:solidFill>
            <a:ln w="12700" cap="flat">
              <a:noFill/>
              <a:miter lim="400000"/>
            </a:ln>
            <a:effectLst/>
          </p:spPr>
          <p:txBody>
            <a:bodyPr anchor="ctr"/>
            <a:lstStyle/>
            <a:p>
              <a:pPr algn="ctr"/>
              <a:endParaRPr dirty="0"/>
            </a:p>
          </p:txBody>
        </p:sp>
      </p:grpSp>
      <p:sp>
        <p:nvSpPr>
          <p:cNvPr id="33" name="TextBox 19">
            <a:extLst>
              <a:ext uri="{FF2B5EF4-FFF2-40B4-BE49-F238E27FC236}">
                <a16:creationId xmlns:a16="http://schemas.microsoft.com/office/drawing/2014/main" id="{72AB0E99-7EC5-4DEA-84C1-D738873AEC3A}"/>
              </a:ext>
            </a:extLst>
          </p:cNvPr>
          <p:cNvSpPr txBox="1"/>
          <p:nvPr/>
        </p:nvSpPr>
        <p:spPr>
          <a:xfrm>
            <a:off x="8052268" y="1709934"/>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34" name="文本框 33">
            <a:extLst>
              <a:ext uri="{FF2B5EF4-FFF2-40B4-BE49-F238E27FC236}">
                <a16:creationId xmlns:a16="http://schemas.microsoft.com/office/drawing/2014/main" id="{A05D9E6E-0A5F-478C-B3FB-98F35EEBAC21}"/>
              </a:ext>
            </a:extLst>
          </p:cNvPr>
          <p:cNvSpPr txBox="1"/>
          <p:nvPr/>
        </p:nvSpPr>
        <p:spPr>
          <a:xfrm>
            <a:off x="8052269" y="2121603"/>
            <a:ext cx="3205012" cy="830997"/>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sp>
        <p:nvSpPr>
          <p:cNvPr id="35" name="TextBox 19">
            <a:extLst>
              <a:ext uri="{FF2B5EF4-FFF2-40B4-BE49-F238E27FC236}">
                <a16:creationId xmlns:a16="http://schemas.microsoft.com/office/drawing/2014/main" id="{685946B2-3704-4658-B4E7-6C52FDA29284}"/>
              </a:ext>
            </a:extLst>
          </p:cNvPr>
          <p:cNvSpPr txBox="1"/>
          <p:nvPr/>
        </p:nvSpPr>
        <p:spPr>
          <a:xfrm>
            <a:off x="8052268" y="4109861"/>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mn-ea"/>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36" name="文本框 35">
            <a:extLst>
              <a:ext uri="{FF2B5EF4-FFF2-40B4-BE49-F238E27FC236}">
                <a16:creationId xmlns:a16="http://schemas.microsoft.com/office/drawing/2014/main" id="{D23BE148-20FB-4BA2-B074-8CA8979D20CD}"/>
              </a:ext>
            </a:extLst>
          </p:cNvPr>
          <p:cNvSpPr txBox="1"/>
          <p:nvPr/>
        </p:nvSpPr>
        <p:spPr>
          <a:xfrm>
            <a:off x="8052269" y="4521530"/>
            <a:ext cx="3205012" cy="830997"/>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mn-ea"/>
                <a:sym typeface="+mn-lt"/>
              </a:rPr>
              <a:t>您的内容打在这里，或者通过复制您的文本后，在此框中选择粘贴，并选择只保留文字。</a:t>
            </a:r>
          </a:p>
        </p:txBody>
      </p:sp>
      <p:sp>
        <p:nvSpPr>
          <p:cNvPr id="37" name="TextBox 19">
            <a:extLst>
              <a:ext uri="{FF2B5EF4-FFF2-40B4-BE49-F238E27FC236}">
                <a16:creationId xmlns:a16="http://schemas.microsoft.com/office/drawing/2014/main" id="{DFFCC23F-9CD5-4454-8EC9-2D1351B4F277}"/>
              </a:ext>
            </a:extLst>
          </p:cNvPr>
          <p:cNvSpPr txBox="1"/>
          <p:nvPr/>
        </p:nvSpPr>
        <p:spPr>
          <a:xfrm>
            <a:off x="1661370" y="1709934"/>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r"/>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38" name="文本框 37">
            <a:extLst>
              <a:ext uri="{FF2B5EF4-FFF2-40B4-BE49-F238E27FC236}">
                <a16:creationId xmlns:a16="http://schemas.microsoft.com/office/drawing/2014/main" id="{44D44360-7575-4157-9270-597C7608D605}"/>
              </a:ext>
            </a:extLst>
          </p:cNvPr>
          <p:cNvSpPr txBox="1"/>
          <p:nvPr/>
        </p:nvSpPr>
        <p:spPr>
          <a:xfrm>
            <a:off x="900791" y="2121603"/>
            <a:ext cx="3205012" cy="830997"/>
          </a:xfrm>
          <a:prstGeom prst="rect">
            <a:avLst/>
          </a:prstGeom>
          <a:noFill/>
        </p:spPr>
        <p:txBody>
          <a:bodyPr wrap="square" rtlCol="0">
            <a:spAutoFit/>
            <a:scene3d>
              <a:camera prst="orthographicFront"/>
              <a:lightRig rig="threePt" dir="t"/>
            </a:scene3d>
            <a:sp3d contourW="12700"/>
          </a:bodyPr>
          <a:lstStyle/>
          <a:p>
            <a:pPr algn="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sp>
        <p:nvSpPr>
          <p:cNvPr id="39" name="TextBox 19">
            <a:extLst>
              <a:ext uri="{FF2B5EF4-FFF2-40B4-BE49-F238E27FC236}">
                <a16:creationId xmlns:a16="http://schemas.microsoft.com/office/drawing/2014/main" id="{F5DD5C30-FA59-4B63-8142-11447DE53501}"/>
              </a:ext>
            </a:extLst>
          </p:cNvPr>
          <p:cNvSpPr txBox="1"/>
          <p:nvPr/>
        </p:nvSpPr>
        <p:spPr>
          <a:xfrm>
            <a:off x="1661370" y="4109861"/>
            <a:ext cx="244443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r"/>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40" name="文本框 39">
            <a:extLst>
              <a:ext uri="{FF2B5EF4-FFF2-40B4-BE49-F238E27FC236}">
                <a16:creationId xmlns:a16="http://schemas.microsoft.com/office/drawing/2014/main" id="{492FCD72-8550-4EE8-B802-F986129A91B8}"/>
              </a:ext>
            </a:extLst>
          </p:cNvPr>
          <p:cNvSpPr txBox="1"/>
          <p:nvPr/>
        </p:nvSpPr>
        <p:spPr>
          <a:xfrm>
            <a:off x="900791" y="4521530"/>
            <a:ext cx="3205012" cy="830997"/>
          </a:xfrm>
          <a:prstGeom prst="rect">
            <a:avLst/>
          </a:prstGeom>
          <a:noFill/>
        </p:spPr>
        <p:txBody>
          <a:bodyPr wrap="square" rtlCol="0">
            <a:spAutoFit/>
            <a:scene3d>
              <a:camera prst="orthographicFront"/>
              <a:lightRig rig="threePt" dir="t"/>
            </a:scene3d>
            <a:sp3d contourW="12700"/>
          </a:bodyPr>
          <a:lstStyle/>
          <a:p>
            <a:pPr algn="r">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grpSp>
        <p:nvGrpSpPr>
          <p:cNvPr id="49" name="组合 48">
            <a:extLst>
              <a:ext uri="{FF2B5EF4-FFF2-40B4-BE49-F238E27FC236}">
                <a16:creationId xmlns:a16="http://schemas.microsoft.com/office/drawing/2014/main" id="{7BF8CFA2-1E0C-40A2-94BD-3DA6208D271D}"/>
              </a:ext>
            </a:extLst>
          </p:cNvPr>
          <p:cNvGrpSpPr/>
          <p:nvPr/>
        </p:nvGrpSpPr>
        <p:grpSpPr>
          <a:xfrm>
            <a:off x="444056" y="246729"/>
            <a:ext cx="1415772" cy="433147"/>
            <a:chOff x="444056" y="262399"/>
            <a:chExt cx="1415772" cy="433147"/>
          </a:xfrm>
        </p:grpSpPr>
        <p:sp>
          <p:nvSpPr>
            <p:cNvPr id="50" name="TextBox 7">
              <a:extLst>
                <a:ext uri="{FF2B5EF4-FFF2-40B4-BE49-F238E27FC236}">
                  <a16:creationId xmlns:a16="http://schemas.microsoft.com/office/drawing/2014/main" id="{B7018204-A45C-418C-9CF6-DE2D6465F55F}"/>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63" name="TextBox 8">
              <a:extLst>
                <a:ext uri="{FF2B5EF4-FFF2-40B4-BE49-F238E27FC236}">
                  <a16:creationId xmlns:a16="http://schemas.microsoft.com/office/drawing/2014/main" id="{713460A7-888F-4CBB-81E1-73813BF05B5F}"/>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64" name="矩形 63">
            <a:extLst>
              <a:ext uri="{FF2B5EF4-FFF2-40B4-BE49-F238E27FC236}">
                <a16:creationId xmlns:a16="http://schemas.microsoft.com/office/drawing/2014/main" id="{272E2349-9C6C-41E2-B9C2-766F8B5BB315}"/>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E527DE1A-07A5-4EAB-950C-BCB9136F5591}"/>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3492866"/>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par>
                          <p:cTn id="11" fill="hold">
                            <p:stCondLst>
                              <p:cond delay="1000"/>
                            </p:stCondLst>
                            <p:childTnLst>
                              <p:par>
                                <p:cTn id="12" presetID="12" presetClass="entr" presetSubtype="2" fill="hold" grpId="0" nodeType="after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additive="base">
                                        <p:cTn id="14" dur="750"/>
                                        <p:tgtEl>
                                          <p:spTgt spid="37"/>
                                        </p:tgtEl>
                                        <p:attrNameLst>
                                          <p:attrName>ppt_x</p:attrName>
                                        </p:attrNameLst>
                                      </p:cBhvr>
                                      <p:tavLst>
                                        <p:tav tm="0">
                                          <p:val>
                                            <p:strVal val="#ppt_x+#ppt_w*1.125000"/>
                                          </p:val>
                                        </p:tav>
                                        <p:tav tm="100000">
                                          <p:val>
                                            <p:strVal val="#ppt_x"/>
                                          </p:val>
                                        </p:tav>
                                      </p:tavLst>
                                    </p:anim>
                                    <p:animEffect transition="in" filter="wipe(left)">
                                      <p:cBhvr>
                                        <p:cTn id="15" dur="750"/>
                                        <p:tgtEl>
                                          <p:spTgt spid="37"/>
                                        </p:tgtEl>
                                      </p:cBhvr>
                                    </p:animEffect>
                                  </p:childTnLst>
                                </p:cTn>
                              </p:par>
                              <p:par>
                                <p:cTn id="16" presetID="12" presetClass="entr" presetSubtype="2"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750"/>
                                        <p:tgtEl>
                                          <p:spTgt spid="38"/>
                                        </p:tgtEl>
                                        <p:attrNameLst>
                                          <p:attrName>ppt_x</p:attrName>
                                        </p:attrNameLst>
                                      </p:cBhvr>
                                      <p:tavLst>
                                        <p:tav tm="0">
                                          <p:val>
                                            <p:strVal val="#ppt_x+#ppt_w*1.125000"/>
                                          </p:val>
                                        </p:tav>
                                        <p:tav tm="100000">
                                          <p:val>
                                            <p:strVal val="#ppt_x"/>
                                          </p:val>
                                        </p:tav>
                                      </p:tavLst>
                                    </p:anim>
                                    <p:animEffect transition="in" filter="wipe(left)">
                                      <p:cBhvr>
                                        <p:cTn id="19" dur="750"/>
                                        <p:tgtEl>
                                          <p:spTgt spid="38"/>
                                        </p:tgtEl>
                                      </p:cBhvr>
                                    </p:animEffect>
                                  </p:childTnLst>
                                </p:cTn>
                              </p:par>
                              <p:par>
                                <p:cTn id="20" presetID="12" presetClass="entr" presetSubtype="2"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750"/>
                                        <p:tgtEl>
                                          <p:spTgt spid="39"/>
                                        </p:tgtEl>
                                        <p:attrNameLst>
                                          <p:attrName>ppt_x</p:attrName>
                                        </p:attrNameLst>
                                      </p:cBhvr>
                                      <p:tavLst>
                                        <p:tav tm="0">
                                          <p:val>
                                            <p:strVal val="#ppt_x+#ppt_w*1.125000"/>
                                          </p:val>
                                        </p:tav>
                                        <p:tav tm="100000">
                                          <p:val>
                                            <p:strVal val="#ppt_x"/>
                                          </p:val>
                                        </p:tav>
                                      </p:tavLst>
                                    </p:anim>
                                    <p:animEffect transition="in" filter="wipe(left)">
                                      <p:cBhvr>
                                        <p:cTn id="23" dur="750"/>
                                        <p:tgtEl>
                                          <p:spTgt spid="39"/>
                                        </p:tgtEl>
                                      </p:cBhvr>
                                    </p:animEffect>
                                  </p:childTnLst>
                                </p:cTn>
                              </p:par>
                              <p:par>
                                <p:cTn id="24" presetID="12" presetClass="entr" presetSubtype="2"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 calcmode="lin" valueType="num">
                                      <p:cBhvr additive="base">
                                        <p:cTn id="26" dur="750"/>
                                        <p:tgtEl>
                                          <p:spTgt spid="40"/>
                                        </p:tgtEl>
                                        <p:attrNameLst>
                                          <p:attrName>ppt_x</p:attrName>
                                        </p:attrNameLst>
                                      </p:cBhvr>
                                      <p:tavLst>
                                        <p:tav tm="0">
                                          <p:val>
                                            <p:strVal val="#ppt_x+#ppt_w*1.125000"/>
                                          </p:val>
                                        </p:tav>
                                        <p:tav tm="100000">
                                          <p:val>
                                            <p:strVal val="#ppt_x"/>
                                          </p:val>
                                        </p:tav>
                                      </p:tavLst>
                                    </p:anim>
                                    <p:animEffect transition="in" filter="wipe(left)">
                                      <p:cBhvr>
                                        <p:cTn id="27" dur="750"/>
                                        <p:tgtEl>
                                          <p:spTgt spid="40"/>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additive="base">
                                        <p:cTn id="30" dur="750"/>
                                        <p:tgtEl>
                                          <p:spTgt spid="33"/>
                                        </p:tgtEl>
                                        <p:attrNameLst>
                                          <p:attrName>ppt_x</p:attrName>
                                        </p:attrNameLst>
                                      </p:cBhvr>
                                      <p:tavLst>
                                        <p:tav tm="0">
                                          <p:val>
                                            <p:strVal val="#ppt_x-#ppt_w*1.125000"/>
                                          </p:val>
                                        </p:tav>
                                        <p:tav tm="100000">
                                          <p:val>
                                            <p:strVal val="#ppt_x"/>
                                          </p:val>
                                        </p:tav>
                                      </p:tavLst>
                                    </p:anim>
                                    <p:animEffect transition="in" filter="wipe(right)">
                                      <p:cBhvr>
                                        <p:cTn id="31" dur="750"/>
                                        <p:tgtEl>
                                          <p:spTgt spid="33"/>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 calcmode="lin" valueType="num">
                                      <p:cBhvr additive="base">
                                        <p:cTn id="34" dur="750"/>
                                        <p:tgtEl>
                                          <p:spTgt spid="34"/>
                                        </p:tgtEl>
                                        <p:attrNameLst>
                                          <p:attrName>ppt_x</p:attrName>
                                        </p:attrNameLst>
                                      </p:cBhvr>
                                      <p:tavLst>
                                        <p:tav tm="0">
                                          <p:val>
                                            <p:strVal val="#ppt_x-#ppt_w*1.125000"/>
                                          </p:val>
                                        </p:tav>
                                        <p:tav tm="100000">
                                          <p:val>
                                            <p:strVal val="#ppt_x"/>
                                          </p:val>
                                        </p:tav>
                                      </p:tavLst>
                                    </p:anim>
                                    <p:animEffect transition="in" filter="wipe(right)">
                                      <p:cBhvr>
                                        <p:cTn id="35" dur="750"/>
                                        <p:tgtEl>
                                          <p:spTgt spid="34"/>
                                        </p:tgtEl>
                                      </p:cBhvr>
                                    </p:animEffect>
                                  </p:childTnLst>
                                </p:cTn>
                              </p:par>
                              <p:par>
                                <p:cTn id="36" presetID="12" presetClass="entr" presetSubtype="8"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additive="base">
                                        <p:cTn id="38" dur="750"/>
                                        <p:tgtEl>
                                          <p:spTgt spid="35"/>
                                        </p:tgtEl>
                                        <p:attrNameLst>
                                          <p:attrName>ppt_x</p:attrName>
                                        </p:attrNameLst>
                                      </p:cBhvr>
                                      <p:tavLst>
                                        <p:tav tm="0">
                                          <p:val>
                                            <p:strVal val="#ppt_x-#ppt_w*1.125000"/>
                                          </p:val>
                                        </p:tav>
                                        <p:tav tm="100000">
                                          <p:val>
                                            <p:strVal val="#ppt_x"/>
                                          </p:val>
                                        </p:tav>
                                      </p:tavLst>
                                    </p:anim>
                                    <p:animEffect transition="in" filter="wipe(right)">
                                      <p:cBhvr>
                                        <p:cTn id="39" dur="750"/>
                                        <p:tgtEl>
                                          <p:spTgt spid="35"/>
                                        </p:tgtEl>
                                      </p:cBhvr>
                                    </p:animEffect>
                                  </p:childTnLst>
                                </p:cTn>
                              </p:par>
                              <p:par>
                                <p:cTn id="40" presetID="12" presetClass="entr" presetSubtype="8"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 calcmode="lin" valueType="num">
                                      <p:cBhvr additive="base">
                                        <p:cTn id="42" dur="750"/>
                                        <p:tgtEl>
                                          <p:spTgt spid="36"/>
                                        </p:tgtEl>
                                        <p:attrNameLst>
                                          <p:attrName>ppt_x</p:attrName>
                                        </p:attrNameLst>
                                      </p:cBhvr>
                                      <p:tavLst>
                                        <p:tav tm="0">
                                          <p:val>
                                            <p:strVal val="#ppt_x-#ppt_w*1.125000"/>
                                          </p:val>
                                        </p:tav>
                                        <p:tav tm="100000">
                                          <p:val>
                                            <p:strVal val="#ppt_x"/>
                                          </p:val>
                                        </p:tav>
                                      </p:tavLst>
                                    </p:anim>
                                    <p:animEffect transition="in" filter="wipe(right)">
                                      <p:cBhvr>
                                        <p:cTn id="43" dur="7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p:bldP spid="39" grpId="0"/>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4">
            <a:extLst>
              <a:ext uri="{FF2B5EF4-FFF2-40B4-BE49-F238E27FC236}">
                <a16:creationId xmlns:a16="http://schemas.microsoft.com/office/drawing/2014/main" id="{64E7C9B5-1DE1-48E7-902D-88F8913AC6BD}"/>
              </a:ext>
            </a:extLst>
          </p:cNvPr>
          <p:cNvSpPr txBox="1"/>
          <p:nvPr/>
        </p:nvSpPr>
        <p:spPr>
          <a:xfrm>
            <a:off x="1445506" y="1703544"/>
            <a:ext cx="493618" cy="410561"/>
          </a:xfrm>
          <a:prstGeom prst="rect">
            <a:avLst/>
          </a:prstGeom>
          <a:noFill/>
        </p:spPr>
        <p:txBody>
          <a:bodyPr wrap="none" lIns="117208" tIns="58604" rIns="117208" bIns="58604">
            <a:prstTxWarp prst="textPlain">
              <a:avLst/>
            </a:prstTxWarp>
            <a:normAutofit fontScale="47500" lnSpcReduction="20000"/>
          </a:bodyPr>
          <a:lstStyle/>
          <a:p>
            <a:endParaRPr lang="en-US" sz="4800" dirty="0">
              <a:solidFill>
                <a:schemeClr val="bg1">
                  <a:lumMod val="65000"/>
                </a:schemeClr>
              </a:solidFill>
              <a:latin typeface="Arial" panose="020B0604020202020204" pitchFamily="34" charset="0"/>
              <a:cs typeface="Arial" panose="020B0604020202020204" pitchFamily="34" charset="0"/>
              <a:sym typeface="+mn-lt"/>
            </a:endParaRPr>
          </a:p>
        </p:txBody>
      </p:sp>
      <p:grpSp>
        <p:nvGrpSpPr>
          <p:cNvPr id="44" name="组合 43"/>
          <p:cNvGrpSpPr/>
          <p:nvPr/>
        </p:nvGrpSpPr>
        <p:grpSpPr>
          <a:xfrm>
            <a:off x="1939124" y="1603074"/>
            <a:ext cx="8860601" cy="1164626"/>
            <a:chOff x="874712" y="3171443"/>
            <a:chExt cx="8860601" cy="1164626"/>
          </a:xfrm>
        </p:grpSpPr>
        <p:sp>
          <p:nvSpPr>
            <p:cNvPr id="45" name="矩形 44">
              <a:extLst>
                <a:ext uri="{FF2B5EF4-FFF2-40B4-BE49-F238E27FC236}">
                  <a16:creationId xmlns:a16="http://schemas.microsoft.com/office/drawing/2014/main" id="{E3EB1709-6D20-4440-8800-976CC5E9712E}"/>
                </a:ext>
              </a:extLst>
            </p:cNvPr>
            <p:cNvSpPr/>
            <p:nvPr/>
          </p:nvSpPr>
          <p:spPr>
            <a:xfrm>
              <a:off x="874712" y="3677812"/>
              <a:ext cx="8860601" cy="65825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用户可以在投影仪或者计算机上进行演示也可以将演示文稿打印出来制作成胶片以便应用到更广泛的领域中用户可以在投影仪或者计算机上进行演示也可以将演示文稿打印出来制作成胶片以便</a:t>
              </a:r>
            </a:p>
          </p:txBody>
        </p:sp>
        <p:sp>
          <p:nvSpPr>
            <p:cNvPr id="46" name="矩形 45">
              <a:extLst>
                <a:ext uri="{FF2B5EF4-FFF2-40B4-BE49-F238E27FC236}">
                  <a16:creationId xmlns:a16="http://schemas.microsoft.com/office/drawing/2014/main" id="{CBCE2F27-1948-4AAF-B7D2-B7B4F23C2784}"/>
                </a:ext>
              </a:extLst>
            </p:cNvPr>
            <p:cNvSpPr/>
            <p:nvPr/>
          </p:nvSpPr>
          <p:spPr>
            <a:xfrm>
              <a:off x="874713" y="3171443"/>
              <a:ext cx="2241974"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51" name="组合 50"/>
          <p:cNvGrpSpPr/>
          <p:nvPr/>
        </p:nvGrpSpPr>
        <p:grpSpPr>
          <a:xfrm>
            <a:off x="1012651" y="3338997"/>
            <a:ext cx="10279237" cy="2160240"/>
            <a:chOff x="1012651" y="3338997"/>
            <a:chExt cx="10279237" cy="2160240"/>
          </a:xfrm>
        </p:grpSpPr>
        <p:sp>
          <p:nvSpPr>
            <p:cNvPr id="4" name="任意多边形: 形状 9">
              <a:extLst>
                <a:ext uri="{FF2B5EF4-FFF2-40B4-BE49-F238E27FC236}">
                  <a16:creationId xmlns:a16="http://schemas.microsoft.com/office/drawing/2014/main" id="{222585F1-53C3-4142-B55F-69118B6B4952}"/>
                </a:ext>
              </a:extLst>
            </p:cNvPr>
            <p:cNvSpPr/>
            <p:nvPr/>
          </p:nvSpPr>
          <p:spPr>
            <a:xfrm>
              <a:off x="5859506" y="3726141"/>
              <a:ext cx="504056" cy="1385955"/>
            </a:xfrm>
            <a:custGeom>
              <a:avLst/>
              <a:gdLst>
                <a:gd name="connsiteX0" fmla="*/ 252028 w 504056"/>
                <a:gd name="connsiteY0" fmla="*/ 0 h 1385955"/>
                <a:gd name="connsiteX1" fmla="*/ 257409 w 504056"/>
                <a:gd name="connsiteY1" fmla="*/ 5920 h 1385955"/>
                <a:gd name="connsiteX2" fmla="*/ 504056 w 504056"/>
                <a:gd name="connsiteY2" fmla="*/ 692977 h 1385955"/>
                <a:gd name="connsiteX3" fmla="*/ 257409 w 504056"/>
                <a:gd name="connsiteY3" fmla="*/ 1380034 h 1385955"/>
                <a:gd name="connsiteX4" fmla="*/ 252028 w 504056"/>
                <a:gd name="connsiteY4" fmla="*/ 1385955 h 1385955"/>
                <a:gd name="connsiteX5" fmla="*/ 246647 w 504056"/>
                <a:gd name="connsiteY5" fmla="*/ 1380034 h 1385955"/>
                <a:gd name="connsiteX6" fmla="*/ 0 w 504056"/>
                <a:gd name="connsiteY6" fmla="*/ 692977 h 1385955"/>
                <a:gd name="connsiteX7" fmla="*/ 246647 w 504056"/>
                <a:gd name="connsiteY7" fmla="*/ 5920 h 1385955"/>
                <a:gd name="connsiteX8" fmla="*/ 252028 w 504056"/>
                <a:gd name="connsiteY8" fmla="*/ 0 h 138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056" h="1385955">
                  <a:moveTo>
                    <a:pt x="252028" y="0"/>
                  </a:moveTo>
                  <a:lnTo>
                    <a:pt x="257409" y="5920"/>
                  </a:lnTo>
                  <a:cubicBezTo>
                    <a:pt x="411495" y="192629"/>
                    <a:pt x="504056" y="431994"/>
                    <a:pt x="504056" y="692977"/>
                  </a:cubicBezTo>
                  <a:cubicBezTo>
                    <a:pt x="504056" y="953961"/>
                    <a:pt x="411495" y="1193326"/>
                    <a:pt x="257409" y="1380034"/>
                  </a:cubicBezTo>
                  <a:lnTo>
                    <a:pt x="252028" y="1385955"/>
                  </a:lnTo>
                  <a:lnTo>
                    <a:pt x="246647" y="1380034"/>
                  </a:lnTo>
                  <a:cubicBezTo>
                    <a:pt x="92562" y="1193326"/>
                    <a:pt x="0" y="953961"/>
                    <a:pt x="0" y="692977"/>
                  </a:cubicBezTo>
                  <a:cubicBezTo>
                    <a:pt x="0" y="431994"/>
                    <a:pt x="92562" y="192629"/>
                    <a:pt x="246647" y="5920"/>
                  </a:cubicBezTo>
                  <a:lnTo>
                    <a:pt x="252028" y="0"/>
                  </a:lnTo>
                  <a:close/>
                </a:path>
              </a:pathLst>
            </a:custGeom>
            <a:solidFill>
              <a:srgbClr val="0F74E3">
                <a:alpha val="4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chemeClr val="tx1"/>
                </a:solidFill>
                <a:cs typeface="+mn-ea"/>
                <a:sym typeface="+mn-lt"/>
              </a:endParaRPr>
            </a:p>
          </p:txBody>
        </p:sp>
        <p:sp>
          <p:nvSpPr>
            <p:cNvPr id="5" name="任意多边形: 形状 8">
              <a:extLst>
                <a:ext uri="{FF2B5EF4-FFF2-40B4-BE49-F238E27FC236}">
                  <a16:creationId xmlns:a16="http://schemas.microsoft.com/office/drawing/2014/main" id="{278DA3A4-D869-4B60-AF32-1658FB98AB0F}"/>
                </a:ext>
              </a:extLst>
            </p:cNvPr>
            <p:cNvSpPr/>
            <p:nvPr/>
          </p:nvSpPr>
          <p:spPr>
            <a:xfrm>
              <a:off x="4059306" y="3338997"/>
              <a:ext cx="1908212" cy="2160240"/>
            </a:xfrm>
            <a:custGeom>
              <a:avLst/>
              <a:gdLst>
                <a:gd name="connsiteX0" fmla="*/ 1080120 w 1908212"/>
                <a:gd name="connsiteY0" fmla="*/ 0 h 2160240"/>
                <a:gd name="connsiteX1" fmla="*/ 1843880 w 1908212"/>
                <a:gd name="connsiteY1" fmla="*/ 316360 h 2160240"/>
                <a:gd name="connsiteX2" fmla="*/ 1908212 w 1908212"/>
                <a:gd name="connsiteY2" fmla="*/ 387143 h 2160240"/>
                <a:gd name="connsiteX3" fmla="*/ 1902831 w 1908212"/>
                <a:gd name="connsiteY3" fmla="*/ 393063 h 2160240"/>
                <a:gd name="connsiteX4" fmla="*/ 1656184 w 1908212"/>
                <a:gd name="connsiteY4" fmla="*/ 1080120 h 2160240"/>
                <a:gd name="connsiteX5" fmla="*/ 1902831 w 1908212"/>
                <a:gd name="connsiteY5" fmla="*/ 1767177 h 2160240"/>
                <a:gd name="connsiteX6" fmla="*/ 1908212 w 1908212"/>
                <a:gd name="connsiteY6" fmla="*/ 1773098 h 2160240"/>
                <a:gd name="connsiteX7" fmla="*/ 1843880 w 1908212"/>
                <a:gd name="connsiteY7" fmla="*/ 1843880 h 2160240"/>
                <a:gd name="connsiteX8" fmla="*/ 1080120 w 1908212"/>
                <a:gd name="connsiteY8" fmla="*/ 2160240 h 2160240"/>
                <a:gd name="connsiteX9" fmla="*/ 0 w 1908212"/>
                <a:gd name="connsiteY9" fmla="*/ 1080120 h 2160240"/>
                <a:gd name="connsiteX10" fmla="*/ 1080120 w 1908212"/>
                <a:gd name="connsiteY10"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8212" h="2160240">
                  <a:moveTo>
                    <a:pt x="1080120" y="0"/>
                  </a:moveTo>
                  <a:cubicBezTo>
                    <a:pt x="1378387" y="0"/>
                    <a:pt x="1648417" y="120897"/>
                    <a:pt x="1843880" y="316360"/>
                  </a:cubicBezTo>
                  <a:lnTo>
                    <a:pt x="1908212" y="387143"/>
                  </a:lnTo>
                  <a:lnTo>
                    <a:pt x="1902831" y="393063"/>
                  </a:lnTo>
                  <a:cubicBezTo>
                    <a:pt x="1748746" y="579772"/>
                    <a:pt x="1656184" y="819137"/>
                    <a:pt x="1656184" y="1080120"/>
                  </a:cubicBezTo>
                  <a:cubicBezTo>
                    <a:pt x="1656184" y="1341104"/>
                    <a:pt x="1748746" y="1580469"/>
                    <a:pt x="1902831" y="1767177"/>
                  </a:cubicBezTo>
                  <a:lnTo>
                    <a:pt x="1908212" y="1773098"/>
                  </a:lnTo>
                  <a:lnTo>
                    <a:pt x="1843880" y="1843880"/>
                  </a:lnTo>
                  <a:cubicBezTo>
                    <a:pt x="1648417" y="2039344"/>
                    <a:pt x="1378387" y="2160240"/>
                    <a:pt x="1080120" y="2160240"/>
                  </a:cubicBezTo>
                  <a:cubicBezTo>
                    <a:pt x="483586" y="2160240"/>
                    <a:pt x="0" y="1676654"/>
                    <a:pt x="0" y="1080120"/>
                  </a:cubicBezTo>
                  <a:cubicBezTo>
                    <a:pt x="0" y="483586"/>
                    <a:pt x="483586" y="0"/>
                    <a:pt x="1080120" y="0"/>
                  </a:cubicBezTo>
                  <a:close/>
                </a:path>
              </a:pathLst>
            </a:cu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endParaRPr lang="zh-CN" altLang="en-US" dirty="0">
                <a:solidFill>
                  <a:schemeClr val="tx1"/>
                </a:solidFill>
                <a:cs typeface="+mn-ea"/>
                <a:sym typeface="+mn-lt"/>
              </a:endParaRPr>
            </a:p>
          </p:txBody>
        </p:sp>
        <p:sp>
          <p:nvSpPr>
            <p:cNvPr id="6" name="任意多边形: 形状 7">
              <a:extLst>
                <a:ext uri="{FF2B5EF4-FFF2-40B4-BE49-F238E27FC236}">
                  <a16:creationId xmlns:a16="http://schemas.microsoft.com/office/drawing/2014/main" id="{82C90B55-36AE-4255-886B-95F12646DFD9}"/>
                </a:ext>
              </a:extLst>
            </p:cNvPr>
            <p:cNvSpPr/>
            <p:nvPr/>
          </p:nvSpPr>
          <p:spPr>
            <a:xfrm>
              <a:off x="6255550" y="3338997"/>
              <a:ext cx="1908212" cy="2160240"/>
            </a:xfrm>
            <a:custGeom>
              <a:avLst/>
              <a:gdLst>
                <a:gd name="connsiteX0" fmla="*/ 828092 w 1908212"/>
                <a:gd name="connsiteY0" fmla="*/ 0 h 2160240"/>
                <a:gd name="connsiteX1" fmla="*/ 1908212 w 1908212"/>
                <a:gd name="connsiteY1" fmla="*/ 1080120 h 2160240"/>
                <a:gd name="connsiteX2" fmla="*/ 828092 w 1908212"/>
                <a:gd name="connsiteY2" fmla="*/ 2160240 h 2160240"/>
                <a:gd name="connsiteX3" fmla="*/ 64332 w 1908212"/>
                <a:gd name="connsiteY3" fmla="*/ 1843880 h 2160240"/>
                <a:gd name="connsiteX4" fmla="*/ 0 w 1908212"/>
                <a:gd name="connsiteY4" fmla="*/ 1773098 h 2160240"/>
                <a:gd name="connsiteX5" fmla="*/ 5381 w 1908212"/>
                <a:gd name="connsiteY5" fmla="*/ 1767177 h 2160240"/>
                <a:gd name="connsiteX6" fmla="*/ 252028 w 1908212"/>
                <a:gd name="connsiteY6" fmla="*/ 1080120 h 2160240"/>
                <a:gd name="connsiteX7" fmla="*/ 5381 w 1908212"/>
                <a:gd name="connsiteY7" fmla="*/ 393063 h 2160240"/>
                <a:gd name="connsiteX8" fmla="*/ 0 w 1908212"/>
                <a:gd name="connsiteY8" fmla="*/ 387143 h 2160240"/>
                <a:gd name="connsiteX9" fmla="*/ 64332 w 1908212"/>
                <a:gd name="connsiteY9" fmla="*/ 316360 h 2160240"/>
                <a:gd name="connsiteX10" fmla="*/ 828092 w 1908212"/>
                <a:gd name="connsiteY10"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8212" h="2160240">
                  <a:moveTo>
                    <a:pt x="828092" y="0"/>
                  </a:moveTo>
                  <a:cubicBezTo>
                    <a:pt x="1424626" y="0"/>
                    <a:pt x="1908212" y="483586"/>
                    <a:pt x="1908212" y="1080120"/>
                  </a:cubicBezTo>
                  <a:cubicBezTo>
                    <a:pt x="1908212" y="1676654"/>
                    <a:pt x="1424626" y="2160240"/>
                    <a:pt x="828092" y="2160240"/>
                  </a:cubicBezTo>
                  <a:cubicBezTo>
                    <a:pt x="529825" y="2160240"/>
                    <a:pt x="259795" y="2039344"/>
                    <a:pt x="64332" y="1843880"/>
                  </a:cubicBezTo>
                  <a:lnTo>
                    <a:pt x="0" y="1773098"/>
                  </a:lnTo>
                  <a:lnTo>
                    <a:pt x="5381" y="1767177"/>
                  </a:lnTo>
                  <a:cubicBezTo>
                    <a:pt x="159467" y="1580469"/>
                    <a:pt x="252028" y="1341104"/>
                    <a:pt x="252028" y="1080120"/>
                  </a:cubicBezTo>
                  <a:cubicBezTo>
                    <a:pt x="252028" y="819137"/>
                    <a:pt x="159467" y="579772"/>
                    <a:pt x="5381" y="393063"/>
                  </a:cubicBezTo>
                  <a:lnTo>
                    <a:pt x="0" y="387143"/>
                  </a:lnTo>
                  <a:lnTo>
                    <a:pt x="64332" y="316360"/>
                  </a:lnTo>
                  <a:cubicBezTo>
                    <a:pt x="259795" y="120897"/>
                    <a:pt x="529825" y="0"/>
                    <a:pt x="828092" y="0"/>
                  </a:cubicBezTo>
                  <a:close/>
                </a:path>
              </a:pathLst>
            </a:custGeom>
            <a:solidFill>
              <a:srgbClr val="04EEE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endParaRPr lang="zh-CN" altLang="en-US" dirty="0">
                <a:solidFill>
                  <a:schemeClr val="tx1"/>
                </a:solidFill>
                <a:cs typeface="+mn-ea"/>
                <a:sym typeface="+mn-lt"/>
              </a:endParaRPr>
            </a:p>
          </p:txBody>
        </p:sp>
        <p:cxnSp>
          <p:nvCxnSpPr>
            <p:cNvPr id="10" name="直接连接符 9">
              <a:extLst>
                <a:ext uri="{FF2B5EF4-FFF2-40B4-BE49-F238E27FC236}">
                  <a16:creationId xmlns:a16="http://schemas.microsoft.com/office/drawing/2014/main" id="{63F987EE-542B-4DA4-8EF3-B85F3FA2228F}"/>
                </a:ext>
              </a:extLst>
            </p:cNvPr>
            <p:cNvCxnSpPr/>
            <p:nvPr/>
          </p:nvCxnSpPr>
          <p:spPr>
            <a:xfrm flipH="1">
              <a:off x="1247010" y="4086239"/>
              <a:ext cx="2380248" cy="0"/>
            </a:xfrm>
            <a:prstGeom prst="line">
              <a:avLst/>
            </a:prstGeom>
            <a:ln w="6350"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B814F15A-5C15-49D8-A990-08DBB151BF87}"/>
                </a:ext>
              </a:extLst>
            </p:cNvPr>
            <p:cNvSpPr/>
            <p:nvPr/>
          </p:nvSpPr>
          <p:spPr>
            <a:xfrm>
              <a:off x="3698967" y="4090300"/>
              <a:ext cx="657634" cy="657634"/>
            </a:xfrm>
            <a:prstGeom prst="ellipse">
              <a:avLst/>
            </a:prstGeom>
            <a:solidFill>
              <a:schemeClr val="bg1"/>
            </a:solidFill>
            <a:ln w="9525" cap="flat" cmpd="sng" algn="ctr">
              <a:solidFill>
                <a:srgbClr val="0F74E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1</a:t>
              </a:r>
              <a:endParaRPr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18" name="椭圆 17">
              <a:extLst>
                <a:ext uri="{FF2B5EF4-FFF2-40B4-BE49-F238E27FC236}">
                  <a16:creationId xmlns:a16="http://schemas.microsoft.com/office/drawing/2014/main" id="{90F4919B-7740-48D4-877D-C43A1279C942}"/>
                </a:ext>
              </a:extLst>
            </p:cNvPr>
            <p:cNvSpPr/>
            <p:nvPr/>
          </p:nvSpPr>
          <p:spPr>
            <a:xfrm>
              <a:off x="7819690" y="4090300"/>
              <a:ext cx="657634" cy="657634"/>
            </a:xfrm>
            <a:prstGeom prst="ellipse">
              <a:avLst/>
            </a:prstGeom>
            <a:solidFill>
              <a:schemeClr val="bg1"/>
            </a:solidFill>
            <a:ln w="9525" cap="flat" cmpd="sng" algn="ctr">
              <a:solidFill>
                <a:srgbClr val="04EEE8"/>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2</a:t>
              </a:r>
              <a:endParaRPr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cxnSp>
          <p:nvCxnSpPr>
            <p:cNvPr id="28" name="直接连接符 27">
              <a:extLst>
                <a:ext uri="{FF2B5EF4-FFF2-40B4-BE49-F238E27FC236}">
                  <a16:creationId xmlns:a16="http://schemas.microsoft.com/office/drawing/2014/main" id="{63F987EE-542B-4DA4-8EF3-B85F3FA2228F}"/>
                </a:ext>
              </a:extLst>
            </p:cNvPr>
            <p:cNvCxnSpPr/>
            <p:nvPr/>
          </p:nvCxnSpPr>
          <p:spPr>
            <a:xfrm flipH="1">
              <a:off x="8562210" y="4086239"/>
              <a:ext cx="2380248" cy="0"/>
            </a:xfrm>
            <a:prstGeom prst="line">
              <a:avLst/>
            </a:prstGeom>
            <a:ln w="6350"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8642125" y="3630421"/>
              <a:ext cx="2649763" cy="1434817"/>
              <a:chOff x="874712" y="3196718"/>
              <a:chExt cx="2649763" cy="1434817"/>
            </a:xfrm>
          </p:grpSpPr>
          <p:sp>
            <p:nvSpPr>
              <p:cNvPr id="36" name="矩形 35">
                <a:extLst>
                  <a:ext uri="{FF2B5EF4-FFF2-40B4-BE49-F238E27FC236}">
                    <a16:creationId xmlns:a16="http://schemas.microsoft.com/office/drawing/2014/main" id="{E3EB1709-6D20-4440-8800-976CC5E9712E}"/>
                  </a:ext>
                </a:extLst>
              </p:cNvPr>
              <p:cNvSpPr/>
              <p:nvPr/>
            </p:nvSpPr>
            <p:spPr>
              <a:xfrm>
                <a:off x="874712" y="3677812"/>
                <a:ext cx="2649763" cy="953723"/>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用户可以在投影仪或者计算机上进行演示也可以将演示文稿打印出来制作成胶片以</a:t>
                </a:r>
              </a:p>
            </p:txBody>
          </p:sp>
          <p:sp>
            <p:nvSpPr>
              <p:cNvPr id="37" name="矩形 36">
                <a:extLst>
                  <a:ext uri="{FF2B5EF4-FFF2-40B4-BE49-F238E27FC236}">
                    <a16:creationId xmlns:a16="http://schemas.microsoft.com/office/drawing/2014/main" id="{CBCE2F27-1948-4AAF-B7D2-B7B4F23C2784}"/>
                  </a:ext>
                </a:extLst>
              </p:cNvPr>
              <p:cNvSpPr/>
              <p:nvPr/>
            </p:nvSpPr>
            <p:spPr>
              <a:xfrm>
                <a:off x="874713" y="3196718"/>
                <a:ext cx="2241974"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方案二</a:t>
                </a:r>
              </a:p>
            </p:txBody>
          </p:sp>
        </p:grpSp>
        <p:grpSp>
          <p:nvGrpSpPr>
            <p:cNvPr id="38" name="组合 37"/>
            <p:cNvGrpSpPr/>
            <p:nvPr/>
          </p:nvGrpSpPr>
          <p:grpSpPr>
            <a:xfrm>
              <a:off x="1012651" y="3630421"/>
              <a:ext cx="2649763" cy="1434817"/>
              <a:chOff x="874712" y="3196718"/>
              <a:chExt cx="2649763" cy="1434817"/>
            </a:xfrm>
          </p:grpSpPr>
          <p:sp>
            <p:nvSpPr>
              <p:cNvPr id="39" name="矩形 38">
                <a:extLst>
                  <a:ext uri="{FF2B5EF4-FFF2-40B4-BE49-F238E27FC236}">
                    <a16:creationId xmlns:a16="http://schemas.microsoft.com/office/drawing/2014/main" id="{E3EB1709-6D20-4440-8800-976CC5E9712E}"/>
                  </a:ext>
                </a:extLst>
              </p:cNvPr>
              <p:cNvSpPr/>
              <p:nvPr/>
            </p:nvSpPr>
            <p:spPr>
              <a:xfrm>
                <a:off x="874712" y="3677812"/>
                <a:ext cx="2649763" cy="953723"/>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用户可以在投影仪或者计算机上进行演示也可以将演示文稿打印出来制作成胶片以</a:t>
                </a:r>
              </a:p>
            </p:txBody>
          </p:sp>
          <p:sp>
            <p:nvSpPr>
              <p:cNvPr id="40" name="矩形 39">
                <a:extLst>
                  <a:ext uri="{FF2B5EF4-FFF2-40B4-BE49-F238E27FC236}">
                    <a16:creationId xmlns:a16="http://schemas.microsoft.com/office/drawing/2014/main" id="{CBCE2F27-1948-4AAF-B7D2-B7B4F23C2784}"/>
                  </a:ext>
                </a:extLst>
              </p:cNvPr>
              <p:cNvSpPr/>
              <p:nvPr/>
            </p:nvSpPr>
            <p:spPr>
              <a:xfrm>
                <a:off x="1282501" y="3196718"/>
                <a:ext cx="2241974" cy="487698"/>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方案一</a:t>
                </a:r>
              </a:p>
            </p:txBody>
          </p:sp>
        </p:grpSp>
        <p:sp>
          <p:nvSpPr>
            <p:cNvPr id="49" name="椭圆 46"/>
            <p:cNvSpPr/>
            <p:nvPr/>
          </p:nvSpPr>
          <p:spPr>
            <a:xfrm>
              <a:off x="4726779" y="4060829"/>
              <a:ext cx="691879" cy="715888"/>
            </a:xfrm>
            <a:custGeom>
              <a:avLst/>
              <a:gdLst>
                <a:gd name="connsiteX0" fmla="*/ 94055 w 317452"/>
                <a:gd name="connsiteY0" fmla="*/ 135965 h 328468"/>
                <a:gd name="connsiteX1" fmla="*/ 94407 w 317452"/>
                <a:gd name="connsiteY1" fmla="*/ 136055 h 328468"/>
                <a:gd name="connsiteX2" fmla="*/ 104825 w 317452"/>
                <a:gd name="connsiteY2" fmla="*/ 158537 h 328468"/>
                <a:gd name="connsiteX3" fmla="*/ 106109 w 317452"/>
                <a:gd name="connsiteY3" fmla="*/ 161308 h 328468"/>
                <a:gd name="connsiteX4" fmla="*/ 98162 w 317452"/>
                <a:gd name="connsiteY4" fmla="*/ 160053 h 328468"/>
                <a:gd name="connsiteX5" fmla="*/ 96849 w 317452"/>
                <a:gd name="connsiteY5" fmla="*/ 160053 h 328468"/>
                <a:gd name="connsiteX6" fmla="*/ 92911 w 317452"/>
                <a:gd name="connsiteY6" fmla="*/ 137630 h 328468"/>
                <a:gd name="connsiteX7" fmla="*/ 93506 w 317452"/>
                <a:gd name="connsiteY7" fmla="*/ 136765 h 328468"/>
                <a:gd name="connsiteX8" fmla="*/ 39496 w 317452"/>
                <a:gd name="connsiteY8" fmla="*/ 115887 h 328468"/>
                <a:gd name="connsiteX9" fmla="*/ 51437 w 317452"/>
                <a:gd name="connsiteY9" fmla="*/ 165488 h 328468"/>
                <a:gd name="connsiteX10" fmla="*/ 48784 w 317452"/>
                <a:gd name="connsiteY10" fmla="*/ 166793 h 328468"/>
                <a:gd name="connsiteX11" fmla="*/ 47457 w 317452"/>
                <a:gd name="connsiteY11" fmla="*/ 170709 h 328468"/>
                <a:gd name="connsiteX12" fmla="*/ 48784 w 317452"/>
                <a:gd name="connsiteY12" fmla="*/ 173319 h 328468"/>
                <a:gd name="connsiteX13" fmla="*/ 52764 w 317452"/>
                <a:gd name="connsiteY13" fmla="*/ 175930 h 328468"/>
                <a:gd name="connsiteX14" fmla="*/ 55418 w 317452"/>
                <a:gd name="connsiteY14" fmla="*/ 174625 h 328468"/>
                <a:gd name="connsiteX15" fmla="*/ 87263 w 317452"/>
                <a:gd name="connsiteY15" fmla="*/ 216393 h 328468"/>
                <a:gd name="connsiteX16" fmla="*/ 55418 w 317452"/>
                <a:gd name="connsiteY16" fmla="*/ 230752 h 328468"/>
                <a:gd name="connsiteX17" fmla="*/ 38169 w 317452"/>
                <a:gd name="connsiteY17" fmla="*/ 224225 h 328468"/>
                <a:gd name="connsiteX18" fmla="*/ 1017 w 317452"/>
                <a:gd name="connsiteY18" fmla="*/ 147214 h 328468"/>
                <a:gd name="connsiteX19" fmla="*/ 7651 w 317452"/>
                <a:gd name="connsiteY19" fmla="*/ 128940 h 328468"/>
                <a:gd name="connsiteX20" fmla="*/ 39496 w 317452"/>
                <a:gd name="connsiteY20" fmla="*/ 115887 h 328468"/>
                <a:gd name="connsiteX21" fmla="*/ 63900 w 317452"/>
                <a:gd name="connsiteY21" fmla="*/ 106627 h 328468"/>
                <a:gd name="connsiteX22" fmla="*/ 71807 w 317452"/>
                <a:gd name="connsiteY22" fmla="*/ 114982 h 328468"/>
                <a:gd name="connsiteX23" fmla="*/ 81033 w 317452"/>
                <a:gd name="connsiteY23" fmla="*/ 133331 h 328468"/>
                <a:gd name="connsiteX24" fmla="*/ 87623 w 317452"/>
                <a:gd name="connsiteY24" fmla="*/ 130710 h 328468"/>
                <a:gd name="connsiteX25" fmla="*/ 95803 w 317452"/>
                <a:gd name="connsiteY25" fmla="*/ 133422 h 328468"/>
                <a:gd name="connsiteX26" fmla="*/ 94055 w 317452"/>
                <a:gd name="connsiteY26" fmla="*/ 135965 h 328468"/>
                <a:gd name="connsiteX27" fmla="*/ 89115 w 317452"/>
                <a:gd name="connsiteY27" fmla="*/ 134702 h 328468"/>
                <a:gd name="connsiteX28" fmla="*/ 83823 w 317452"/>
                <a:gd name="connsiteY28" fmla="*/ 137407 h 328468"/>
                <a:gd name="connsiteX29" fmla="*/ 82500 w 317452"/>
                <a:gd name="connsiteY29" fmla="*/ 137407 h 328468"/>
                <a:gd name="connsiteX30" fmla="*/ 97053 w 317452"/>
                <a:gd name="connsiteY30" fmla="*/ 169863 h 328468"/>
                <a:gd name="connsiteX31" fmla="*/ 98375 w 317452"/>
                <a:gd name="connsiteY31" fmla="*/ 169863 h 328468"/>
                <a:gd name="connsiteX32" fmla="*/ 103667 w 317452"/>
                <a:gd name="connsiteY32" fmla="*/ 167158 h 328468"/>
                <a:gd name="connsiteX33" fmla="*/ 106313 w 317452"/>
                <a:gd name="connsiteY33" fmla="*/ 161749 h 328468"/>
                <a:gd name="connsiteX34" fmla="*/ 106109 w 317452"/>
                <a:gd name="connsiteY34" fmla="*/ 161308 h 328468"/>
                <a:gd name="connsiteX35" fmla="*/ 109648 w 317452"/>
                <a:gd name="connsiteY35" fmla="*/ 161866 h 328468"/>
                <a:gd name="connsiteX36" fmla="*/ 110272 w 317452"/>
                <a:gd name="connsiteY36" fmla="*/ 161402 h 328468"/>
                <a:gd name="connsiteX37" fmla="*/ 110522 w 317452"/>
                <a:gd name="connsiteY37" fmla="*/ 164622 h 328468"/>
                <a:gd name="connsiteX38" fmla="*/ 106074 w 317452"/>
                <a:gd name="connsiteY38" fmla="*/ 170028 h 328468"/>
                <a:gd name="connsiteX39" fmla="*/ 99484 w 317452"/>
                <a:gd name="connsiteY39" fmla="*/ 172650 h 328468"/>
                <a:gd name="connsiteX40" fmla="*/ 107391 w 317452"/>
                <a:gd name="connsiteY40" fmla="*/ 192309 h 328468"/>
                <a:gd name="connsiteX41" fmla="*/ 100802 w 317452"/>
                <a:gd name="connsiteY41" fmla="*/ 211968 h 328468"/>
                <a:gd name="connsiteX42" fmla="*/ 91576 w 317452"/>
                <a:gd name="connsiteY42" fmla="*/ 215900 h 328468"/>
                <a:gd name="connsiteX43" fmla="*/ 59946 w 317452"/>
                <a:gd name="connsiteY43" fmla="*/ 172650 h 328468"/>
                <a:gd name="connsiteX44" fmla="*/ 62582 w 317452"/>
                <a:gd name="connsiteY44" fmla="*/ 171339 h 328468"/>
                <a:gd name="connsiteX45" fmla="*/ 63900 w 317452"/>
                <a:gd name="connsiteY45" fmla="*/ 166097 h 328468"/>
                <a:gd name="connsiteX46" fmla="*/ 62582 w 317452"/>
                <a:gd name="connsiteY46" fmla="*/ 163475 h 328468"/>
                <a:gd name="connsiteX47" fmla="*/ 58628 w 317452"/>
                <a:gd name="connsiteY47" fmla="*/ 162165 h 328468"/>
                <a:gd name="connsiteX48" fmla="*/ 54674 w 317452"/>
                <a:gd name="connsiteY48" fmla="*/ 163475 h 328468"/>
                <a:gd name="connsiteX49" fmla="*/ 42813 w 317452"/>
                <a:gd name="connsiteY49" fmla="*/ 111051 h 328468"/>
                <a:gd name="connsiteX50" fmla="*/ 52038 w 317452"/>
                <a:gd name="connsiteY50" fmla="*/ 107119 h 328468"/>
                <a:gd name="connsiteX51" fmla="*/ 63900 w 317452"/>
                <a:gd name="connsiteY51" fmla="*/ 106627 h 328468"/>
                <a:gd name="connsiteX52" fmla="*/ 221560 w 317452"/>
                <a:gd name="connsiteY52" fmla="*/ 67725 h 328468"/>
                <a:gd name="connsiteX53" fmla="*/ 239938 w 317452"/>
                <a:gd name="connsiteY53" fmla="*/ 67725 h 328468"/>
                <a:gd name="connsiteX54" fmla="*/ 249127 w 317452"/>
                <a:gd name="connsiteY54" fmla="*/ 90147 h 328468"/>
                <a:gd name="connsiteX55" fmla="*/ 249127 w 317452"/>
                <a:gd name="connsiteY55" fmla="*/ 99380 h 328468"/>
                <a:gd name="connsiteX56" fmla="*/ 259629 w 317452"/>
                <a:gd name="connsiteY56" fmla="*/ 162691 h 328468"/>
                <a:gd name="connsiteX57" fmla="*/ 300324 w 317452"/>
                <a:gd name="connsiteY57" fmla="*/ 193027 h 328468"/>
                <a:gd name="connsiteX58" fmla="*/ 304262 w 317452"/>
                <a:gd name="connsiteY58" fmla="*/ 215450 h 328468"/>
                <a:gd name="connsiteX59" fmla="*/ 283258 w 317452"/>
                <a:gd name="connsiteY59" fmla="*/ 219407 h 328468"/>
                <a:gd name="connsiteX60" fmla="*/ 281946 w 317452"/>
                <a:gd name="connsiteY60" fmla="*/ 218088 h 328468"/>
                <a:gd name="connsiteX61" fmla="*/ 236000 w 317452"/>
                <a:gd name="connsiteY61" fmla="*/ 185113 h 328468"/>
                <a:gd name="connsiteX62" fmla="*/ 229436 w 317452"/>
                <a:gd name="connsiteY62" fmla="*/ 174562 h 328468"/>
                <a:gd name="connsiteX63" fmla="*/ 224185 w 317452"/>
                <a:gd name="connsiteY63" fmla="*/ 145544 h 328468"/>
                <a:gd name="connsiteX64" fmla="*/ 196617 w 317452"/>
                <a:gd name="connsiteY64" fmla="*/ 194346 h 328468"/>
                <a:gd name="connsiteX65" fmla="*/ 229436 w 317452"/>
                <a:gd name="connsiteY65" fmla="*/ 243148 h 328468"/>
                <a:gd name="connsiteX66" fmla="*/ 230749 w 317452"/>
                <a:gd name="connsiteY66" fmla="*/ 265571 h 328468"/>
                <a:gd name="connsiteX67" fmla="*/ 195305 w 317452"/>
                <a:gd name="connsiteY67" fmla="*/ 318329 h 328468"/>
                <a:gd name="connsiteX68" fmla="*/ 169050 w 317452"/>
                <a:gd name="connsiteY68" fmla="*/ 323605 h 328468"/>
                <a:gd name="connsiteX69" fmla="*/ 167737 w 317452"/>
                <a:gd name="connsiteY69" fmla="*/ 323605 h 328468"/>
                <a:gd name="connsiteX70" fmla="*/ 162486 w 317452"/>
                <a:gd name="connsiteY70" fmla="*/ 297226 h 328468"/>
                <a:gd name="connsiteX71" fmla="*/ 191366 w 317452"/>
                <a:gd name="connsiteY71" fmla="*/ 255019 h 328468"/>
                <a:gd name="connsiteX72" fmla="*/ 167737 w 317452"/>
                <a:gd name="connsiteY72" fmla="*/ 220726 h 328468"/>
                <a:gd name="connsiteX73" fmla="*/ 70594 w 317452"/>
                <a:gd name="connsiteY73" fmla="*/ 322286 h 328468"/>
                <a:gd name="connsiteX74" fmla="*/ 46965 w 317452"/>
                <a:gd name="connsiteY74" fmla="*/ 326243 h 328468"/>
                <a:gd name="connsiteX75" fmla="*/ 44339 w 317452"/>
                <a:gd name="connsiteY75" fmla="*/ 322286 h 328468"/>
                <a:gd name="connsiteX76" fmla="*/ 43027 w 317452"/>
                <a:gd name="connsiteY76" fmla="*/ 295907 h 328468"/>
                <a:gd name="connsiteX77" fmla="*/ 144108 w 317452"/>
                <a:gd name="connsiteY77" fmla="*/ 189070 h 328468"/>
                <a:gd name="connsiteX78" fmla="*/ 148046 w 317452"/>
                <a:gd name="connsiteY78" fmla="*/ 177200 h 328468"/>
                <a:gd name="connsiteX79" fmla="*/ 190054 w 317452"/>
                <a:gd name="connsiteY79" fmla="*/ 103337 h 328468"/>
                <a:gd name="connsiteX80" fmla="*/ 151984 w 317452"/>
                <a:gd name="connsiteY80" fmla="*/ 107294 h 328468"/>
                <a:gd name="connsiteX81" fmla="*/ 119166 w 317452"/>
                <a:gd name="connsiteY81" fmla="*/ 154777 h 328468"/>
                <a:gd name="connsiteX82" fmla="*/ 110272 w 317452"/>
                <a:gd name="connsiteY82" fmla="*/ 161402 h 328468"/>
                <a:gd name="connsiteX83" fmla="*/ 110027 w 317452"/>
                <a:gd name="connsiteY83" fmla="*/ 158233 h 328468"/>
                <a:gd name="connsiteX84" fmla="*/ 99484 w 317452"/>
                <a:gd name="connsiteY84" fmla="*/ 134642 h 328468"/>
                <a:gd name="connsiteX85" fmla="*/ 95803 w 317452"/>
                <a:gd name="connsiteY85" fmla="*/ 133422 h 328468"/>
                <a:gd name="connsiteX86" fmla="*/ 97670 w 317452"/>
                <a:gd name="connsiteY86" fmla="*/ 130706 h 328468"/>
                <a:gd name="connsiteX87" fmla="*/ 130980 w 317452"/>
                <a:gd name="connsiteY87" fmla="*/ 82234 h 328468"/>
                <a:gd name="connsiteX88" fmla="*/ 141482 w 317452"/>
                <a:gd name="connsiteY88" fmla="*/ 75639 h 328468"/>
                <a:gd name="connsiteX89" fmla="*/ 221560 w 317452"/>
                <a:gd name="connsiteY89" fmla="*/ 67725 h 328468"/>
                <a:gd name="connsiteX90" fmla="*/ 276970 w 317452"/>
                <a:gd name="connsiteY90" fmla="*/ 0 h 328468"/>
                <a:gd name="connsiteX91" fmla="*/ 317452 w 317452"/>
                <a:gd name="connsiteY91" fmla="*/ 39688 h 328468"/>
                <a:gd name="connsiteX92" fmla="*/ 276970 w 317452"/>
                <a:gd name="connsiteY92" fmla="*/ 79376 h 328468"/>
                <a:gd name="connsiteX93" fmla="*/ 236488 w 317452"/>
                <a:gd name="connsiteY93" fmla="*/ 39688 h 328468"/>
                <a:gd name="connsiteX94" fmla="*/ 276970 w 317452"/>
                <a:gd name="connsiteY94" fmla="*/ 0 h 32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7452" h="328468">
                  <a:moveTo>
                    <a:pt x="94055" y="135965"/>
                  </a:moveTo>
                  <a:lnTo>
                    <a:pt x="94407" y="136055"/>
                  </a:lnTo>
                  <a:cubicBezTo>
                    <a:pt x="100360" y="148902"/>
                    <a:pt x="103337" y="155325"/>
                    <a:pt x="104825" y="158537"/>
                  </a:cubicBezTo>
                  <a:lnTo>
                    <a:pt x="106109" y="161308"/>
                  </a:lnTo>
                  <a:lnTo>
                    <a:pt x="98162" y="160053"/>
                  </a:lnTo>
                  <a:cubicBezTo>
                    <a:pt x="98162" y="160053"/>
                    <a:pt x="96849" y="160053"/>
                    <a:pt x="96849" y="160053"/>
                  </a:cubicBezTo>
                  <a:cubicBezTo>
                    <a:pt x="90285" y="154777"/>
                    <a:pt x="87660" y="144225"/>
                    <a:pt x="92911" y="137630"/>
                  </a:cubicBezTo>
                  <a:cubicBezTo>
                    <a:pt x="92911" y="137630"/>
                    <a:pt x="92911" y="137630"/>
                    <a:pt x="93506" y="136765"/>
                  </a:cubicBezTo>
                  <a:close/>
                  <a:moveTo>
                    <a:pt x="39496" y="115887"/>
                  </a:moveTo>
                  <a:cubicBezTo>
                    <a:pt x="39496" y="115887"/>
                    <a:pt x="39496" y="115887"/>
                    <a:pt x="51437" y="165488"/>
                  </a:cubicBezTo>
                  <a:cubicBezTo>
                    <a:pt x="51437" y="165488"/>
                    <a:pt x="51437" y="165488"/>
                    <a:pt x="48784" y="166793"/>
                  </a:cubicBezTo>
                  <a:cubicBezTo>
                    <a:pt x="47457" y="166793"/>
                    <a:pt x="47457" y="169403"/>
                    <a:pt x="47457" y="170709"/>
                  </a:cubicBezTo>
                  <a:cubicBezTo>
                    <a:pt x="47457" y="170709"/>
                    <a:pt x="47457" y="170709"/>
                    <a:pt x="48784" y="173319"/>
                  </a:cubicBezTo>
                  <a:cubicBezTo>
                    <a:pt x="50111" y="175930"/>
                    <a:pt x="51437" y="175930"/>
                    <a:pt x="52764" y="175930"/>
                  </a:cubicBezTo>
                  <a:lnTo>
                    <a:pt x="55418" y="174625"/>
                  </a:lnTo>
                  <a:cubicBezTo>
                    <a:pt x="55418" y="174625"/>
                    <a:pt x="55418" y="174625"/>
                    <a:pt x="87263" y="216393"/>
                  </a:cubicBezTo>
                  <a:cubicBezTo>
                    <a:pt x="87263" y="216393"/>
                    <a:pt x="87263" y="216393"/>
                    <a:pt x="55418" y="230752"/>
                  </a:cubicBezTo>
                  <a:cubicBezTo>
                    <a:pt x="48784" y="233362"/>
                    <a:pt x="40823" y="230752"/>
                    <a:pt x="38169" y="224225"/>
                  </a:cubicBezTo>
                  <a:cubicBezTo>
                    <a:pt x="38169" y="224225"/>
                    <a:pt x="38169" y="224225"/>
                    <a:pt x="1017" y="147214"/>
                  </a:cubicBezTo>
                  <a:cubicBezTo>
                    <a:pt x="-1637" y="140687"/>
                    <a:pt x="1017" y="132856"/>
                    <a:pt x="7651" y="128940"/>
                  </a:cubicBezTo>
                  <a:cubicBezTo>
                    <a:pt x="7651" y="128940"/>
                    <a:pt x="7651" y="128940"/>
                    <a:pt x="39496" y="115887"/>
                  </a:cubicBezTo>
                  <a:close/>
                  <a:moveTo>
                    <a:pt x="63900" y="106627"/>
                  </a:moveTo>
                  <a:cubicBezTo>
                    <a:pt x="67524" y="108102"/>
                    <a:pt x="70489" y="111051"/>
                    <a:pt x="71807" y="114982"/>
                  </a:cubicBezTo>
                  <a:cubicBezTo>
                    <a:pt x="71807" y="114982"/>
                    <a:pt x="71807" y="114982"/>
                    <a:pt x="81033" y="133331"/>
                  </a:cubicBezTo>
                  <a:cubicBezTo>
                    <a:pt x="81033" y="133331"/>
                    <a:pt x="81033" y="133331"/>
                    <a:pt x="87623" y="130710"/>
                  </a:cubicBezTo>
                  <a:lnTo>
                    <a:pt x="95803" y="133422"/>
                  </a:lnTo>
                  <a:lnTo>
                    <a:pt x="94055" y="135965"/>
                  </a:lnTo>
                  <a:lnTo>
                    <a:pt x="89115" y="134702"/>
                  </a:lnTo>
                  <a:cubicBezTo>
                    <a:pt x="89115" y="134702"/>
                    <a:pt x="89115" y="134702"/>
                    <a:pt x="83823" y="137407"/>
                  </a:cubicBezTo>
                  <a:cubicBezTo>
                    <a:pt x="83823" y="137407"/>
                    <a:pt x="82500" y="137407"/>
                    <a:pt x="82500" y="137407"/>
                  </a:cubicBezTo>
                  <a:cubicBezTo>
                    <a:pt x="82500" y="137407"/>
                    <a:pt x="82500" y="137407"/>
                    <a:pt x="97053" y="169863"/>
                  </a:cubicBezTo>
                  <a:cubicBezTo>
                    <a:pt x="97053" y="169863"/>
                    <a:pt x="97053" y="169863"/>
                    <a:pt x="98375" y="169863"/>
                  </a:cubicBezTo>
                  <a:lnTo>
                    <a:pt x="103667" y="167158"/>
                  </a:lnTo>
                  <a:cubicBezTo>
                    <a:pt x="106313" y="165806"/>
                    <a:pt x="106313" y="163101"/>
                    <a:pt x="106313" y="161749"/>
                  </a:cubicBezTo>
                  <a:lnTo>
                    <a:pt x="106109" y="161308"/>
                  </a:lnTo>
                  <a:lnTo>
                    <a:pt x="109648" y="161866"/>
                  </a:lnTo>
                  <a:lnTo>
                    <a:pt x="110272" y="161402"/>
                  </a:lnTo>
                  <a:lnTo>
                    <a:pt x="110522" y="164622"/>
                  </a:lnTo>
                  <a:cubicBezTo>
                    <a:pt x="109698" y="166752"/>
                    <a:pt x="108051" y="168718"/>
                    <a:pt x="106074" y="170028"/>
                  </a:cubicBezTo>
                  <a:cubicBezTo>
                    <a:pt x="106074" y="170028"/>
                    <a:pt x="106074" y="170028"/>
                    <a:pt x="99484" y="172650"/>
                  </a:cubicBezTo>
                  <a:cubicBezTo>
                    <a:pt x="99484" y="172650"/>
                    <a:pt x="99484" y="172650"/>
                    <a:pt x="107391" y="192309"/>
                  </a:cubicBezTo>
                  <a:cubicBezTo>
                    <a:pt x="111345" y="198862"/>
                    <a:pt x="107391" y="208036"/>
                    <a:pt x="100802" y="211968"/>
                  </a:cubicBezTo>
                  <a:cubicBezTo>
                    <a:pt x="100802" y="211968"/>
                    <a:pt x="100802" y="211968"/>
                    <a:pt x="91576" y="215900"/>
                  </a:cubicBezTo>
                  <a:cubicBezTo>
                    <a:pt x="91576" y="215900"/>
                    <a:pt x="91576" y="215900"/>
                    <a:pt x="59946" y="172650"/>
                  </a:cubicBezTo>
                  <a:cubicBezTo>
                    <a:pt x="59946" y="172650"/>
                    <a:pt x="59946" y="172650"/>
                    <a:pt x="62582" y="171339"/>
                  </a:cubicBezTo>
                  <a:cubicBezTo>
                    <a:pt x="65218" y="170028"/>
                    <a:pt x="65218" y="167407"/>
                    <a:pt x="63900" y="166097"/>
                  </a:cubicBezTo>
                  <a:cubicBezTo>
                    <a:pt x="63900" y="166097"/>
                    <a:pt x="63900" y="166097"/>
                    <a:pt x="62582" y="163475"/>
                  </a:cubicBezTo>
                  <a:cubicBezTo>
                    <a:pt x="62582" y="162165"/>
                    <a:pt x="59946" y="160854"/>
                    <a:pt x="58628" y="162165"/>
                  </a:cubicBezTo>
                  <a:cubicBezTo>
                    <a:pt x="58628" y="162165"/>
                    <a:pt x="58628" y="162165"/>
                    <a:pt x="54674" y="163475"/>
                  </a:cubicBezTo>
                  <a:cubicBezTo>
                    <a:pt x="54674" y="163475"/>
                    <a:pt x="54674" y="163475"/>
                    <a:pt x="42813" y="111051"/>
                  </a:cubicBezTo>
                  <a:cubicBezTo>
                    <a:pt x="42813" y="111051"/>
                    <a:pt x="42813" y="111051"/>
                    <a:pt x="52038" y="107119"/>
                  </a:cubicBezTo>
                  <a:cubicBezTo>
                    <a:pt x="55992" y="105153"/>
                    <a:pt x="60275" y="105153"/>
                    <a:pt x="63900" y="106627"/>
                  </a:cubicBezTo>
                  <a:close/>
                  <a:moveTo>
                    <a:pt x="221560" y="67725"/>
                  </a:moveTo>
                  <a:cubicBezTo>
                    <a:pt x="226810" y="65087"/>
                    <a:pt x="234687" y="65087"/>
                    <a:pt x="239938" y="67725"/>
                  </a:cubicBezTo>
                  <a:cubicBezTo>
                    <a:pt x="247814" y="73001"/>
                    <a:pt x="250440" y="80915"/>
                    <a:pt x="249127" y="90147"/>
                  </a:cubicBezTo>
                  <a:cubicBezTo>
                    <a:pt x="249127" y="92785"/>
                    <a:pt x="249127" y="96742"/>
                    <a:pt x="249127" y="99380"/>
                  </a:cubicBezTo>
                  <a:cubicBezTo>
                    <a:pt x="249127" y="99380"/>
                    <a:pt x="249127" y="99380"/>
                    <a:pt x="259629" y="162691"/>
                  </a:cubicBezTo>
                  <a:cubicBezTo>
                    <a:pt x="259629" y="162691"/>
                    <a:pt x="259629" y="162691"/>
                    <a:pt x="300324" y="193027"/>
                  </a:cubicBezTo>
                  <a:cubicBezTo>
                    <a:pt x="308200" y="198303"/>
                    <a:pt x="309513" y="207536"/>
                    <a:pt x="304262" y="215450"/>
                  </a:cubicBezTo>
                  <a:cubicBezTo>
                    <a:pt x="299011" y="222045"/>
                    <a:pt x="289822" y="223363"/>
                    <a:pt x="283258" y="219407"/>
                  </a:cubicBezTo>
                  <a:cubicBezTo>
                    <a:pt x="283258" y="219407"/>
                    <a:pt x="281946" y="219407"/>
                    <a:pt x="281946" y="218088"/>
                  </a:cubicBezTo>
                  <a:cubicBezTo>
                    <a:pt x="281946" y="218088"/>
                    <a:pt x="281946" y="218088"/>
                    <a:pt x="236000" y="185113"/>
                  </a:cubicBezTo>
                  <a:cubicBezTo>
                    <a:pt x="232061" y="182475"/>
                    <a:pt x="230749" y="178518"/>
                    <a:pt x="229436" y="174562"/>
                  </a:cubicBezTo>
                  <a:cubicBezTo>
                    <a:pt x="229436" y="174562"/>
                    <a:pt x="229436" y="174562"/>
                    <a:pt x="224185" y="145544"/>
                  </a:cubicBezTo>
                  <a:cubicBezTo>
                    <a:pt x="224185" y="145544"/>
                    <a:pt x="224185" y="145544"/>
                    <a:pt x="196617" y="194346"/>
                  </a:cubicBezTo>
                  <a:cubicBezTo>
                    <a:pt x="196617" y="194346"/>
                    <a:pt x="196617" y="194346"/>
                    <a:pt x="229436" y="243148"/>
                  </a:cubicBezTo>
                  <a:cubicBezTo>
                    <a:pt x="234687" y="249743"/>
                    <a:pt x="234687" y="258976"/>
                    <a:pt x="230749" y="265571"/>
                  </a:cubicBezTo>
                  <a:cubicBezTo>
                    <a:pt x="230749" y="265571"/>
                    <a:pt x="230749" y="265571"/>
                    <a:pt x="195305" y="318329"/>
                  </a:cubicBezTo>
                  <a:cubicBezTo>
                    <a:pt x="188741" y="326243"/>
                    <a:pt x="178239" y="328881"/>
                    <a:pt x="169050" y="323605"/>
                  </a:cubicBezTo>
                  <a:cubicBezTo>
                    <a:pt x="169050" y="323605"/>
                    <a:pt x="169050" y="323605"/>
                    <a:pt x="167737" y="323605"/>
                  </a:cubicBezTo>
                  <a:cubicBezTo>
                    <a:pt x="159861" y="318329"/>
                    <a:pt x="157235" y="305140"/>
                    <a:pt x="162486" y="297226"/>
                  </a:cubicBezTo>
                  <a:cubicBezTo>
                    <a:pt x="162486" y="297226"/>
                    <a:pt x="162486" y="297226"/>
                    <a:pt x="191366" y="255019"/>
                  </a:cubicBezTo>
                  <a:cubicBezTo>
                    <a:pt x="191366" y="255019"/>
                    <a:pt x="191366" y="255019"/>
                    <a:pt x="167737" y="220726"/>
                  </a:cubicBezTo>
                  <a:cubicBezTo>
                    <a:pt x="167737" y="220726"/>
                    <a:pt x="167737" y="220726"/>
                    <a:pt x="70594" y="322286"/>
                  </a:cubicBezTo>
                  <a:cubicBezTo>
                    <a:pt x="65343" y="328881"/>
                    <a:pt x="54841" y="330200"/>
                    <a:pt x="46965" y="326243"/>
                  </a:cubicBezTo>
                  <a:cubicBezTo>
                    <a:pt x="45652" y="324924"/>
                    <a:pt x="44339" y="323605"/>
                    <a:pt x="44339" y="322286"/>
                  </a:cubicBezTo>
                  <a:cubicBezTo>
                    <a:pt x="36463" y="315691"/>
                    <a:pt x="36463" y="303821"/>
                    <a:pt x="43027" y="295907"/>
                  </a:cubicBezTo>
                  <a:cubicBezTo>
                    <a:pt x="43027" y="295907"/>
                    <a:pt x="43027" y="295907"/>
                    <a:pt x="144108" y="189070"/>
                  </a:cubicBezTo>
                  <a:cubicBezTo>
                    <a:pt x="144108" y="185113"/>
                    <a:pt x="145421" y="181156"/>
                    <a:pt x="148046" y="177200"/>
                  </a:cubicBezTo>
                  <a:cubicBezTo>
                    <a:pt x="148046" y="177200"/>
                    <a:pt x="148046" y="177200"/>
                    <a:pt x="190054" y="103337"/>
                  </a:cubicBezTo>
                  <a:cubicBezTo>
                    <a:pt x="190054" y="103337"/>
                    <a:pt x="190054" y="103337"/>
                    <a:pt x="151984" y="107294"/>
                  </a:cubicBezTo>
                  <a:cubicBezTo>
                    <a:pt x="151984" y="107294"/>
                    <a:pt x="151984" y="107294"/>
                    <a:pt x="119166" y="154777"/>
                  </a:cubicBezTo>
                  <a:lnTo>
                    <a:pt x="110272" y="161402"/>
                  </a:lnTo>
                  <a:lnTo>
                    <a:pt x="110027" y="158233"/>
                  </a:lnTo>
                  <a:cubicBezTo>
                    <a:pt x="99484" y="134642"/>
                    <a:pt x="99484" y="134642"/>
                    <a:pt x="99484" y="134642"/>
                  </a:cubicBezTo>
                  <a:lnTo>
                    <a:pt x="95803" y="133422"/>
                  </a:lnTo>
                  <a:lnTo>
                    <a:pt x="97670" y="130706"/>
                  </a:lnTo>
                  <a:cubicBezTo>
                    <a:pt x="102428" y="123781"/>
                    <a:pt x="111946" y="109932"/>
                    <a:pt x="130980" y="82234"/>
                  </a:cubicBezTo>
                  <a:cubicBezTo>
                    <a:pt x="133606" y="78277"/>
                    <a:pt x="137544" y="75639"/>
                    <a:pt x="141482" y="75639"/>
                  </a:cubicBezTo>
                  <a:cubicBezTo>
                    <a:pt x="141482" y="75639"/>
                    <a:pt x="141482" y="75639"/>
                    <a:pt x="221560" y="67725"/>
                  </a:cubicBezTo>
                  <a:close/>
                  <a:moveTo>
                    <a:pt x="276970" y="0"/>
                  </a:moveTo>
                  <a:cubicBezTo>
                    <a:pt x="299328" y="0"/>
                    <a:pt x="317452" y="17769"/>
                    <a:pt x="317452" y="39688"/>
                  </a:cubicBezTo>
                  <a:cubicBezTo>
                    <a:pt x="317452" y="61607"/>
                    <a:pt x="299328" y="79376"/>
                    <a:pt x="276970" y="79376"/>
                  </a:cubicBezTo>
                  <a:cubicBezTo>
                    <a:pt x="254612" y="79376"/>
                    <a:pt x="236488" y="61607"/>
                    <a:pt x="236488" y="39688"/>
                  </a:cubicBezTo>
                  <a:cubicBezTo>
                    <a:pt x="236488" y="17769"/>
                    <a:pt x="254612" y="0"/>
                    <a:pt x="276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cs typeface="+mn-ea"/>
                <a:sym typeface="+mn-lt"/>
              </a:endParaRPr>
            </a:p>
          </p:txBody>
        </p:sp>
        <p:sp>
          <p:nvSpPr>
            <p:cNvPr id="50" name="椭圆 47"/>
            <p:cNvSpPr/>
            <p:nvPr/>
          </p:nvSpPr>
          <p:spPr>
            <a:xfrm>
              <a:off x="6848314" y="4060829"/>
              <a:ext cx="715888" cy="715888"/>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cs typeface="+mn-ea"/>
                <a:sym typeface="+mn-lt"/>
              </a:endParaRPr>
            </a:p>
          </p:txBody>
        </p:sp>
      </p:grpSp>
      <p:grpSp>
        <p:nvGrpSpPr>
          <p:cNvPr id="25" name="组合 24">
            <a:extLst>
              <a:ext uri="{FF2B5EF4-FFF2-40B4-BE49-F238E27FC236}">
                <a16:creationId xmlns:a16="http://schemas.microsoft.com/office/drawing/2014/main" id="{22BA3D5E-603F-4273-91C3-802EF39799D8}"/>
              </a:ext>
            </a:extLst>
          </p:cNvPr>
          <p:cNvGrpSpPr/>
          <p:nvPr/>
        </p:nvGrpSpPr>
        <p:grpSpPr>
          <a:xfrm>
            <a:off x="444056" y="246729"/>
            <a:ext cx="1415772" cy="433147"/>
            <a:chOff x="444056" y="262399"/>
            <a:chExt cx="1415772" cy="433147"/>
          </a:xfrm>
        </p:grpSpPr>
        <p:sp>
          <p:nvSpPr>
            <p:cNvPr id="30" name="TextBox 7">
              <a:extLst>
                <a:ext uri="{FF2B5EF4-FFF2-40B4-BE49-F238E27FC236}">
                  <a16:creationId xmlns:a16="http://schemas.microsoft.com/office/drawing/2014/main" id="{1965E5F4-D088-4D67-A40B-13A26D4C6F51}"/>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1" name="TextBox 8">
              <a:extLst>
                <a:ext uri="{FF2B5EF4-FFF2-40B4-BE49-F238E27FC236}">
                  <a16:creationId xmlns:a16="http://schemas.microsoft.com/office/drawing/2014/main" id="{7DBF6F0F-0BBE-42C8-A721-2FA834FCAB00}"/>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32" name="矩形 31">
            <a:extLst>
              <a:ext uri="{FF2B5EF4-FFF2-40B4-BE49-F238E27FC236}">
                <a16:creationId xmlns:a16="http://schemas.microsoft.com/office/drawing/2014/main" id="{329028BB-5479-4287-92E4-26B0C4BD1CF2}"/>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01D4BA9E-C53D-4894-AE83-D4C2E3CFFC3A}"/>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98682791"/>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2" fill="hold" nodeType="after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1+#ppt_w/2"/>
                                          </p:val>
                                        </p:tav>
                                        <p:tav tm="100000">
                                          <p:val>
                                            <p:strVal val="#ppt_x"/>
                                          </p:val>
                                        </p:tav>
                                      </p:tavLst>
                                    </p:anim>
                                    <p:anim calcmode="lin" valueType="num">
                                      <p:cBhvr additive="base">
                                        <p:cTn id="14" dur="500" fill="hold"/>
                                        <p:tgtEl>
                                          <p:spTgt spid="44"/>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51"/>
                                        </p:tgtEl>
                                        <p:attrNameLst>
                                          <p:attrName>style.visibility</p:attrName>
                                        </p:attrNameLst>
                                      </p:cBhvr>
                                      <p:to>
                                        <p:strVal val="visible"/>
                                      </p:to>
                                    </p:set>
                                    <p:anim calcmode="lin" valueType="num">
                                      <p:cBhvr>
                                        <p:cTn id="18" dur="500" fill="hold"/>
                                        <p:tgtEl>
                                          <p:spTgt spid="51"/>
                                        </p:tgtEl>
                                        <p:attrNameLst>
                                          <p:attrName>ppt_w</p:attrName>
                                        </p:attrNameLst>
                                      </p:cBhvr>
                                      <p:tavLst>
                                        <p:tav tm="0">
                                          <p:val>
                                            <p:fltVal val="0"/>
                                          </p:val>
                                        </p:tav>
                                        <p:tav tm="100000">
                                          <p:val>
                                            <p:strVal val="#ppt_w"/>
                                          </p:val>
                                        </p:tav>
                                      </p:tavLst>
                                    </p:anim>
                                    <p:anim calcmode="lin" valueType="num">
                                      <p:cBhvr>
                                        <p:cTn id="19" dur="500" fill="hold"/>
                                        <p:tgtEl>
                                          <p:spTgt spid="51"/>
                                        </p:tgtEl>
                                        <p:attrNameLst>
                                          <p:attrName>ppt_h</p:attrName>
                                        </p:attrNameLst>
                                      </p:cBhvr>
                                      <p:tavLst>
                                        <p:tav tm="0">
                                          <p:val>
                                            <p:fltVal val="0"/>
                                          </p:val>
                                        </p:tav>
                                        <p:tav tm="100000">
                                          <p:val>
                                            <p:strVal val="#ppt_h"/>
                                          </p:val>
                                        </p:tav>
                                      </p:tavLst>
                                    </p:anim>
                                    <p:animEffect transition="in" filter="fade">
                                      <p:cBhvr>
                                        <p:cTn id="2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9DB1297C-C7B1-43EB-961D-CE1203113E05}"/>
              </a:ext>
            </a:extLst>
          </p:cNvPr>
          <p:cNvGrpSpPr/>
          <p:nvPr/>
        </p:nvGrpSpPr>
        <p:grpSpPr>
          <a:xfrm>
            <a:off x="3765185" y="2105561"/>
            <a:ext cx="5240796" cy="2646878"/>
            <a:chOff x="2944982" y="2067436"/>
            <a:chExt cx="5240796" cy="2646878"/>
          </a:xfrm>
        </p:grpSpPr>
        <p:sp>
          <p:nvSpPr>
            <p:cNvPr id="22" name="文本框 21">
              <a:extLst>
                <a:ext uri="{FF2B5EF4-FFF2-40B4-BE49-F238E27FC236}">
                  <a16:creationId xmlns:a16="http://schemas.microsoft.com/office/drawing/2014/main" id="{3A95399C-5634-46ED-81B5-1B2D1D84BE44}"/>
                </a:ext>
              </a:extLst>
            </p:cNvPr>
            <p:cNvSpPr txBox="1"/>
            <p:nvPr/>
          </p:nvSpPr>
          <p:spPr>
            <a:xfrm>
              <a:off x="2944982" y="2067436"/>
              <a:ext cx="1438214" cy="2646878"/>
            </a:xfrm>
            <a:prstGeom prst="rect">
              <a:avLst/>
            </a:prstGeom>
            <a:noFill/>
          </p:spPr>
          <p:txBody>
            <a:bodyPr wrap="none" rtlCol="0">
              <a:spAutoFit/>
            </a:bodyPr>
            <a:lstStyle/>
            <a:p>
              <a:r>
                <a:rPr lang="en-US" altLang="zh-CN"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3</a:t>
              </a:r>
              <a:endParaRPr lang="zh-CN" altLang="en-US"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sp>
          <p:nvSpPr>
            <p:cNvPr id="23" name="TextBox 7">
              <a:extLst>
                <a:ext uri="{FF2B5EF4-FFF2-40B4-BE49-F238E27FC236}">
                  <a16:creationId xmlns:a16="http://schemas.microsoft.com/office/drawing/2014/main" id="{6DDD9ED8-21F9-40C0-A808-5B7D1A03C9E1}"/>
                </a:ext>
              </a:extLst>
            </p:cNvPr>
            <p:cNvSpPr txBox="1"/>
            <p:nvPr/>
          </p:nvSpPr>
          <p:spPr>
            <a:xfrm>
              <a:off x="4314267" y="2609186"/>
              <a:ext cx="3871511" cy="707886"/>
            </a:xfrm>
            <a:prstGeom prst="rect">
              <a:avLst/>
            </a:prstGeom>
            <a:noFill/>
          </p:spPr>
          <p:txBody>
            <a:bodyPr wrap="square" rtlCol="0">
              <a:spAutoFit/>
            </a:bodyPr>
            <a:lstStyle/>
            <a:p>
              <a:r>
                <a:rPr lang="zh-CN" altLang="en-US" sz="4000" b="1" dirty="0">
                  <a:latin typeface="思源黑体 CN Bold" panose="020B0800000000000000" pitchFamily="34" charset="-122"/>
                  <a:ea typeface="思源黑体 CN Bold" panose="020B0800000000000000" pitchFamily="34" charset="-122"/>
                  <a:cs typeface="Arial" panose="020B0604020202020204" pitchFamily="34" charset="0"/>
                </a:rPr>
                <a:t>第三章标题内容</a:t>
              </a:r>
            </a:p>
          </p:txBody>
        </p:sp>
        <p:sp>
          <p:nvSpPr>
            <p:cNvPr id="24" name="矩形 23">
              <a:extLst>
                <a:ext uri="{FF2B5EF4-FFF2-40B4-BE49-F238E27FC236}">
                  <a16:creationId xmlns:a16="http://schemas.microsoft.com/office/drawing/2014/main" id="{853F88A2-0D32-43A0-B7A5-73B73D34F71A}"/>
                </a:ext>
              </a:extLst>
            </p:cNvPr>
            <p:cNvSpPr/>
            <p:nvPr/>
          </p:nvSpPr>
          <p:spPr>
            <a:xfrm>
              <a:off x="4314267" y="3463214"/>
              <a:ext cx="3749257" cy="830997"/>
            </a:xfrm>
            <a:prstGeom prst="rect">
              <a:avLst/>
            </a:prstGeom>
          </p:spPr>
          <p:txBody>
            <a:bodyPr wrap="square">
              <a:spAutoFit/>
            </a:bodyPr>
            <a:lstStyle/>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单击此处添加文字阐述，添加简短问题</a:t>
              </a:r>
              <a:endPar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endParaRPr>
            </a:p>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说明文字，具体添加文字在此处添加</a:t>
              </a:r>
            </a:p>
          </p:txBody>
        </p:sp>
      </p:grpSp>
      <p:sp>
        <p:nvSpPr>
          <p:cNvPr id="30" name="矩形 29">
            <a:extLst>
              <a:ext uri="{FF2B5EF4-FFF2-40B4-BE49-F238E27FC236}">
                <a16:creationId xmlns:a16="http://schemas.microsoft.com/office/drawing/2014/main" id="{A8A89721-6CCD-4AE6-A032-3373800E906B}"/>
              </a:ext>
            </a:extLst>
          </p:cNvPr>
          <p:cNvSpPr/>
          <p:nvPr/>
        </p:nvSpPr>
        <p:spPr>
          <a:xfrm>
            <a:off x="0" y="50295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2A7D8A8-8154-4390-9596-FBA13C20F205}"/>
              </a:ext>
            </a:extLst>
          </p:cNvPr>
          <p:cNvSpPr/>
          <p:nvPr/>
        </p:nvSpPr>
        <p:spPr>
          <a:xfrm>
            <a:off x="914400" y="5943999"/>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3817C3C-47AA-404B-8DFC-8E49301AE128}"/>
              </a:ext>
            </a:extLst>
          </p:cNvPr>
          <p:cNvSpPr/>
          <p:nvPr/>
        </p:nvSpPr>
        <p:spPr>
          <a:xfrm>
            <a:off x="10363200" y="0"/>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AD41770-2EF5-49EA-B865-B50204D9906A}"/>
              </a:ext>
            </a:extLst>
          </p:cNvPr>
          <p:cNvSpPr/>
          <p:nvPr/>
        </p:nvSpPr>
        <p:spPr>
          <a:xfrm>
            <a:off x="11277600" y="9144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E230DFA-6EB9-41FF-80A5-320708C97552}"/>
              </a:ext>
            </a:extLst>
          </p:cNvPr>
          <p:cNvSpPr/>
          <p:nvPr/>
        </p:nvSpPr>
        <p:spPr>
          <a:xfrm>
            <a:off x="9311146" y="45723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26B5911-9FB8-4EA6-A7D4-A38A1577F4B1}"/>
              </a:ext>
            </a:extLst>
          </p:cNvPr>
          <p:cNvSpPr/>
          <p:nvPr/>
        </p:nvSpPr>
        <p:spPr>
          <a:xfrm>
            <a:off x="2862622" y="141957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2033910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1000" fill="hold"/>
                                        <p:tgtEl>
                                          <p:spTgt spid="37"/>
                                        </p:tgtEl>
                                        <p:attrNameLst>
                                          <p:attrName>ppt_w</p:attrName>
                                        </p:attrNameLst>
                                      </p:cBhvr>
                                      <p:tavLst>
                                        <p:tav tm="0">
                                          <p:val>
                                            <p:fltVal val="0"/>
                                          </p:val>
                                        </p:tav>
                                        <p:tav tm="100000">
                                          <p:val>
                                            <p:strVal val="#ppt_w"/>
                                          </p:val>
                                        </p:tav>
                                      </p:tavLst>
                                    </p:anim>
                                    <p:anim calcmode="lin" valueType="num">
                                      <p:cBhvr>
                                        <p:cTn id="15" dur="1000" fill="hold"/>
                                        <p:tgtEl>
                                          <p:spTgt spid="37"/>
                                        </p:tgtEl>
                                        <p:attrNameLst>
                                          <p:attrName>ppt_h</p:attrName>
                                        </p:attrNameLst>
                                      </p:cBhvr>
                                      <p:tavLst>
                                        <p:tav tm="0">
                                          <p:val>
                                            <p:fltVal val="0"/>
                                          </p:val>
                                        </p:tav>
                                        <p:tav tm="100000">
                                          <p:val>
                                            <p:strVal val="#ppt_h"/>
                                          </p:val>
                                        </p:tav>
                                      </p:tavLst>
                                    </p:anim>
                                    <p:anim calcmode="lin" valueType="num">
                                      <p:cBhvr>
                                        <p:cTn id="16" dur="1000" fill="hold"/>
                                        <p:tgtEl>
                                          <p:spTgt spid="37"/>
                                        </p:tgtEl>
                                        <p:attrNameLst>
                                          <p:attrName>style.rotation</p:attrName>
                                        </p:attrNameLst>
                                      </p:cBhvr>
                                      <p:tavLst>
                                        <p:tav tm="0">
                                          <p:val>
                                            <p:fltVal val="90"/>
                                          </p:val>
                                        </p:tav>
                                        <p:tav tm="100000">
                                          <p:val>
                                            <p:fltVal val="0"/>
                                          </p:val>
                                        </p:tav>
                                      </p:tavLst>
                                    </p:anim>
                                    <p:animEffect transition="in" filter="fade">
                                      <p:cBhvr>
                                        <p:cTn id="17" dur="1000"/>
                                        <p:tgtEl>
                                          <p:spTgt spid="37"/>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p:cTn id="20" dur="1000" fill="hold"/>
                                        <p:tgtEl>
                                          <p:spTgt spid="36"/>
                                        </p:tgtEl>
                                        <p:attrNameLst>
                                          <p:attrName>ppt_w</p:attrName>
                                        </p:attrNameLst>
                                      </p:cBhvr>
                                      <p:tavLst>
                                        <p:tav tm="0">
                                          <p:val>
                                            <p:fltVal val="0"/>
                                          </p:val>
                                        </p:tav>
                                        <p:tav tm="100000">
                                          <p:val>
                                            <p:strVal val="#ppt_w"/>
                                          </p:val>
                                        </p:tav>
                                      </p:tavLst>
                                    </p:anim>
                                    <p:anim calcmode="lin" valueType="num">
                                      <p:cBhvr>
                                        <p:cTn id="21" dur="1000" fill="hold"/>
                                        <p:tgtEl>
                                          <p:spTgt spid="36"/>
                                        </p:tgtEl>
                                        <p:attrNameLst>
                                          <p:attrName>ppt_h</p:attrName>
                                        </p:attrNameLst>
                                      </p:cBhvr>
                                      <p:tavLst>
                                        <p:tav tm="0">
                                          <p:val>
                                            <p:fltVal val="0"/>
                                          </p:val>
                                        </p:tav>
                                        <p:tav tm="100000">
                                          <p:val>
                                            <p:strVal val="#ppt_h"/>
                                          </p:val>
                                        </p:tav>
                                      </p:tavLst>
                                    </p:anim>
                                    <p:anim calcmode="lin" valueType="num">
                                      <p:cBhvr>
                                        <p:cTn id="22" dur="1000" fill="hold"/>
                                        <p:tgtEl>
                                          <p:spTgt spid="36"/>
                                        </p:tgtEl>
                                        <p:attrNameLst>
                                          <p:attrName>style.rotation</p:attrName>
                                        </p:attrNameLst>
                                      </p:cBhvr>
                                      <p:tavLst>
                                        <p:tav tm="0">
                                          <p:val>
                                            <p:fltVal val="90"/>
                                          </p:val>
                                        </p:tav>
                                        <p:tav tm="100000">
                                          <p:val>
                                            <p:fltVal val="0"/>
                                          </p:val>
                                        </p:tav>
                                      </p:tavLst>
                                    </p:anim>
                                    <p:animEffect transition="in" filter="fade">
                                      <p:cBhvr>
                                        <p:cTn id="23"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13A03920-1958-45BF-8E04-367C88ED1552}"/>
              </a:ext>
            </a:extLst>
          </p:cNvPr>
          <p:cNvGrpSpPr/>
          <p:nvPr/>
        </p:nvGrpSpPr>
        <p:grpSpPr>
          <a:xfrm>
            <a:off x="444056" y="246729"/>
            <a:ext cx="1415772" cy="433147"/>
            <a:chOff x="444056" y="262399"/>
            <a:chExt cx="1415772" cy="433147"/>
          </a:xfrm>
        </p:grpSpPr>
        <p:sp>
          <p:nvSpPr>
            <p:cNvPr id="15" name="TextBox 7">
              <a:extLst>
                <a:ext uri="{FF2B5EF4-FFF2-40B4-BE49-F238E27FC236}">
                  <a16:creationId xmlns:a16="http://schemas.microsoft.com/office/drawing/2014/main" id="{C0C99788-37E4-4595-8340-A59E50A534D6}"/>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16" name="TextBox 8">
              <a:extLst>
                <a:ext uri="{FF2B5EF4-FFF2-40B4-BE49-F238E27FC236}">
                  <a16:creationId xmlns:a16="http://schemas.microsoft.com/office/drawing/2014/main" id="{0EC1ECD7-2DEF-4F66-940C-27FBB724B841}"/>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17" name="矩形 16">
            <a:extLst>
              <a:ext uri="{FF2B5EF4-FFF2-40B4-BE49-F238E27FC236}">
                <a16:creationId xmlns:a16="http://schemas.microsoft.com/office/drawing/2014/main" id="{C948EB36-B13C-4392-908C-146ABD68FFDB}"/>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19">
            <a:extLst>
              <a:ext uri="{FF2B5EF4-FFF2-40B4-BE49-F238E27FC236}">
                <a16:creationId xmlns:a16="http://schemas.microsoft.com/office/drawing/2014/main" id="{8863A57A-0DB2-4B93-93D1-31CBAE65D959}"/>
              </a:ext>
            </a:extLst>
          </p:cNvPr>
          <p:cNvSpPr txBox="1"/>
          <p:nvPr/>
        </p:nvSpPr>
        <p:spPr>
          <a:xfrm>
            <a:off x="7569933" y="4572895"/>
            <a:ext cx="141577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2" name="文本框 21">
            <a:extLst>
              <a:ext uri="{FF2B5EF4-FFF2-40B4-BE49-F238E27FC236}">
                <a16:creationId xmlns:a16="http://schemas.microsoft.com/office/drawing/2014/main" id="{7FCB4B1D-F1DD-40B4-B360-451108DFF6D6}"/>
              </a:ext>
            </a:extLst>
          </p:cNvPr>
          <p:cNvSpPr txBox="1"/>
          <p:nvPr/>
        </p:nvSpPr>
        <p:spPr>
          <a:xfrm>
            <a:off x="7569934" y="4984564"/>
            <a:ext cx="3614996" cy="830997"/>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sp>
        <p:nvSpPr>
          <p:cNvPr id="23" name="TextBox 19">
            <a:extLst>
              <a:ext uri="{FF2B5EF4-FFF2-40B4-BE49-F238E27FC236}">
                <a16:creationId xmlns:a16="http://schemas.microsoft.com/office/drawing/2014/main" id="{C52EEAA3-18B6-47EF-9406-04E87C2DC33A}"/>
              </a:ext>
            </a:extLst>
          </p:cNvPr>
          <p:cNvSpPr txBox="1"/>
          <p:nvPr/>
        </p:nvSpPr>
        <p:spPr>
          <a:xfrm>
            <a:off x="1349584" y="4572895"/>
            <a:ext cx="1415773" cy="44627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endParaRPr lang="en-US" sz="2300" b="1" dirty="0">
              <a:solidFill>
                <a:schemeClr val="tx1"/>
              </a:solidFill>
              <a:latin typeface="思源黑体 CN Bold" panose="020B0800000000000000" pitchFamily="34" charset="-122"/>
              <a:ea typeface="思源黑体 CN Bold" panose="020B0800000000000000" pitchFamily="34" charset="-122"/>
              <a:cs typeface="Arial" panose="020B0604020202020204" pitchFamily="34" charset="0"/>
              <a:sym typeface="+mn-lt"/>
            </a:endParaRPr>
          </a:p>
        </p:txBody>
      </p:sp>
      <p:sp>
        <p:nvSpPr>
          <p:cNvPr id="24" name="文本框 23">
            <a:extLst>
              <a:ext uri="{FF2B5EF4-FFF2-40B4-BE49-F238E27FC236}">
                <a16:creationId xmlns:a16="http://schemas.microsoft.com/office/drawing/2014/main" id="{A3A2D7BB-CA4C-4D57-9390-B391AF09180D}"/>
              </a:ext>
            </a:extLst>
          </p:cNvPr>
          <p:cNvSpPr txBox="1"/>
          <p:nvPr/>
        </p:nvSpPr>
        <p:spPr>
          <a:xfrm>
            <a:off x="1349585" y="4984564"/>
            <a:ext cx="3614996" cy="830997"/>
          </a:xfrm>
          <a:prstGeom prst="rect">
            <a:avLst/>
          </a:prstGeom>
          <a:noFill/>
        </p:spPr>
        <p:txBody>
          <a:bodyPr wrap="square" rtlCol="0">
            <a:spAutoFit/>
            <a:scene3d>
              <a:camera prst="orthographicFront"/>
              <a:lightRig rig="threePt" dir="t"/>
            </a:scene3d>
            <a:sp3d contourW="12700"/>
          </a:bodyPr>
          <a:lstStyle/>
          <a:p>
            <a:pPr algn="just">
              <a:spcBef>
                <a:spcPct val="0"/>
              </a:spcBef>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您的内容打在这里，或者通过复制您的文本后，在此框中选择粘贴，并选择只保留文字。</a:t>
            </a:r>
          </a:p>
        </p:txBody>
      </p:sp>
      <p:sp>
        <p:nvSpPr>
          <p:cNvPr id="13" name="矩形 12">
            <a:extLst>
              <a:ext uri="{FF2B5EF4-FFF2-40B4-BE49-F238E27FC236}">
                <a16:creationId xmlns:a16="http://schemas.microsoft.com/office/drawing/2014/main" id="{4BA9048A-9E5A-4293-8EF7-657ED2AE103B}"/>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2585" y="920502"/>
            <a:ext cx="4869576" cy="3239993"/>
          </a:xfrm>
          <a:prstGeom prst="rect">
            <a:avLst/>
          </a:prstGeom>
        </p:spPr>
      </p:pic>
      <p:sp>
        <p:nvSpPr>
          <p:cNvPr id="14" name="矩形 13">
            <a:extLst>
              <a:ext uri="{FF2B5EF4-FFF2-40B4-BE49-F238E27FC236}">
                <a16:creationId xmlns:a16="http://schemas.microsoft.com/office/drawing/2014/main" id="{226B5911-9FB8-4EA6-A7D4-A38A1577F4B1}"/>
              </a:ext>
            </a:extLst>
          </p:cNvPr>
          <p:cNvSpPr/>
          <p:nvPr/>
        </p:nvSpPr>
        <p:spPr>
          <a:xfrm>
            <a:off x="0" y="5943600"/>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584368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750"/>
                                        <p:tgtEl>
                                          <p:spTgt spid="22"/>
                                        </p:tgtEl>
                                        <p:attrNameLst>
                                          <p:attrName>ppt_x</p:attrName>
                                        </p:attrNameLst>
                                      </p:cBhvr>
                                      <p:tavLst>
                                        <p:tav tm="0">
                                          <p:val>
                                            <p:strVal val="#ppt_x-#ppt_w*1.125000"/>
                                          </p:val>
                                        </p:tav>
                                        <p:tav tm="100000">
                                          <p:val>
                                            <p:strVal val="#ppt_x"/>
                                          </p:val>
                                        </p:tav>
                                      </p:tavLst>
                                    </p:anim>
                                    <p:animEffect transition="in" filter="wipe(right)">
                                      <p:cBhvr>
                                        <p:cTn id="8" dur="750"/>
                                        <p:tgtEl>
                                          <p:spTgt spid="22"/>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p:tgtEl>
                                          <p:spTgt spid="21"/>
                                        </p:tgtEl>
                                        <p:attrNameLst>
                                          <p:attrName>ppt_x</p:attrName>
                                        </p:attrNameLst>
                                      </p:cBhvr>
                                      <p:tavLst>
                                        <p:tav tm="0">
                                          <p:val>
                                            <p:strVal val="#ppt_x-#ppt_w*1.125000"/>
                                          </p:val>
                                        </p:tav>
                                        <p:tav tm="100000">
                                          <p:val>
                                            <p:strVal val="#ppt_x"/>
                                          </p:val>
                                        </p:tav>
                                      </p:tavLst>
                                    </p:anim>
                                    <p:animEffect transition="in" filter="wipe(right)">
                                      <p:cBhvr>
                                        <p:cTn id="12" dur="750"/>
                                        <p:tgtEl>
                                          <p:spTgt spid="21"/>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750"/>
                                        <p:tgtEl>
                                          <p:spTgt spid="23"/>
                                        </p:tgtEl>
                                        <p:attrNameLst>
                                          <p:attrName>ppt_x</p:attrName>
                                        </p:attrNameLst>
                                      </p:cBhvr>
                                      <p:tavLst>
                                        <p:tav tm="0">
                                          <p:val>
                                            <p:strVal val="#ppt_x-#ppt_w*1.125000"/>
                                          </p:val>
                                        </p:tav>
                                        <p:tav tm="100000">
                                          <p:val>
                                            <p:strVal val="#ppt_x"/>
                                          </p:val>
                                        </p:tav>
                                      </p:tavLst>
                                    </p:anim>
                                    <p:animEffect transition="in" filter="wipe(right)">
                                      <p:cBhvr>
                                        <p:cTn id="16" dur="750"/>
                                        <p:tgtEl>
                                          <p:spTgt spid="23"/>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750"/>
                                        <p:tgtEl>
                                          <p:spTgt spid="24"/>
                                        </p:tgtEl>
                                        <p:attrNameLst>
                                          <p:attrName>ppt_x</p:attrName>
                                        </p:attrNameLst>
                                      </p:cBhvr>
                                      <p:tavLst>
                                        <p:tav tm="0">
                                          <p:val>
                                            <p:strVal val="#ppt_x-#ppt_w*1.125000"/>
                                          </p:val>
                                        </p:tav>
                                        <p:tav tm="100000">
                                          <p:val>
                                            <p:strVal val="#ppt_x"/>
                                          </p:val>
                                        </p:tav>
                                      </p:tavLst>
                                    </p:anim>
                                    <p:animEffect transition="in" filter="wipe(right)">
                                      <p:cBhvr>
                                        <p:cTn id="20" dur="75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1000" fill="hold"/>
                                        <p:tgtEl>
                                          <p:spTgt spid="14"/>
                                        </p:tgtEl>
                                        <p:attrNameLst>
                                          <p:attrName>ppt_w</p:attrName>
                                        </p:attrNameLst>
                                      </p:cBhvr>
                                      <p:tavLst>
                                        <p:tav tm="0">
                                          <p:val>
                                            <p:fltVal val="0"/>
                                          </p:val>
                                        </p:tav>
                                        <p:tav tm="100000">
                                          <p:val>
                                            <p:strVal val="#ppt_w"/>
                                          </p:val>
                                        </p:tav>
                                      </p:tavLst>
                                    </p:anim>
                                    <p:anim calcmode="lin" valueType="num">
                                      <p:cBhvr>
                                        <p:cTn id="26" dur="1000" fill="hold"/>
                                        <p:tgtEl>
                                          <p:spTgt spid="14"/>
                                        </p:tgtEl>
                                        <p:attrNameLst>
                                          <p:attrName>ppt_h</p:attrName>
                                        </p:attrNameLst>
                                      </p:cBhvr>
                                      <p:tavLst>
                                        <p:tav tm="0">
                                          <p:val>
                                            <p:fltVal val="0"/>
                                          </p:val>
                                        </p:tav>
                                        <p:tav tm="100000">
                                          <p:val>
                                            <p:strVal val="#ppt_h"/>
                                          </p:val>
                                        </p:tav>
                                      </p:tavLst>
                                    </p:anim>
                                    <p:anim calcmode="lin" valueType="num">
                                      <p:cBhvr>
                                        <p:cTn id="27" dur="1000" fill="hold"/>
                                        <p:tgtEl>
                                          <p:spTgt spid="14"/>
                                        </p:tgtEl>
                                        <p:attrNameLst>
                                          <p:attrName>style.rotation</p:attrName>
                                        </p:attrNameLst>
                                      </p:cBhvr>
                                      <p:tavLst>
                                        <p:tav tm="0">
                                          <p:val>
                                            <p:fltVal val="90"/>
                                          </p:val>
                                        </p:tav>
                                        <p:tav tm="100000">
                                          <p:val>
                                            <p:fltVal val="0"/>
                                          </p:val>
                                        </p:tav>
                                      </p:tavLst>
                                    </p:anim>
                                    <p:animEffect transition="in" filter="fade">
                                      <p:cBhvr>
                                        <p:cTn id="2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512651" y="2121635"/>
            <a:ext cx="9266675" cy="4273477"/>
            <a:chOff x="1947087" y="2600978"/>
            <a:chExt cx="8167844" cy="2870833"/>
          </a:xfrm>
        </p:grpSpPr>
        <p:cxnSp>
          <p:nvCxnSpPr>
            <p:cNvPr id="42" name="Straight Connector 154"/>
            <p:cNvCxnSpPr/>
            <p:nvPr/>
          </p:nvCxnSpPr>
          <p:spPr>
            <a:xfrm>
              <a:off x="1947087" y="5471530"/>
              <a:ext cx="7948062"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a:spLocks/>
            </p:cNvSpPr>
            <p:nvPr/>
          </p:nvSpPr>
          <p:spPr bwMode="auto">
            <a:xfrm>
              <a:off x="2820738" y="2919959"/>
              <a:ext cx="2798662" cy="255185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rgbClr val="04EEE8">
                <a:alpha val="70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a:spLocks/>
            </p:cNvSpPr>
            <p:nvPr/>
          </p:nvSpPr>
          <p:spPr bwMode="auto">
            <a:xfrm>
              <a:off x="5934369" y="2919959"/>
              <a:ext cx="2798662" cy="255185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rgbClr val="04EEE8">
                <a:alpha val="70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a:spLocks/>
            </p:cNvSpPr>
            <p:nvPr/>
          </p:nvSpPr>
          <p:spPr bwMode="auto">
            <a:xfrm>
              <a:off x="1970496" y="3876903"/>
              <a:ext cx="2132314" cy="1594908"/>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rgbClr val="0F74E3">
                <a:alpha val="70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a:spLocks/>
            </p:cNvSpPr>
            <p:nvPr/>
          </p:nvSpPr>
          <p:spPr bwMode="auto">
            <a:xfrm>
              <a:off x="4202637" y="2600978"/>
              <a:ext cx="3148495" cy="287083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rgbClr val="0F74E3">
                <a:alpha val="70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a:spLocks/>
            </p:cNvSpPr>
            <p:nvPr/>
          </p:nvSpPr>
          <p:spPr bwMode="auto">
            <a:xfrm>
              <a:off x="7316269" y="3363153"/>
              <a:ext cx="2798662" cy="2108658"/>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rgbClr val="0F74E3">
                <a:alpha val="70000"/>
              </a:srgbClr>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43" name="矩形 42"/>
          <p:cNvSpPr/>
          <p:nvPr/>
        </p:nvSpPr>
        <p:spPr>
          <a:xfrm>
            <a:off x="9726" y="5106140"/>
            <a:ext cx="12192000" cy="1745758"/>
          </a:xfrm>
          <a:prstGeom prst="rect">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矩形 44"/>
          <p:cNvSpPr/>
          <p:nvPr/>
        </p:nvSpPr>
        <p:spPr>
          <a:xfrm>
            <a:off x="1117948" y="5605862"/>
            <a:ext cx="9975556" cy="367408"/>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cs typeface="Arial" panose="020B0604020202020204" pitchFamily="34" charset="0"/>
              </a:rPr>
              <a:t>用户可以在投影仪或者计算机上进行演示也可以将演示文稿打印出来制作成胶片以便应用到更广泛的领域中</a:t>
            </a:r>
          </a:p>
        </p:txBody>
      </p:sp>
      <p:sp>
        <p:nvSpPr>
          <p:cNvPr id="47" name="矩形 46"/>
          <p:cNvSpPr/>
          <p:nvPr/>
        </p:nvSpPr>
        <p:spPr>
          <a:xfrm>
            <a:off x="2067144" y="2965866"/>
            <a:ext cx="1409682"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48" name="矩形 47"/>
          <p:cNvSpPr/>
          <p:nvPr/>
        </p:nvSpPr>
        <p:spPr>
          <a:xfrm>
            <a:off x="3386579" y="1972152"/>
            <a:ext cx="1409682"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49" name="矩形 48"/>
          <p:cNvSpPr/>
          <p:nvPr/>
        </p:nvSpPr>
        <p:spPr>
          <a:xfrm>
            <a:off x="5152835" y="1603539"/>
            <a:ext cx="1409682"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50" name="矩形 49"/>
          <p:cNvSpPr/>
          <p:nvPr/>
        </p:nvSpPr>
        <p:spPr>
          <a:xfrm>
            <a:off x="6938868" y="1961977"/>
            <a:ext cx="1409682"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51" name="矩形 50"/>
          <p:cNvSpPr/>
          <p:nvPr/>
        </p:nvSpPr>
        <p:spPr>
          <a:xfrm>
            <a:off x="8493976" y="2392980"/>
            <a:ext cx="1409682" cy="4876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nvGrpSpPr>
          <p:cNvPr id="24" name="组合 23">
            <a:extLst>
              <a:ext uri="{FF2B5EF4-FFF2-40B4-BE49-F238E27FC236}">
                <a16:creationId xmlns:a16="http://schemas.microsoft.com/office/drawing/2014/main" id="{BE77C778-BCA0-49EE-B338-FAEA84AB05D5}"/>
              </a:ext>
            </a:extLst>
          </p:cNvPr>
          <p:cNvGrpSpPr/>
          <p:nvPr/>
        </p:nvGrpSpPr>
        <p:grpSpPr>
          <a:xfrm>
            <a:off x="444056" y="246729"/>
            <a:ext cx="1415772" cy="433147"/>
            <a:chOff x="444056" y="262399"/>
            <a:chExt cx="1415772" cy="433147"/>
          </a:xfrm>
        </p:grpSpPr>
        <p:sp>
          <p:nvSpPr>
            <p:cNvPr id="25" name="TextBox 7">
              <a:extLst>
                <a:ext uri="{FF2B5EF4-FFF2-40B4-BE49-F238E27FC236}">
                  <a16:creationId xmlns:a16="http://schemas.microsoft.com/office/drawing/2014/main" id="{0080DA66-B7F5-4E39-8973-0C8A91183454}"/>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26" name="TextBox 8">
              <a:extLst>
                <a:ext uri="{FF2B5EF4-FFF2-40B4-BE49-F238E27FC236}">
                  <a16:creationId xmlns:a16="http://schemas.microsoft.com/office/drawing/2014/main" id="{674728B0-10AC-4D94-B64E-5EF35D31BF72}"/>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27" name="矩形 26">
            <a:extLst>
              <a:ext uri="{FF2B5EF4-FFF2-40B4-BE49-F238E27FC236}">
                <a16:creationId xmlns:a16="http://schemas.microsoft.com/office/drawing/2014/main" id="{F488B231-7C5E-4E9D-8B92-8608E10EE9E4}"/>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556E5E2-0086-49C4-8E70-BB2F136C9B98}"/>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421153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5">
                                            <p:txEl>
                                              <p:pRg st="0" end="0"/>
                                            </p:txEl>
                                          </p:spTgt>
                                        </p:tgtEl>
                                        <p:attrNameLst>
                                          <p:attrName>style.visibility</p:attrName>
                                        </p:attrNameLst>
                                      </p:cBhvr>
                                      <p:to>
                                        <p:strVal val="visible"/>
                                      </p:to>
                                    </p:set>
                                    <p:anim calcmode="lin" valueType="num">
                                      <p:cBhvr>
                                        <p:cTn id="11" dur="500" fill="hold"/>
                                        <p:tgtEl>
                                          <p:spTgt spid="45">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45">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45">
                                            <p:txEl>
                                              <p:pRg st="0" end="0"/>
                                            </p:txEl>
                                          </p:spTgt>
                                        </p:tgtEl>
                                      </p:cBhvr>
                                    </p:animEffect>
                                  </p:childTnLst>
                                </p:cTn>
                              </p:par>
                            </p:childTnLst>
                          </p:cTn>
                        </p:par>
                        <p:par>
                          <p:cTn id="14" fill="hold">
                            <p:stCondLst>
                              <p:cond delay="1000"/>
                            </p:stCondLst>
                            <p:childTnLst>
                              <p:par>
                                <p:cTn id="15" presetID="17"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ppt_h/2"/>
                                          </p:val>
                                        </p:tav>
                                        <p:tav tm="100000">
                                          <p:val>
                                            <p:strVal val="#ppt_y"/>
                                          </p:val>
                                        </p:tav>
                                      </p:tavLst>
                                    </p:anim>
                                    <p:anim calcmode="lin" valueType="num">
                                      <p:cBhvr>
                                        <p:cTn id="19" dur="500" fill="hold"/>
                                        <p:tgtEl>
                                          <p:spTgt spid="5"/>
                                        </p:tgtEl>
                                        <p:attrNameLst>
                                          <p:attrName>ppt_w</p:attrName>
                                        </p:attrNameLst>
                                      </p:cBhvr>
                                      <p:tavLst>
                                        <p:tav tm="0">
                                          <p:val>
                                            <p:strVal val="#ppt_w"/>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47"/>
                                        </p:tgtEl>
                                        <p:attrNameLst>
                                          <p:attrName>style.visibility</p:attrName>
                                        </p:attrNameLst>
                                      </p:cBhvr>
                                      <p:to>
                                        <p:strVal val="visible"/>
                                      </p:to>
                                    </p:set>
                                    <p:anim calcmode="lin" valueType="num">
                                      <p:cBhvr>
                                        <p:cTn id="24" dur="500" fill="hold"/>
                                        <p:tgtEl>
                                          <p:spTgt spid="47"/>
                                        </p:tgtEl>
                                        <p:attrNameLst>
                                          <p:attrName>ppt_w</p:attrName>
                                        </p:attrNameLst>
                                      </p:cBhvr>
                                      <p:tavLst>
                                        <p:tav tm="0">
                                          <p:val>
                                            <p:fltVal val="0"/>
                                          </p:val>
                                        </p:tav>
                                        <p:tav tm="100000">
                                          <p:val>
                                            <p:strVal val="#ppt_w"/>
                                          </p:val>
                                        </p:tav>
                                      </p:tavLst>
                                    </p:anim>
                                    <p:anim calcmode="lin" valueType="num">
                                      <p:cBhvr>
                                        <p:cTn id="25" dur="500" fill="hold"/>
                                        <p:tgtEl>
                                          <p:spTgt spid="47"/>
                                        </p:tgtEl>
                                        <p:attrNameLst>
                                          <p:attrName>ppt_h</p:attrName>
                                        </p:attrNameLst>
                                      </p:cBhvr>
                                      <p:tavLst>
                                        <p:tav tm="0">
                                          <p:val>
                                            <p:fltVal val="0"/>
                                          </p:val>
                                        </p:tav>
                                        <p:tav tm="100000">
                                          <p:val>
                                            <p:strVal val="#ppt_h"/>
                                          </p:val>
                                        </p:tav>
                                      </p:tavLst>
                                    </p:anim>
                                    <p:animEffect transition="in" filter="fade">
                                      <p:cBhvr>
                                        <p:cTn id="26" dur="500"/>
                                        <p:tgtEl>
                                          <p:spTgt spid="47"/>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fltVal val="0"/>
                                          </p:val>
                                        </p:tav>
                                        <p:tav tm="100000">
                                          <p:val>
                                            <p:strVal val="#ppt_w"/>
                                          </p:val>
                                        </p:tav>
                                      </p:tavLst>
                                    </p:anim>
                                    <p:anim calcmode="lin" valueType="num">
                                      <p:cBhvr>
                                        <p:cTn id="30" dur="500" fill="hold"/>
                                        <p:tgtEl>
                                          <p:spTgt spid="48"/>
                                        </p:tgtEl>
                                        <p:attrNameLst>
                                          <p:attrName>ppt_h</p:attrName>
                                        </p:attrNameLst>
                                      </p:cBhvr>
                                      <p:tavLst>
                                        <p:tav tm="0">
                                          <p:val>
                                            <p:fltVal val="0"/>
                                          </p:val>
                                        </p:tav>
                                        <p:tav tm="100000">
                                          <p:val>
                                            <p:strVal val="#ppt_h"/>
                                          </p:val>
                                        </p:tav>
                                      </p:tavLst>
                                    </p:anim>
                                    <p:animEffect transition="in" filter="fade">
                                      <p:cBhvr>
                                        <p:cTn id="31" dur="500"/>
                                        <p:tgtEl>
                                          <p:spTgt spid="4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p:cTn id="34" dur="500" fill="hold"/>
                                        <p:tgtEl>
                                          <p:spTgt spid="49"/>
                                        </p:tgtEl>
                                        <p:attrNameLst>
                                          <p:attrName>ppt_w</p:attrName>
                                        </p:attrNameLst>
                                      </p:cBhvr>
                                      <p:tavLst>
                                        <p:tav tm="0">
                                          <p:val>
                                            <p:fltVal val="0"/>
                                          </p:val>
                                        </p:tav>
                                        <p:tav tm="100000">
                                          <p:val>
                                            <p:strVal val="#ppt_w"/>
                                          </p:val>
                                        </p:tav>
                                      </p:tavLst>
                                    </p:anim>
                                    <p:anim calcmode="lin" valueType="num">
                                      <p:cBhvr>
                                        <p:cTn id="35" dur="500" fill="hold"/>
                                        <p:tgtEl>
                                          <p:spTgt spid="49"/>
                                        </p:tgtEl>
                                        <p:attrNameLst>
                                          <p:attrName>ppt_h</p:attrName>
                                        </p:attrNameLst>
                                      </p:cBhvr>
                                      <p:tavLst>
                                        <p:tav tm="0">
                                          <p:val>
                                            <p:fltVal val="0"/>
                                          </p:val>
                                        </p:tav>
                                        <p:tav tm="100000">
                                          <p:val>
                                            <p:strVal val="#ppt_h"/>
                                          </p:val>
                                        </p:tav>
                                      </p:tavLst>
                                    </p:anim>
                                    <p:animEffect transition="in" filter="fade">
                                      <p:cBhvr>
                                        <p:cTn id="36" dur="500"/>
                                        <p:tgtEl>
                                          <p:spTgt spid="49"/>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anim calcmode="lin" valueType="num">
                                      <p:cBhvr>
                                        <p:cTn id="39" dur="500" fill="hold"/>
                                        <p:tgtEl>
                                          <p:spTgt spid="50"/>
                                        </p:tgtEl>
                                        <p:attrNameLst>
                                          <p:attrName>ppt_w</p:attrName>
                                        </p:attrNameLst>
                                      </p:cBhvr>
                                      <p:tavLst>
                                        <p:tav tm="0">
                                          <p:val>
                                            <p:fltVal val="0"/>
                                          </p:val>
                                        </p:tav>
                                        <p:tav tm="100000">
                                          <p:val>
                                            <p:strVal val="#ppt_w"/>
                                          </p:val>
                                        </p:tav>
                                      </p:tavLst>
                                    </p:anim>
                                    <p:anim calcmode="lin" valueType="num">
                                      <p:cBhvr>
                                        <p:cTn id="40" dur="500" fill="hold"/>
                                        <p:tgtEl>
                                          <p:spTgt spid="50"/>
                                        </p:tgtEl>
                                        <p:attrNameLst>
                                          <p:attrName>ppt_h</p:attrName>
                                        </p:attrNameLst>
                                      </p:cBhvr>
                                      <p:tavLst>
                                        <p:tav tm="0">
                                          <p:val>
                                            <p:fltVal val="0"/>
                                          </p:val>
                                        </p:tav>
                                        <p:tav tm="100000">
                                          <p:val>
                                            <p:strVal val="#ppt_h"/>
                                          </p:val>
                                        </p:tav>
                                      </p:tavLst>
                                    </p:anim>
                                    <p:animEffect transition="in" filter="fade">
                                      <p:cBhvr>
                                        <p:cTn id="41" dur="500"/>
                                        <p:tgtEl>
                                          <p:spTgt spid="5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 calcmode="lin" valueType="num">
                                      <p:cBhvr>
                                        <p:cTn id="44" dur="500" fill="hold"/>
                                        <p:tgtEl>
                                          <p:spTgt spid="51"/>
                                        </p:tgtEl>
                                        <p:attrNameLst>
                                          <p:attrName>ppt_w</p:attrName>
                                        </p:attrNameLst>
                                      </p:cBhvr>
                                      <p:tavLst>
                                        <p:tav tm="0">
                                          <p:val>
                                            <p:fltVal val="0"/>
                                          </p:val>
                                        </p:tav>
                                        <p:tav tm="100000">
                                          <p:val>
                                            <p:strVal val="#ppt_w"/>
                                          </p:val>
                                        </p:tav>
                                      </p:tavLst>
                                    </p:anim>
                                    <p:anim calcmode="lin" valueType="num">
                                      <p:cBhvr>
                                        <p:cTn id="45" dur="500" fill="hold"/>
                                        <p:tgtEl>
                                          <p:spTgt spid="51"/>
                                        </p:tgtEl>
                                        <p:attrNameLst>
                                          <p:attrName>ppt_h</p:attrName>
                                        </p:attrNameLst>
                                      </p:cBhvr>
                                      <p:tavLst>
                                        <p:tav tm="0">
                                          <p:val>
                                            <p:fltVal val="0"/>
                                          </p:val>
                                        </p:tav>
                                        <p:tav tm="100000">
                                          <p:val>
                                            <p:strVal val="#ppt_h"/>
                                          </p:val>
                                        </p:tav>
                                      </p:tavLst>
                                    </p:anim>
                                    <p:animEffect transition="in" filter="fade">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p:bldP spid="48" grpId="0"/>
      <p:bldP spid="49" grpId="0"/>
      <p:bldP spid="50" grpId="0"/>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4F65314-DABB-4141-B571-99713115F1F5}"/>
              </a:ext>
            </a:extLst>
          </p:cNvPr>
          <p:cNvGrpSpPr/>
          <p:nvPr/>
        </p:nvGrpSpPr>
        <p:grpSpPr>
          <a:xfrm>
            <a:off x="2313394" y="1208415"/>
            <a:ext cx="1976029" cy="1729025"/>
            <a:chOff x="3887354" y="1775502"/>
            <a:chExt cx="1976029" cy="1729025"/>
          </a:xfrm>
        </p:grpSpPr>
        <p:sp>
          <p:nvSpPr>
            <p:cNvPr id="28" name="îṩ1îḓé"/>
            <p:cNvSpPr/>
            <p:nvPr/>
          </p:nvSpPr>
          <p:spPr>
            <a:xfrm>
              <a:off x="3887354" y="1775502"/>
              <a:ext cx="1976029" cy="1729025"/>
            </a:xfrm>
            <a:prstGeom prst="rect">
              <a:avLst/>
            </a:prstGeom>
            <a:solidFill>
              <a:srgbClr val="0F74E3"/>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00" dirty="0"/>
            </a:p>
          </p:txBody>
        </p:sp>
        <p:sp>
          <p:nvSpPr>
            <p:cNvPr id="32" name="íṧḷíḓé"/>
            <p:cNvSpPr>
              <a:spLocks/>
            </p:cNvSpPr>
            <p:nvPr/>
          </p:nvSpPr>
          <p:spPr bwMode="auto">
            <a:xfrm>
              <a:off x="4677668" y="1968381"/>
              <a:ext cx="395402" cy="395049"/>
            </a:xfrm>
            <a:custGeom>
              <a:avLst/>
              <a:gdLst>
                <a:gd name="connsiteX0" fmla="*/ 399175 w 607263"/>
                <a:gd name="connsiteY0" fmla="*/ 204850 h 606722"/>
                <a:gd name="connsiteX1" fmla="*/ 415104 w 607263"/>
                <a:gd name="connsiteY1" fmla="*/ 204850 h 606722"/>
                <a:gd name="connsiteX2" fmla="*/ 415104 w 607263"/>
                <a:gd name="connsiteY2" fmla="*/ 220672 h 606722"/>
                <a:gd name="connsiteX3" fmla="*/ 251537 w 607263"/>
                <a:gd name="connsiteY3" fmla="*/ 384040 h 606722"/>
                <a:gd name="connsiteX4" fmla="*/ 348093 w 607263"/>
                <a:gd name="connsiteY4" fmla="*/ 384040 h 606722"/>
                <a:gd name="connsiteX5" fmla="*/ 359306 w 607263"/>
                <a:gd name="connsiteY5" fmla="*/ 395240 h 606722"/>
                <a:gd name="connsiteX6" fmla="*/ 348093 w 607263"/>
                <a:gd name="connsiteY6" fmla="*/ 406528 h 606722"/>
                <a:gd name="connsiteX7" fmla="*/ 224839 w 607263"/>
                <a:gd name="connsiteY7" fmla="*/ 406528 h 606722"/>
                <a:gd name="connsiteX8" fmla="*/ 213626 w 607263"/>
                <a:gd name="connsiteY8" fmla="*/ 395240 h 606722"/>
                <a:gd name="connsiteX9" fmla="*/ 213626 w 607263"/>
                <a:gd name="connsiteY9" fmla="*/ 272224 h 606722"/>
                <a:gd name="connsiteX10" fmla="*/ 224839 w 607263"/>
                <a:gd name="connsiteY10" fmla="*/ 261025 h 606722"/>
                <a:gd name="connsiteX11" fmla="*/ 236141 w 607263"/>
                <a:gd name="connsiteY11" fmla="*/ 272224 h 606722"/>
                <a:gd name="connsiteX12" fmla="*/ 236141 w 607263"/>
                <a:gd name="connsiteY12" fmla="*/ 367686 h 606722"/>
                <a:gd name="connsiteX13" fmla="*/ 303588 w 607263"/>
                <a:gd name="connsiteY13" fmla="*/ 22484 h 606722"/>
                <a:gd name="connsiteX14" fmla="*/ 104771 w 607263"/>
                <a:gd name="connsiteY14" fmla="*/ 104779 h 606722"/>
                <a:gd name="connsiteX15" fmla="*/ 104771 w 607263"/>
                <a:gd name="connsiteY15" fmla="*/ 501943 h 606722"/>
                <a:gd name="connsiteX16" fmla="*/ 303588 w 607263"/>
                <a:gd name="connsiteY16" fmla="*/ 584238 h 606722"/>
                <a:gd name="connsiteX17" fmla="*/ 502493 w 607263"/>
                <a:gd name="connsiteY17" fmla="*/ 501943 h 606722"/>
                <a:gd name="connsiteX18" fmla="*/ 502493 w 607263"/>
                <a:gd name="connsiteY18" fmla="*/ 104779 h 606722"/>
                <a:gd name="connsiteX19" fmla="*/ 303588 w 607263"/>
                <a:gd name="connsiteY19" fmla="*/ 22484 h 606722"/>
                <a:gd name="connsiteX20" fmla="*/ 303588 w 607263"/>
                <a:gd name="connsiteY20" fmla="*/ 0 h 606722"/>
                <a:gd name="connsiteX21" fmla="*/ 518424 w 607263"/>
                <a:gd name="connsiteY21" fmla="*/ 88871 h 606722"/>
                <a:gd name="connsiteX22" fmla="*/ 518424 w 607263"/>
                <a:gd name="connsiteY22" fmla="*/ 517851 h 606722"/>
                <a:gd name="connsiteX23" fmla="*/ 303588 w 607263"/>
                <a:gd name="connsiteY23" fmla="*/ 606722 h 606722"/>
                <a:gd name="connsiteX24" fmla="*/ 88840 w 607263"/>
                <a:gd name="connsiteY24" fmla="*/ 517851 h 606722"/>
                <a:gd name="connsiteX25" fmla="*/ 88840 w 607263"/>
                <a:gd name="connsiteY25" fmla="*/ 88871 h 606722"/>
                <a:gd name="connsiteX26" fmla="*/ 303588 w 607263"/>
                <a:gd name="connsiteY2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263" h="606722">
                  <a:moveTo>
                    <a:pt x="399175" y="204850"/>
                  </a:moveTo>
                  <a:cubicBezTo>
                    <a:pt x="403624" y="200406"/>
                    <a:pt x="410744" y="200406"/>
                    <a:pt x="415104" y="204850"/>
                  </a:cubicBezTo>
                  <a:cubicBezTo>
                    <a:pt x="419465" y="209206"/>
                    <a:pt x="419465" y="216316"/>
                    <a:pt x="415104" y="220672"/>
                  </a:cubicBezTo>
                  <a:lnTo>
                    <a:pt x="251537" y="384040"/>
                  </a:lnTo>
                  <a:lnTo>
                    <a:pt x="348093" y="384040"/>
                  </a:lnTo>
                  <a:cubicBezTo>
                    <a:pt x="354234" y="384040"/>
                    <a:pt x="359306" y="389107"/>
                    <a:pt x="359306" y="395240"/>
                  </a:cubicBezTo>
                  <a:cubicBezTo>
                    <a:pt x="359306" y="401462"/>
                    <a:pt x="354234" y="406528"/>
                    <a:pt x="348093" y="406528"/>
                  </a:cubicBezTo>
                  <a:lnTo>
                    <a:pt x="224839" y="406528"/>
                  </a:lnTo>
                  <a:cubicBezTo>
                    <a:pt x="218699" y="406528"/>
                    <a:pt x="213626" y="401462"/>
                    <a:pt x="213626" y="395240"/>
                  </a:cubicBezTo>
                  <a:lnTo>
                    <a:pt x="213626" y="272224"/>
                  </a:lnTo>
                  <a:cubicBezTo>
                    <a:pt x="213626" y="266002"/>
                    <a:pt x="218699" y="261025"/>
                    <a:pt x="224839" y="261025"/>
                  </a:cubicBezTo>
                  <a:cubicBezTo>
                    <a:pt x="231068" y="261025"/>
                    <a:pt x="236141" y="266002"/>
                    <a:pt x="236141" y="272224"/>
                  </a:cubicBezTo>
                  <a:lnTo>
                    <a:pt x="236141" y="367686"/>
                  </a:lnTo>
                  <a:close/>
                  <a:moveTo>
                    <a:pt x="303588" y="22484"/>
                  </a:moveTo>
                  <a:cubicBezTo>
                    <a:pt x="228475" y="22484"/>
                    <a:pt x="157812" y="51723"/>
                    <a:pt x="104771" y="104779"/>
                  </a:cubicBezTo>
                  <a:cubicBezTo>
                    <a:pt x="-4961" y="214268"/>
                    <a:pt x="-4961" y="392454"/>
                    <a:pt x="104771" y="501943"/>
                  </a:cubicBezTo>
                  <a:cubicBezTo>
                    <a:pt x="157812" y="554999"/>
                    <a:pt x="228475" y="584238"/>
                    <a:pt x="303588" y="584238"/>
                  </a:cubicBezTo>
                  <a:cubicBezTo>
                    <a:pt x="378789" y="584238"/>
                    <a:pt x="449363" y="554999"/>
                    <a:pt x="502493" y="501943"/>
                  </a:cubicBezTo>
                  <a:cubicBezTo>
                    <a:pt x="612136" y="392454"/>
                    <a:pt x="612136" y="214268"/>
                    <a:pt x="502493" y="104779"/>
                  </a:cubicBezTo>
                  <a:cubicBezTo>
                    <a:pt x="449363" y="51723"/>
                    <a:pt x="378789" y="22484"/>
                    <a:pt x="303588" y="22484"/>
                  </a:cubicBezTo>
                  <a:close/>
                  <a:moveTo>
                    <a:pt x="303588" y="0"/>
                  </a:moveTo>
                  <a:cubicBezTo>
                    <a:pt x="384752" y="0"/>
                    <a:pt x="461021" y="31549"/>
                    <a:pt x="518424" y="88871"/>
                  </a:cubicBezTo>
                  <a:cubicBezTo>
                    <a:pt x="636877" y="207158"/>
                    <a:pt x="636877" y="399564"/>
                    <a:pt x="518424" y="517851"/>
                  </a:cubicBezTo>
                  <a:cubicBezTo>
                    <a:pt x="461021" y="575173"/>
                    <a:pt x="384752" y="606722"/>
                    <a:pt x="303588" y="606722"/>
                  </a:cubicBezTo>
                  <a:cubicBezTo>
                    <a:pt x="222512" y="606722"/>
                    <a:pt x="146154" y="575173"/>
                    <a:pt x="88840" y="517851"/>
                  </a:cubicBezTo>
                  <a:cubicBezTo>
                    <a:pt x="-29613" y="399564"/>
                    <a:pt x="-29613" y="207158"/>
                    <a:pt x="88840" y="88871"/>
                  </a:cubicBezTo>
                  <a:cubicBezTo>
                    <a:pt x="146154" y="31549"/>
                    <a:pt x="222512" y="0"/>
                    <a:pt x="303588" y="0"/>
                  </a:cubicBezTo>
                  <a:close/>
                </a:path>
              </a:pathLst>
            </a:custGeom>
            <a:solidFill>
              <a:srgbClr val="353334"/>
            </a:solidFill>
            <a:ln>
              <a:solidFill>
                <a:schemeClr val="tx1"/>
              </a:solidFill>
            </a:ln>
          </p:spPr>
          <p:txBody>
            <a:bodyPr anchor="ctr"/>
            <a:lstStyle/>
            <a:p>
              <a:pPr algn="ctr"/>
              <a:endParaRPr sz="1400"/>
            </a:p>
          </p:txBody>
        </p:sp>
        <p:grpSp>
          <p:nvGrpSpPr>
            <p:cNvPr id="33" name="组合 32"/>
            <p:cNvGrpSpPr/>
            <p:nvPr/>
          </p:nvGrpSpPr>
          <p:grpSpPr>
            <a:xfrm>
              <a:off x="4029063" y="2429392"/>
              <a:ext cx="1692612" cy="920445"/>
              <a:chOff x="2197445" y="2324367"/>
              <a:chExt cx="1973762" cy="1073335"/>
            </a:xfrm>
          </p:grpSpPr>
          <p:sp>
            <p:nvSpPr>
              <p:cNvPr id="34" name="文本框 33"/>
              <p:cNvSpPr txBox="1"/>
              <p:nvPr/>
            </p:nvSpPr>
            <p:spPr>
              <a:xfrm>
                <a:off x="2273643" y="2324367"/>
                <a:ext cx="1821364" cy="520405"/>
              </a:xfrm>
              <a:prstGeom prst="rect">
                <a:avLst/>
              </a:prstGeom>
              <a:noFill/>
            </p:spPr>
            <p:txBody>
              <a:bodyPr wrap="square" rtlCol="0">
                <a:spAutoFit/>
                <a:scene3d>
                  <a:camera prst="orthographicFront"/>
                  <a:lightRig rig="threePt" dir="t"/>
                </a:scene3d>
                <a:sp3d contourW="12700"/>
              </a:bodyPr>
              <a:lstStyle/>
              <a:p>
                <a:pPr algn="ct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35" name="文本框 34"/>
              <p:cNvSpPr txBox="1"/>
              <p:nvPr/>
            </p:nvSpPr>
            <p:spPr>
              <a:xfrm>
                <a:off x="2197445" y="2737776"/>
                <a:ext cx="1973762" cy="659926"/>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9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into a film to be used in a wider field</a:t>
                </a:r>
              </a:p>
            </p:txBody>
          </p:sp>
        </p:grpSp>
      </p:grpSp>
      <p:grpSp>
        <p:nvGrpSpPr>
          <p:cNvPr id="5" name="组合 4">
            <a:extLst>
              <a:ext uri="{FF2B5EF4-FFF2-40B4-BE49-F238E27FC236}">
                <a16:creationId xmlns:a16="http://schemas.microsoft.com/office/drawing/2014/main" id="{3D7D7FBC-42CE-4269-8A22-DE090DF4F65E}"/>
              </a:ext>
            </a:extLst>
          </p:cNvPr>
          <p:cNvGrpSpPr/>
          <p:nvPr/>
        </p:nvGrpSpPr>
        <p:grpSpPr>
          <a:xfrm>
            <a:off x="4289423" y="2911691"/>
            <a:ext cx="1976029" cy="1729025"/>
            <a:chOff x="3887354" y="3821502"/>
            <a:chExt cx="1976029" cy="1729025"/>
          </a:xfrm>
        </p:grpSpPr>
        <p:sp>
          <p:nvSpPr>
            <p:cNvPr id="16" name="íŝ1ïdê"/>
            <p:cNvSpPr/>
            <p:nvPr/>
          </p:nvSpPr>
          <p:spPr>
            <a:xfrm>
              <a:off x="3887354" y="3821502"/>
              <a:ext cx="1976029" cy="1729025"/>
            </a:xfrm>
            <a:prstGeom prst="rect">
              <a:avLst/>
            </a:prstGeom>
            <a:solidFill>
              <a:srgbClr val="04EEE8"/>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00" dirty="0">
                <a:solidFill>
                  <a:schemeClr val="tx1"/>
                </a:solidFill>
              </a:endParaRPr>
            </a:p>
          </p:txBody>
        </p:sp>
        <p:sp>
          <p:nvSpPr>
            <p:cNvPr id="19" name="í$ḷïdê"/>
            <p:cNvSpPr>
              <a:spLocks/>
            </p:cNvSpPr>
            <p:nvPr/>
          </p:nvSpPr>
          <p:spPr bwMode="auto">
            <a:xfrm>
              <a:off x="4677668" y="4014504"/>
              <a:ext cx="395402" cy="394805"/>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rgbClr val="353334"/>
            </a:solidFill>
            <a:ln>
              <a:solidFill>
                <a:schemeClr val="tx1"/>
              </a:solidFill>
            </a:ln>
          </p:spPr>
          <p:txBody>
            <a:bodyPr anchor="ctr"/>
            <a:lstStyle/>
            <a:p>
              <a:pPr algn="ctr"/>
              <a:endParaRPr sz="1400" dirty="0"/>
            </a:p>
          </p:txBody>
        </p:sp>
        <p:grpSp>
          <p:nvGrpSpPr>
            <p:cNvPr id="36" name="组合 35"/>
            <p:cNvGrpSpPr/>
            <p:nvPr/>
          </p:nvGrpSpPr>
          <p:grpSpPr>
            <a:xfrm>
              <a:off x="4029063" y="4481640"/>
              <a:ext cx="1692612" cy="913779"/>
              <a:chOff x="2197445" y="2332141"/>
              <a:chExt cx="1973762" cy="1065562"/>
            </a:xfrm>
          </p:grpSpPr>
          <p:sp>
            <p:nvSpPr>
              <p:cNvPr id="37" name="文本框 36"/>
              <p:cNvSpPr txBox="1"/>
              <p:nvPr/>
            </p:nvSpPr>
            <p:spPr>
              <a:xfrm>
                <a:off x="2273643" y="2332141"/>
                <a:ext cx="1821364" cy="520404"/>
              </a:xfrm>
              <a:prstGeom prst="rect">
                <a:avLst/>
              </a:prstGeom>
              <a:noFill/>
            </p:spPr>
            <p:txBody>
              <a:bodyPr wrap="square" rtlCol="0">
                <a:spAutoFit/>
                <a:scene3d>
                  <a:camera prst="orthographicFront"/>
                  <a:lightRig rig="threePt" dir="t"/>
                </a:scene3d>
                <a:sp3d contourW="12700"/>
              </a:bodyPr>
              <a:lstStyle/>
              <a:p>
                <a:pPr algn="ct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38" name="文本框 37"/>
              <p:cNvSpPr txBox="1"/>
              <p:nvPr/>
            </p:nvSpPr>
            <p:spPr>
              <a:xfrm>
                <a:off x="2197445" y="2737777"/>
                <a:ext cx="1973762" cy="659926"/>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9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into a film to be used in a wider field</a:t>
                </a:r>
              </a:p>
            </p:txBody>
          </p:sp>
        </p:grpSp>
      </p:grpSp>
      <p:grpSp>
        <p:nvGrpSpPr>
          <p:cNvPr id="3" name="组合 2">
            <a:extLst>
              <a:ext uri="{FF2B5EF4-FFF2-40B4-BE49-F238E27FC236}">
                <a16:creationId xmlns:a16="http://schemas.microsoft.com/office/drawing/2014/main" id="{726620E7-28F9-4652-8153-2271F3718C15}"/>
              </a:ext>
            </a:extLst>
          </p:cNvPr>
          <p:cNvGrpSpPr/>
          <p:nvPr/>
        </p:nvGrpSpPr>
        <p:grpSpPr>
          <a:xfrm>
            <a:off x="8224942" y="2911690"/>
            <a:ext cx="1976029" cy="1729025"/>
            <a:chOff x="8510739" y="1762408"/>
            <a:chExt cx="1976029" cy="1729025"/>
          </a:xfrm>
        </p:grpSpPr>
        <p:sp>
          <p:nvSpPr>
            <p:cNvPr id="22" name="îsļîḓê"/>
            <p:cNvSpPr/>
            <p:nvPr/>
          </p:nvSpPr>
          <p:spPr>
            <a:xfrm>
              <a:off x="8510739" y="1762408"/>
              <a:ext cx="1976029" cy="1729025"/>
            </a:xfrm>
            <a:prstGeom prst="rect">
              <a:avLst/>
            </a:prstGeom>
            <a:solidFill>
              <a:srgbClr val="04EEE8"/>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00" dirty="0"/>
            </a:p>
          </p:txBody>
        </p:sp>
        <p:sp>
          <p:nvSpPr>
            <p:cNvPr id="25" name="ïsḷîḍé"/>
            <p:cNvSpPr>
              <a:spLocks/>
            </p:cNvSpPr>
            <p:nvPr/>
          </p:nvSpPr>
          <p:spPr bwMode="auto">
            <a:xfrm>
              <a:off x="9269433" y="1968327"/>
              <a:ext cx="395402" cy="395158"/>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rgbClr val="353334"/>
            </a:solidFill>
            <a:ln>
              <a:solidFill>
                <a:schemeClr val="tx1"/>
              </a:solidFill>
            </a:ln>
          </p:spPr>
          <p:txBody>
            <a:bodyPr anchor="ctr"/>
            <a:lstStyle/>
            <a:p>
              <a:pPr algn="ctr"/>
              <a:endParaRPr sz="1400"/>
            </a:p>
          </p:txBody>
        </p:sp>
        <p:grpSp>
          <p:nvGrpSpPr>
            <p:cNvPr id="39" name="组合 38"/>
            <p:cNvGrpSpPr/>
            <p:nvPr/>
          </p:nvGrpSpPr>
          <p:grpSpPr>
            <a:xfrm>
              <a:off x="8622716" y="2429394"/>
              <a:ext cx="1692612" cy="920446"/>
              <a:chOff x="2197445" y="2324367"/>
              <a:chExt cx="1973762" cy="1073336"/>
            </a:xfrm>
          </p:grpSpPr>
          <p:sp>
            <p:nvSpPr>
              <p:cNvPr id="40" name="文本框 39"/>
              <p:cNvSpPr txBox="1"/>
              <p:nvPr/>
            </p:nvSpPr>
            <p:spPr>
              <a:xfrm>
                <a:off x="2273643" y="2324367"/>
                <a:ext cx="1821364" cy="520404"/>
              </a:xfrm>
              <a:prstGeom prst="rect">
                <a:avLst/>
              </a:prstGeom>
              <a:noFill/>
            </p:spPr>
            <p:txBody>
              <a:bodyPr wrap="square" rtlCol="0">
                <a:spAutoFit/>
                <a:scene3d>
                  <a:camera prst="orthographicFront"/>
                  <a:lightRig rig="threePt" dir="t"/>
                </a:scene3d>
                <a:sp3d contourW="12700"/>
              </a:bodyPr>
              <a:lstStyle/>
              <a:p>
                <a:pPr algn="ct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41" name="文本框 40"/>
              <p:cNvSpPr txBox="1"/>
              <p:nvPr/>
            </p:nvSpPr>
            <p:spPr>
              <a:xfrm>
                <a:off x="2197445" y="2737777"/>
                <a:ext cx="1973762" cy="659926"/>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9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into a film to be used in a wider field</a:t>
                </a:r>
              </a:p>
            </p:txBody>
          </p:sp>
        </p:grpSp>
      </p:grpSp>
      <p:grpSp>
        <p:nvGrpSpPr>
          <p:cNvPr id="4" name="组合 3">
            <a:extLst>
              <a:ext uri="{FF2B5EF4-FFF2-40B4-BE49-F238E27FC236}">
                <a16:creationId xmlns:a16="http://schemas.microsoft.com/office/drawing/2014/main" id="{3BAA9A8C-F419-4CA1-A1DB-859EBB862043}"/>
              </a:ext>
            </a:extLst>
          </p:cNvPr>
          <p:cNvGrpSpPr/>
          <p:nvPr/>
        </p:nvGrpSpPr>
        <p:grpSpPr>
          <a:xfrm>
            <a:off x="6265452" y="1190314"/>
            <a:ext cx="1976029" cy="1729025"/>
            <a:chOff x="8479119" y="3821502"/>
            <a:chExt cx="1976029" cy="1729025"/>
          </a:xfrm>
        </p:grpSpPr>
        <p:sp>
          <p:nvSpPr>
            <p:cNvPr id="10" name="iS1ïdé"/>
            <p:cNvSpPr/>
            <p:nvPr/>
          </p:nvSpPr>
          <p:spPr>
            <a:xfrm>
              <a:off x="8479119" y="3821502"/>
              <a:ext cx="1976029" cy="1729025"/>
            </a:xfrm>
            <a:prstGeom prst="rect">
              <a:avLst/>
            </a:prstGeom>
            <a:solidFill>
              <a:srgbClr val="0F74E3"/>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00" dirty="0"/>
            </a:p>
          </p:txBody>
        </p:sp>
        <p:sp>
          <p:nvSpPr>
            <p:cNvPr id="13" name="îṩḷiḋè"/>
            <p:cNvSpPr>
              <a:spLocks/>
            </p:cNvSpPr>
            <p:nvPr/>
          </p:nvSpPr>
          <p:spPr bwMode="auto">
            <a:xfrm>
              <a:off x="9269433" y="4014461"/>
              <a:ext cx="395402" cy="394891"/>
            </a:xfrm>
            <a:custGeom>
              <a:avLst/>
              <a:gdLst>
                <a:gd name="connsiteX0" fmla="*/ 301042 w 602819"/>
                <a:gd name="connsiteY0" fmla="*/ 215161 h 602041"/>
                <a:gd name="connsiteX1" fmla="*/ 248582 w 602819"/>
                <a:gd name="connsiteY1" fmla="*/ 232889 h 602041"/>
                <a:gd name="connsiteX2" fmla="*/ 296199 w 602819"/>
                <a:gd name="connsiteY2" fmla="*/ 280434 h 602041"/>
                <a:gd name="connsiteX3" fmla="*/ 301042 w 602819"/>
                <a:gd name="connsiteY3" fmla="*/ 279628 h 602041"/>
                <a:gd name="connsiteX4" fmla="*/ 322833 w 602819"/>
                <a:gd name="connsiteY4" fmla="*/ 300580 h 602041"/>
                <a:gd name="connsiteX5" fmla="*/ 301042 w 602819"/>
                <a:gd name="connsiteY5" fmla="*/ 322338 h 602041"/>
                <a:gd name="connsiteX6" fmla="*/ 280058 w 602819"/>
                <a:gd name="connsiteY6" fmla="*/ 300580 h 602041"/>
                <a:gd name="connsiteX7" fmla="*/ 280865 w 602819"/>
                <a:gd name="connsiteY7" fmla="*/ 295745 h 602041"/>
                <a:gd name="connsiteX8" fmla="*/ 233247 w 602819"/>
                <a:gd name="connsiteY8" fmla="*/ 248200 h 602041"/>
                <a:gd name="connsiteX9" fmla="*/ 215491 w 602819"/>
                <a:gd name="connsiteY9" fmla="*/ 300580 h 602041"/>
                <a:gd name="connsiteX10" fmla="*/ 301042 w 602819"/>
                <a:gd name="connsiteY10" fmla="*/ 386805 h 602041"/>
                <a:gd name="connsiteX11" fmla="*/ 387400 w 602819"/>
                <a:gd name="connsiteY11" fmla="*/ 300580 h 602041"/>
                <a:gd name="connsiteX12" fmla="*/ 301042 w 602819"/>
                <a:gd name="connsiteY12" fmla="*/ 215161 h 602041"/>
                <a:gd name="connsiteX13" fmla="*/ 301042 w 602819"/>
                <a:gd name="connsiteY13" fmla="*/ 118459 h 602041"/>
                <a:gd name="connsiteX14" fmla="*/ 179979 w 602819"/>
                <a:gd name="connsiteY14" fmla="*/ 164392 h 602041"/>
                <a:gd name="connsiteX15" fmla="*/ 233247 w 602819"/>
                <a:gd name="connsiteY15" fmla="*/ 217578 h 602041"/>
                <a:gd name="connsiteX16" fmla="*/ 301042 w 602819"/>
                <a:gd name="connsiteY16" fmla="*/ 193403 h 602041"/>
                <a:gd name="connsiteX17" fmla="*/ 409191 w 602819"/>
                <a:gd name="connsiteY17" fmla="*/ 300580 h 602041"/>
                <a:gd name="connsiteX18" fmla="*/ 301042 w 602819"/>
                <a:gd name="connsiteY18" fmla="*/ 408563 h 602041"/>
                <a:gd name="connsiteX19" fmla="*/ 193700 w 602819"/>
                <a:gd name="connsiteY19" fmla="*/ 300580 h 602041"/>
                <a:gd name="connsiteX20" fmla="*/ 217912 w 602819"/>
                <a:gd name="connsiteY20" fmla="*/ 232889 h 602041"/>
                <a:gd name="connsiteX21" fmla="*/ 164645 w 602819"/>
                <a:gd name="connsiteY21" fmla="*/ 179703 h 602041"/>
                <a:gd name="connsiteX22" fmla="*/ 118641 w 602819"/>
                <a:gd name="connsiteY22" fmla="*/ 300580 h 602041"/>
                <a:gd name="connsiteX23" fmla="*/ 301042 w 602819"/>
                <a:gd name="connsiteY23" fmla="*/ 483506 h 602041"/>
                <a:gd name="connsiteX24" fmla="*/ 484250 w 602819"/>
                <a:gd name="connsiteY24" fmla="*/ 300580 h 602041"/>
                <a:gd name="connsiteX25" fmla="*/ 301042 w 602819"/>
                <a:gd name="connsiteY25" fmla="*/ 118459 h 602041"/>
                <a:gd name="connsiteX26" fmla="*/ 301021 w 602819"/>
                <a:gd name="connsiteY26" fmla="*/ 0 h 602041"/>
                <a:gd name="connsiteX27" fmla="*/ 602819 w 602819"/>
                <a:gd name="connsiteY27" fmla="*/ 300618 h 602041"/>
                <a:gd name="connsiteX28" fmla="*/ 521317 w 602819"/>
                <a:gd name="connsiteY28" fmla="*/ 506134 h 602041"/>
                <a:gd name="connsiteX29" fmla="*/ 598784 w 602819"/>
                <a:gd name="connsiteY29" fmla="*/ 583504 h 602041"/>
                <a:gd name="connsiteX30" fmla="*/ 597977 w 602819"/>
                <a:gd name="connsiteY30" fmla="*/ 598817 h 602041"/>
                <a:gd name="connsiteX31" fmla="*/ 590715 w 602819"/>
                <a:gd name="connsiteY31" fmla="*/ 602041 h 602041"/>
                <a:gd name="connsiteX32" fmla="*/ 583452 w 602819"/>
                <a:gd name="connsiteY32" fmla="*/ 598817 h 602041"/>
                <a:gd name="connsiteX33" fmla="*/ 505985 w 602819"/>
                <a:gd name="connsiteY33" fmla="*/ 520641 h 602041"/>
                <a:gd name="connsiteX34" fmla="*/ 301021 w 602819"/>
                <a:gd name="connsiteY34" fmla="*/ 602041 h 602041"/>
                <a:gd name="connsiteX35" fmla="*/ 96057 w 602819"/>
                <a:gd name="connsiteY35" fmla="*/ 520641 h 602041"/>
                <a:gd name="connsiteX36" fmla="*/ 18590 w 602819"/>
                <a:gd name="connsiteY36" fmla="*/ 598817 h 602041"/>
                <a:gd name="connsiteX37" fmla="*/ 10520 w 602819"/>
                <a:gd name="connsiteY37" fmla="*/ 602041 h 602041"/>
                <a:gd name="connsiteX38" fmla="*/ 3258 w 602819"/>
                <a:gd name="connsiteY38" fmla="*/ 598817 h 602041"/>
                <a:gd name="connsiteX39" fmla="*/ 3258 w 602819"/>
                <a:gd name="connsiteY39" fmla="*/ 583504 h 602041"/>
                <a:gd name="connsiteX40" fmla="*/ 80725 w 602819"/>
                <a:gd name="connsiteY40" fmla="*/ 506134 h 602041"/>
                <a:gd name="connsiteX41" fmla="*/ 30 w 602819"/>
                <a:gd name="connsiteY41" fmla="*/ 300618 h 602041"/>
                <a:gd name="connsiteX42" fmla="*/ 43605 w 602819"/>
                <a:gd name="connsiteY42" fmla="*/ 145070 h 602041"/>
                <a:gd name="connsiteX43" fmla="*/ 58130 w 602819"/>
                <a:gd name="connsiteY43" fmla="*/ 141041 h 602041"/>
                <a:gd name="connsiteX44" fmla="*/ 62165 w 602819"/>
                <a:gd name="connsiteY44" fmla="*/ 156354 h 602041"/>
                <a:gd name="connsiteX45" fmla="*/ 21818 w 602819"/>
                <a:gd name="connsiteY45" fmla="*/ 300618 h 602041"/>
                <a:gd name="connsiteX46" fmla="*/ 301021 w 602819"/>
                <a:gd name="connsiteY46" fmla="*/ 580281 h 602041"/>
                <a:gd name="connsiteX47" fmla="*/ 581031 w 602819"/>
                <a:gd name="connsiteY47" fmla="*/ 300618 h 602041"/>
                <a:gd name="connsiteX48" fmla="*/ 301021 w 602819"/>
                <a:gd name="connsiteY48" fmla="*/ 21761 h 602041"/>
                <a:gd name="connsiteX49" fmla="*/ 156578 w 602819"/>
                <a:gd name="connsiteY49" fmla="*/ 62058 h 602041"/>
                <a:gd name="connsiteX50" fmla="*/ 141246 w 602819"/>
                <a:gd name="connsiteY50" fmla="*/ 58028 h 602041"/>
                <a:gd name="connsiteX51" fmla="*/ 145280 w 602819"/>
                <a:gd name="connsiteY51" fmla="*/ 43521 h 602041"/>
                <a:gd name="connsiteX52" fmla="*/ 301021 w 602819"/>
                <a:gd name="connsiteY52" fmla="*/ 0 h 602041"/>
                <a:gd name="connsiteX53" fmla="*/ 54075 w 602819"/>
                <a:gd name="connsiteY53" fmla="*/ 0 h 602041"/>
                <a:gd name="connsiteX54" fmla="*/ 64567 w 602819"/>
                <a:gd name="connsiteY54" fmla="*/ 10476 h 602041"/>
                <a:gd name="connsiteX55" fmla="*/ 64567 w 602819"/>
                <a:gd name="connsiteY55" fmla="*/ 49157 h 602041"/>
                <a:gd name="connsiteX56" fmla="*/ 75059 w 602819"/>
                <a:gd name="connsiteY56" fmla="*/ 59633 h 602041"/>
                <a:gd name="connsiteX57" fmla="*/ 75059 w 602819"/>
                <a:gd name="connsiteY57" fmla="*/ 32234 h 602041"/>
                <a:gd name="connsiteX58" fmla="*/ 86358 w 602819"/>
                <a:gd name="connsiteY58" fmla="*/ 21758 h 602041"/>
                <a:gd name="connsiteX59" fmla="*/ 96850 w 602819"/>
                <a:gd name="connsiteY59" fmla="*/ 32234 h 602041"/>
                <a:gd name="connsiteX60" fmla="*/ 96850 w 602819"/>
                <a:gd name="connsiteY60" fmla="*/ 81390 h 602041"/>
                <a:gd name="connsiteX61" fmla="*/ 107342 w 602819"/>
                <a:gd name="connsiteY61" fmla="*/ 91866 h 602041"/>
                <a:gd name="connsiteX62" fmla="*/ 107342 w 602819"/>
                <a:gd name="connsiteY62" fmla="*/ 64468 h 602041"/>
                <a:gd name="connsiteX63" fmla="*/ 118641 w 602819"/>
                <a:gd name="connsiteY63" fmla="*/ 53992 h 602041"/>
                <a:gd name="connsiteX64" fmla="*/ 129133 w 602819"/>
                <a:gd name="connsiteY64" fmla="*/ 64468 h 602041"/>
                <a:gd name="connsiteX65" fmla="*/ 129133 w 602819"/>
                <a:gd name="connsiteY65" fmla="*/ 113624 h 602041"/>
                <a:gd name="connsiteX66" fmla="*/ 164645 w 602819"/>
                <a:gd name="connsiteY66" fmla="*/ 149081 h 602041"/>
                <a:gd name="connsiteX67" fmla="*/ 301042 w 602819"/>
                <a:gd name="connsiteY67" fmla="*/ 96701 h 602041"/>
                <a:gd name="connsiteX68" fmla="*/ 506041 w 602819"/>
                <a:gd name="connsiteY68" fmla="*/ 300580 h 602041"/>
                <a:gd name="connsiteX69" fmla="*/ 301042 w 602819"/>
                <a:gd name="connsiteY69" fmla="*/ 505264 h 602041"/>
                <a:gd name="connsiteX70" fmla="*/ 96850 w 602819"/>
                <a:gd name="connsiteY70" fmla="*/ 300580 h 602041"/>
                <a:gd name="connsiteX71" fmla="*/ 149310 w 602819"/>
                <a:gd name="connsiteY71" fmla="*/ 164392 h 602041"/>
                <a:gd name="connsiteX72" fmla="*/ 113799 w 602819"/>
                <a:gd name="connsiteY72" fmla="*/ 128935 h 602041"/>
                <a:gd name="connsiteX73" fmla="*/ 64567 w 602819"/>
                <a:gd name="connsiteY73" fmla="*/ 128935 h 602041"/>
                <a:gd name="connsiteX74" fmla="*/ 54075 w 602819"/>
                <a:gd name="connsiteY74" fmla="*/ 118459 h 602041"/>
                <a:gd name="connsiteX75" fmla="*/ 64567 w 602819"/>
                <a:gd name="connsiteY75" fmla="*/ 107177 h 602041"/>
                <a:gd name="connsiteX76" fmla="*/ 92007 w 602819"/>
                <a:gd name="connsiteY76" fmla="*/ 107177 h 602041"/>
                <a:gd name="connsiteX77" fmla="*/ 81515 w 602819"/>
                <a:gd name="connsiteY77" fmla="*/ 96701 h 602041"/>
                <a:gd name="connsiteX78" fmla="*/ 32283 w 602819"/>
                <a:gd name="connsiteY78" fmla="*/ 96701 h 602041"/>
                <a:gd name="connsiteX79" fmla="*/ 21791 w 602819"/>
                <a:gd name="connsiteY79" fmla="*/ 86226 h 602041"/>
                <a:gd name="connsiteX80" fmla="*/ 32283 w 602819"/>
                <a:gd name="connsiteY80" fmla="*/ 74944 h 602041"/>
                <a:gd name="connsiteX81" fmla="*/ 59724 w 602819"/>
                <a:gd name="connsiteY81" fmla="*/ 74944 h 602041"/>
                <a:gd name="connsiteX82" fmla="*/ 49232 w 602819"/>
                <a:gd name="connsiteY82" fmla="*/ 64468 h 602041"/>
                <a:gd name="connsiteX83" fmla="*/ 10492 w 602819"/>
                <a:gd name="connsiteY83" fmla="*/ 64468 h 602041"/>
                <a:gd name="connsiteX84" fmla="*/ 0 w 602819"/>
                <a:gd name="connsiteY84" fmla="*/ 53992 h 602041"/>
                <a:gd name="connsiteX85" fmla="*/ 10492 w 602819"/>
                <a:gd name="connsiteY85" fmla="*/ 42710 h 602041"/>
                <a:gd name="connsiteX86" fmla="*/ 27441 w 602819"/>
                <a:gd name="connsiteY86" fmla="*/ 42710 h 602041"/>
                <a:gd name="connsiteX87" fmla="*/ 13720 w 602819"/>
                <a:gd name="connsiteY87" fmla="*/ 29011 h 602041"/>
                <a:gd name="connsiteX88" fmla="*/ 13720 w 602819"/>
                <a:gd name="connsiteY88" fmla="*/ 13700 h 602041"/>
                <a:gd name="connsiteX89" fmla="*/ 29055 w 602819"/>
                <a:gd name="connsiteY89" fmla="*/ 13700 h 602041"/>
                <a:gd name="connsiteX90" fmla="*/ 42775 w 602819"/>
                <a:gd name="connsiteY90" fmla="*/ 27399 h 602041"/>
                <a:gd name="connsiteX91" fmla="*/ 42775 w 602819"/>
                <a:gd name="connsiteY91" fmla="*/ 10476 h 602041"/>
                <a:gd name="connsiteX92" fmla="*/ 54075 w 602819"/>
                <a:gd name="connsiteY92" fmla="*/ 0 h 60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2819" h="602041">
                  <a:moveTo>
                    <a:pt x="301042" y="215161"/>
                  </a:moveTo>
                  <a:cubicBezTo>
                    <a:pt x="281672" y="215161"/>
                    <a:pt x="263109" y="221607"/>
                    <a:pt x="248582" y="232889"/>
                  </a:cubicBezTo>
                  <a:lnTo>
                    <a:pt x="296199" y="280434"/>
                  </a:lnTo>
                  <a:cubicBezTo>
                    <a:pt x="297814" y="279628"/>
                    <a:pt x="299428" y="279628"/>
                    <a:pt x="301042" y="279628"/>
                  </a:cubicBezTo>
                  <a:cubicBezTo>
                    <a:pt x="313148" y="279628"/>
                    <a:pt x="322833" y="289298"/>
                    <a:pt x="322833" y="300580"/>
                  </a:cubicBezTo>
                  <a:cubicBezTo>
                    <a:pt x="322833" y="312668"/>
                    <a:pt x="313148" y="322338"/>
                    <a:pt x="301042" y="322338"/>
                  </a:cubicBezTo>
                  <a:cubicBezTo>
                    <a:pt x="289743" y="322338"/>
                    <a:pt x="280058" y="312668"/>
                    <a:pt x="280058" y="300580"/>
                  </a:cubicBezTo>
                  <a:cubicBezTo>
                    <a:pt x="280058" y="298968"/>
                    <a:pt x="280058" y="297357"/>
                    <a:pt x="280865" y="295745"/>
                  </a:cubicBezTo>
                  <a:lnTo>
                    <a:pt x="233247" y="248200"/>
                  </a:lnTo>
                  <a:cubicBezTo>
                    <a:pt x="221948" y="262705"/>
                    <a:pt x="215491" y="281240"/>
                    <a:pt x="215491" y="300580"/>
                  </a:cubicBezTo>
                  <a:cubicBezTo>
                    <a:pt x="215491" y="348125"/>
                    <a:pt x="254231" y="386805"/>
                    <a:pt x="301042" y="386805"/>
                  </a:cubicBezTo>
                  <a:cubicBezTo>
                    <a:pt x="348660" y="386805"/>
                    <a:pt x="387400" y="348125"/>
                    <a:pt x="387400" y="300580"/>
                  </a:cubicBezTo>
                  <a:cubicBezTo>
                    <a:pt x="387400" y="253841"/>
                    <a:pt x="348660" y="215161"/>
                    <a:pt x="301042" y="215161"/>
                  </a:cubicBezTo>
                  <a:close/>
                  <a:moveTo>
                    <a:pt x="301042" y="118459"/>
                  </a:moveTo>
                  <a:cubicBezTo>
                    <a:pt x="255038" y="118459"/>
                    <a:pt x="212263" y="136188"/>
                    <a:pt x="179979" y="164392"/>
                  </a:cubicBezTo>
                  <a:lnTo>
                    <a:pt x="233247" y="217578"/>
                  </a:lnTo>
                  <a:cubicBezTo>
                    <a:pt x="251810" y="202267"/>
                    <a:pt x="275215" y="193403"/>
                    <a:pt x="301042" y="193403"/>
                  </a:cubicBezTo>
                  <a:cubicBezTo>
                    <a:pt x="360766" y="193403"/>
                    <a:pt x="409191" y="241753"/>
                    <a:pt x="409191" y="300580"/>
                  </a:cubicBezTo>
                  <a:cubicBezTo>
                    <a:pt x="409191" y="360212"/>
                    <a:pt x="360766" y="408563"/>
                    <a:pt x="301042" y="408563"/>
                  </a:cubicBezTo>
                  <a:cubicBezTo>
                    <a:pt x="242125" y="408563"/>
                    <a:pt x="193700" y="360212"/>
                    <a:pt x="193700" y="300580"/>
                  </a:cubicBezTo>
                  <a:cubicBezTo>
                    <a:pt x="193700" y="274793"/>
                    <a:pt x="202578" y="251423"/>
                    <a:pt x="217912" y="232889"/>
                  </a:cubicBezTo>
                  <a:lnTo>
                    <a:pt x="164645" y="179703"/>
                  </a:lnTo>
                  <a:cubicBezTo>
                    <a:pt x="136397" y="211937"/>
                    <a:pt x="118641" y="254647"/>
                    <a:pt x="118641" y="300580"/>
                  </a:cubicBezTo>
                  <a:cubicBezTo>
                    <a:pt x="118641" y="401310"/>
                    <a:pt x="200157" y="483506"/>
                    <a:pt x="301042" y="483506"/>
                  </a:cubicBezTo>
                  <a:cubicBezTo>
                    <a:pt x="401927" y="483506"/>
                    <a:pt x="484250" y="401310"/>
                    <a:pt x="484250" y="300580"/>
                  </a:cubicBezTo>
                  <a:cubicBezTo>
                    <a:pt x="484250" y="199849"/>
                    <a:pt x="401927" y="118459"/>
                    <a:pt x="301042" y="118459"/>
                  </a:cubicBezTo>
                  <a:close/>
                  <a:moveTo>
                    <a:pt x="301021" y="0"/>
                  </a:moveTo>
                  <a:cubicBezTo>
                    <a:pt x="467252" y="0"/>
                    <a:pt x="602819" y="134593"/>
                    <a:pt x="602819" y="300618"/>
                  </a:cubicBezTo>
                  <a:cubicBezTo>
                    <a:pt x="602819" y="380406"/>
                    <a:pt x="572155" y="452135"/>
                    <a:pt x="521317" y="506134"/>
                  </a:cubicBezTo>
                  <a:lnTo>
                    <a:pt x="598784" y="583504"/>
                  </a:lnTo>
                  <a:cubicBezTo>
                    <a:pt x="602819" y="587534"/>
                    <a:pt x="602819" y="594788"/>
                    <a:pt x="597977" y="598817"/>
                  </a:cubicBezTo>
                  <a:cubicBezTo>
                    <a:pt x="596363" y="600429"/>
                    <a:pt x="593136" y="602041"/>
                    <a:pt x="590715" y="602041"/>
                  </a:cubicBezTo>
                  <a:cubicBezTo>
                    <a:pt x="588294" y="602041"/>
                    <a:pt x="585066" y="600429"/>
                    <a:pt x="583452" y="598817"/>
                  </a:cubicBezTo>
                  <a:lnTo>
                    <a:pt x="505985" y="520641"/>
                  </a:lnTo>
                  <a:cubicBezTo>
                    <a:pt x="452727" y="571415"/>
                    <a:pt x="380102" y="602041"/>
                    <a:pt x="301021" y="602041"/>
                  </a:cubicBezTo>
                  <a:cubicBezTo>
                    <a:pt x="221940" y="602041"/>
                    <a:pt x="150122" y="571415"/>
                    <a:pt x="96057" y="520641"/>
                  </a:cubicBezTo>
                  <a:lnTo>
                    <a:pt x="18590" y="598817"/>
                  </a:lnTo>
                  <a:cubicBezTo>
                    <a:pt x="16169" y="600429"/>
                    <a:pt x="13748" y="602041"/>
                    <a:pt x="10520" y="602041"/>
                  </a:cubicBezTo>
                  <a:cubicBezTo>
                    <a:pt x="8099" y="602041"/>
                    <a:pt x="5679" y="600429"/>
                    <a:pt x="3258" y="598817"/>
                  </a:cubicBezTo>
                  <a:cubicBezTo>
                    <a:pt x="-777" y="594788"/>
                    <a:pt x="-777" y="587534"/>
                    <a:pt x="3258" y="583504"/>
                  </a:cubicBezTo>
                  <a:lnTo>
                    <a:pt x="80725" y="506134"/>
                  </a:lnTo>
                  <a:cubicBezTo>
                    <a:pt x="30694" y="452135"/>
                    <a:pt x="30" y="379600"/>
                    <a:pt x="30" y="300618"/>
                  </a:cubicBezTo>
                  <a:cubicBezTo>
                    <a:pt x="30" y="245814"/>
                    <a:pt x="15362" y="191815"/>
                    <a:pt x="43605" y="145070"/>
                  </a:cubicBezTo>
                  <a:cubicBezTo>
                    <a:pt x="46833" y="139429"/>
                    <a:pt x="53288" y="137817"/>
                    <a:pt x="58130" y="141041"/>
                  </a:cubicBezTo>
                  <a:cubicBezTo>
                    <a:pt x="63779" y="144264"/>
                    <a:pt x="65393" y="150712"/>
                    <a:pt x="62165" y="156354"/>
                  </a:cubicBezTo>
                  <a:cubicBezTo>
                    <a:pt x="35536" y="199875"/>
                    <a:pt x="21818" y="249843"/>
                    <a:pt x="21818" y="300618"/>
                  </a:cubicBezTo>
                  <a:cubicBezTo>
                    <a:pt x="21818" y="454553"/>
                    <a:pt x="146894" y="580281"/>
                    <a:pt x="301021" y="580281"/>
                  </a:cubicBezTo>
                  <a:cubicBezTo>
                    <a:pt x="455148" y="580281"/>
                    <a:pt x="581031" y="454553"/>
                    <a:pt x="581031" y="300618"/>
                  </a:cubicBezTo>
                  <a:cubicBezTo>
                    <a:pt x="581031" y="146682"/>
                    <a:pt x="455148" y="21761"/>
                    <a:pt x="301021" y="21761"/>
                  </a:cubicBezTo>
                  <a:cubicBezTo>
                    <a:pt x="250183" y="21761"/>
                    <a:pt x="200153" y="35462"/>
                    <a:pt x="156578" y="62058"/>
                  </a:cubicBezTo>
                  <a:cubicBezTo>
                    <a:pt x="150929" y="65282"/>
                    <a:pt x="144473" y="63670"/>
                    <a:pt x="141246" y="58028"/>
                  </a:cubicBezTo>
                  <a:cubicBezTo>
                    <a:pt x="138018" y="53193"/>
                    <a:pt x="139632" y="46745"/>
                    <a:pt x="145280" y="43521"/>
                  </a:cubicBezTo>
                  <a:cubicBezTo>
                    <a:pt x="192083" y="15313"/>
                    <a:pt x="246149" y="0"/>
                    <a:pt x="301021" y="0"/>
                  </a:cubicBezTo>
                  <a:close/>
                  <a:moveTo>
                    <a:pt x="54075" y="0"/>
                  </a:moveTo>
                  <a:cubicBezTo>
                    <a:pt x="59724" y="0"/>
                    <a:pt x="64567" y="4835"/>
                    <a:pt x="64567" y="10476"/>
                  </a:cubicBezTo>
                  <a:lnTo>
                    <a:pt x="64567" y="49157"/>
                  </a:lnTo>
                  <a:lnTo>
                    <a:pt x="75059" y="59633"/>
                  </a:lnTo>
                  <a:lnTo>
                    <a:pt x="75059" y="32234"/>
                  </a:lnTo>
                  <a:cubicBezTo>
                    <a:pt x="75059" y="26593"/>
                    <a:pt x="79901" y="21758"/>
                    <a:pt x="86358" y="21758"/>
                  </a:cubicBezTo>
                  <a:cubicBezTo>
                    <a:pt x="92007" y="21758"/>
                    <a:pt x="96850" y="26593"/>
                    <a:pt x="96850" y="32234"/>
                  </a:cubicBezTo>
                  <a:lnTo>
                    <a:pt x="96850" y="81390"/>
                  </a:lnTo>
                  <a:lnTo>
                    <a:pt x="107342" y="91866"/>
                  </a:lnTo>
                  <a:lnTo>
                    <a:pt x="107342" y="64468"/>
                  </a:lnTo>
                  <a:cubicBezTo>
                    <a:pt x="107342" y="58827"/>
                    <a:pt x="112185" y="53992"/>
                    <a:pt x="118641" y="53992"/>
                  </a:cubicBezTo>
                  <a:cubicBezTo>
                    <a:pt x="124291" y="53992"/>
                    <a:pt x="129133" y="58827"/>
                    <a:pt x="129133" y="64468"/>
                  </a:cubicBezTo>
                  <a:lnTo>
                    <a:pt x="129133" y="113624"/>
                  </a:lnTo>
                  <a:lnTo>
                    <a:pt x="164645" y="149081"/>
                  </a:lnTo>
                  <a:cubicBezTo>
                    <a:pt x="200964" y="116848"/>
                    <a:pt x="248582" y="96701"/>
                    <a:pt x="301042" y="96701"/>
                  </a:cubicBezTo>
                  <a:cubicBezTo>
                    <a:pt x="414034" y="96701"/>
                    <a:pt x="506041" y="188568"/>
                    <a:pt x="506041" y="300580"/>
                  </a:cubicBezTo>
                  <a:cubicBezTo>
                    <a:pt x="506041" y="413398"/>
                    <a:pt x="414034" y="505264"/>
                    <a:pt x="301042" y="505264"/>
                  </a:cubicBezTo>
                  <a:cubicBezTo>
                    <a:pt x="188857" y="505264"/>
                    <a:pt x="96850" y="413398"/>
                    <a:pt x="96850" y="300580"/>
                  </a:cubicBezTo>
                  <a:cubicBezTo>
                    <a:pt x="96850" y="248200"/>
                    <a:pt x="117027" y="200655"/>
                    <a:pt x="149310" y="164392"/>
                  </a:cubicBezTo>
                  <a:lnTo>
                    <a:pt x="113799" y="128935"/>
                  </a:lnTo>
                  <a:lnTo>
                    <a:pt x="64567" y="128935"/>
                  </a:lnTo>
                  <a:cubicBezTo>
                    <a:pt x="58917" y="128935"/>
                    <a:pt x="54075" y="124100"/>
                    <a:pt x="54075" y="118459"/>
                  </a:cubicBezTo>
                  <a:cubicBezTo>
                    <a:pt x="54075" y="112013"/>
                    <a:pt x="58917" y="107177"/>
                    <a:pt x="64567" y="107177"/>
                  </a:cubicBezTo>
                  <a:lnTo>
                    <a:pt x="92007" y="107177"/>
                  </a:lnTo>
                  <a:lnTo>
                    <a:pt x="81515" y="96701"/>
                  </a:lnTo>
                  <a:lnTo>
                    <a:pt x="32283" y="96701"/>
                  </a:lnTo>
                  <a:cubicBezTo>
                    <a:pt x="26634" y="96701"/>
                    <a:pt x="21791" y="91866"/>
                    <a:pt x="21791" y="86226"/>
                  </a:cubicBezTo>
                  <a:cubicBezTo>
                    <a:pt x="21791" y="79779"/>
                    <a:pt x="26634" y="74944"/>
                    <a:pt x="32283" y="74944"/>
                  </a:cubicBezTo>
                  <a:lnTo>
                    <a:pt x="59724" y="74944"/>
                  </a:lnTo>
                  <a:lnTo>
                    <a:pt x="49232" y="64468"/>
                  </a:lnTo>
                  <a:lnTo>
                    <a:pt x="10492" y="64468"/>
                  </a:lnTo>
                  <a:cubicBezTo>
                    <a:pt x="4842" y="64468"/>
                    <a:pt x="0" y="59633"/>
                    <a:pt x="0" y="53992"/>
                  </a:cubicBezTo>
                  <a:cubicBezTo>
                    <a:pt x="0" y="47545"/>
                    <a:pt x="4842" y="42710"/>
                    <a:pt x="10492" y="42710"/>
                  </a:cubicBezTo>
                  <a:lnTo>
                    <a:pt x="27441" y="42710"/>
                  </a:lnTo>
                  <a:lnTo>
                    <a:pt x="13720" y="29011"/>
                  </a:lnTo>
                  <a:cubicBezTo>
                    <a:pt x="9685" y="24981"/>
                    <a:pt x="9685" y="17729"/>
                    <a:pt x="13720" y="13700"/>
                  </a:cubicBezTo>
                  <a:cubicBezTo>
                    <a:pt x="17756" y="9670"/>
                    <a:pt x="25020" y="9670"/>
                    <a:pt x="29055" y="13700"/>
                  </a:cubicBezTo>
                  <a:lnTo>
                    <a:pt x="42775" y="27399"/>
                  </a:lnTo>
                  <a:lnTo>
                    <a:pt x="42775" y="10476"/>
                  </a:lnTo>
                  <a:cubicBezTo>
                    <a:pt x="42775" y="4835"/>
                    <a:pt x="47618" y="0"/>
                    <a:pt x="54075" y="0"/>
                  </a:cubicBezTo>
                  <a:close/>
                </a:path>
              </a:pathLst>
            </a:custGeom>
            <a:solidFill>
              <a:srgbClr val="353334"/>
            </a:solidFill>
            <a:ln>
              <a:solidFill>
                <a:schemeClr val="tx1"/>
              </a:solidFill>
            </a:ln>
          </p:spPr>
          <p:txBody>
            <a:bodyPr anchor="ctr"/>
            <a:lstStyle/>
            <a:p>
              <a:pPr algn="ctr"/>
              <a:endParaRPr sz="1400" dirty="0"/>
            </a:p>
          </p:txBody>
        </p:sp>
        <p:grpSp>
          <p:nvGrpSpPr>
            <p:cNvPr id="42" name="组合 41"/>
            <p:cNvGrpSpPr/>
            <p:nvPr/>
          </p:nvGrpSpPr>
          <p:grpSpPr>
            <a:xfrm>
              <a:off x="8622716" y="4481640"/>
              <a:ext cx="1692612" cy="913780"/>
              <a:chOff x="2197445" y="2332140"/>
              <a:chExt cx="1973762" cy="1065563"/>
            </a:xfrm>
          </p:grpSpPr>
          <p:sp>
            <p:nvSpPr>
              <p:cNvPr id="43" name="文本框 42"/>
              <p:cNvSpPr txBox="1"/>
              <p:nvPr/>
            </p:nvSpPr>
            <p:spPr>
              <a:xfrm>
                <a:off x="2273643" y="2332140"/>
                <a:ext cx="1821364" cy="520404"/>
              </a:xfrm>
              <a:prstGeom prst="rect">
                <a:avLst/>
              </a:prstGeom>
              <a:noFill/>
            </p:spPr>
            <p:txBody>
              <a:bodyPr wrap="square" rtlCol="0">
                <a:spAutoFit/>
                <a:scene3d>
                  <a:camera prst="orthographicFront"/>
                  <a:lightRig rig="threePt" dir="t"/>
                </a:scene3d>
                <a:sp3d contourW="12700"/>
              </a:bodyPr>
              <a:lstStyle/>
              <a:p>
                <a:pPr algn="ctr"/>
                <a:r>
                  <a:rPr lang="zh-CN" altLang="en-US" sz="2300"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44" name="文本框 43"/>
              <p:cNvSpPr txBox="1"/>
              <p:nvPr/>
            </p:nvSpPr>
            <p:spPr>
              <a:xfrm>
                <a:off x="2197445" y="2737777"/>
                <a:ext cx="1973762" cy="659926"/>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9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into a film to be used in a wider field</a:t>
                </a:r>
              </a:p>
            </p:txBody>
          </p:sp>
        </p:grpSp>
      </p:grpSp>
      <p:grpSp>
        <p:nvGrpSpPr>
          <p:cNvPr id="29" name="组合 28">
            <a:extLst>
              <a:ext uri="{FF2B5EF4-FFF2-40B4-BE49-F238E27FC236}">
                <a16:creationId xmlns:a16="http://schemas.microsoft.com/office/drawing/2014/main" id="{08BDEE06-931A-4272-A9E9-14937B273224}"/>
              </a:ext>
            </a:extLst>
          </p:cNvPr>
          <p:cNvGrpSpPr/>
          <p:nvPr/>
        </p:nvGrpSpPr>
        <p:grpSpPr>
          <a:xfrm>
            <a:off x="444056" y="246729"/>
            <a:ext cx="1415772" cy="433147"/>
            <a:chOff x="444056" y="262399"/>
            <a:chExt cx="1415772" cy="433147"/>
          </a:xfrm>
        </p:grpSpPr>
        <p:sp>
          <p:nvSpPr>
            <p:cNvPr id="30" name="TextBox 7">
              <a:extLst>
                <a:ext uri="{FF2B5EF4-FFF2-40B4-BE49-F238E27FC236}">
                  <a16:creationId xmlns:a16="http://schemas.microsoft.com/office/drawing/2014/main" id="{13826B0D-45EF-4070-B773-E781774B2616}"/>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1" name="TextBox 8">
              <a:extLst>
                <a:ext uri="{FF2B5EF4-FFF2-40B4-BE49-F238E27FC236}">
                  <a16:creationId xmlns:a16="http://schemas.microsoft.com/office/drawing/2014/main" id="{0FD25C29-FD2C-428B-A58B-B3CDBBB73837}"/>
                </a:ext>
              </a:extLst>
            </p:cNvPr>
            <p:cNvSpPr txBox="1"/>
            <p:nvPr/>
          </p:nvSpPr>
          <p:spPr>
            <a:xfrm>
              <a:off x="444056" y="464714"/>
              <a:ext cx="1377300" cy="230832"/>
            </a:xfrm>
            <a:prstGeom prst="rect">
              <a:avLst/>
            </a:prstGeom>
            <a:noFill/>
          </p:spPr>
          <p:txBody>
            <a:bodyPr wrap="none" rtlCol="0">
              <a:spAutoFit/>
            </a:bodyPr>
            <a:lstStyle/>
            <a:p>
              <a:r>
                <a:rPr lang="en-US" altLang="zh-CN" sz="900" dirty="0">
                  <a:latin typeface="思源黑体 CN Light" panose="020B0300000000000000" pitchFamily="34" charset="-122"/>
                  <a:ea typeface="思源黑体 CN Light" panose="020B0300000000000000" pitchFamily="34" charset="-122"/>
                  <a:cs typeface="Arial" panose="020B0604020202020204" pitchFamily="34" charset="0"/>
                </a:rPr>
                <a:t>Add Page Title </a:t>
              </a:r>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47" name="矩形 46">
            <a:extLst>
              <a:ext uri="{FF2B5EF4-FFF2-40B4-BE49-F238E27FC236}">
                <a16:creationId xmlns:a16="http://schemas.microsoft.com/office/drawing/2014/main" id="{0DA6954F-4F33-4C22-8463-8E243F9C4038}"/>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4C6EA51C-801B-4611-B187-AFFE1B34783E}"/>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9726" y="5106140"/>
            <a:ext cx="12192000" cy="1745758"/>
          </a:xfrm>
          <a:prstGeom prst="rect">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矩形 47"/>
          <p:cNvSpPr/>
          <p:nvPr/>
        </p:nvSpPr>
        <p:spPr>
          <a:xfrm>
            <a:off x="1117948" y="5605862"/>
            <a:ext cx="9975556" cy="367408"/>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cs typeface="Arial" panose="020B0604020202020204" pitchFamily="34" charset="0"/>
              </a:rPr>
              <a:t>用户可以在投影仪或者计算机上进行演示也可以将演示文稿打印出来制作成胶片以便应用到更广泛的领域中</a:t>
            </a:r>
          </a:p>
        </p:txBody>
      </p:sp>
    </p:spTree>
    <p:extLst>
      <p:ext uri="{BB962C8B-B14F-4D97-AF65-F5344CB8AC3E}">
        <p14:creationId xmlns:p14="http://schemas.microsoft.com/office/powerpoint/2010/main" val="103825162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750" fill="hold"/>
                                        <p:tgtEl>
                                          <p:spTgt spid="3"/>
                                        </p:tgtEl>
                                        <p:attrNameLst>
                                          <p:attrName>ppt_x</p:attrName>
                                        </p:attrNameLst>
                                      </p:cBhvr>
                                      <p:tavLst>
                                        <p:tav tm="0">
                                          <p:val>
                                            <p:strVal val="1+#ppt_w/2"/>
                                          </p:val>
                                        </p:tav>
                                        <p:tav tm="100000">
                                          <p:val>
                                            <p:strVal val="#ppt_x"/>
                                          </p:val>
                                        </p:tav>
                                      </p:tavLst>
                                    </p:anim>
                                    <p:anim calcmode="lin" valueType="num">
                                      <p:cBhvr additive="base">
                                        <p:cTn id="13" dur="75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750" fill="hold"/>
                                        <p:tgtEl>
                                          <p:spTgt spid="5"/>
                                        </p:tgtEl>
                                        <p:attrNameLst>
                                          <p:attrName>ppt_x</p:attrName>
                                        </p:attrNameLst>
                                      </p:cBhvr>
                                      <p:tavLst>
                                        <p:tav tm="0">
                                          <p:val>
                                            <p:strVal val="0-#ppt_w/2"/>
                                          </p:val>
                                        </p:tav>
                                        <p:tav tm="100000">
                                          <p:val>
                                            <p:strVal val="#ppt_x"/>
                                          </p:val>
                                        </p:tav>
                                      </p:tavLst>
                                    </p:anim>
                                    <p:anim calcmode="lin" valueType="num">
                                      <p:cBhvr additive="base">
                                        <p:cTn id="18" dur="75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2250"/>
                            </p:stCondLst>
                            <p:childTnLst>
                              <p:par>
                                <p:cTn id="20" presetID="2" presetClass="entr" presetSubtype="2"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750" fill="hold"/>
                                        <p:tgtEl>
                                          <p:spTgt spid="4"/>
                                        </p:tgtEl>
                                        <p:attrNameLst>
                                          <p:attrName>ppt_x</p:attrName>
                                        </p:attrNameLst>
                                      </p:cBhvr>
                                      <p:tavLst>
                                        <p:tav tm="0">
                                          <p:val>
                                            <p:strVal val="1+#ppt_w/2"/>
                                          </p:val>
                                        </p:tav>
                                        <p:tav tm="100000">
                                          <p:val>
                                            <p:strVal val="#ppt_x"/>
                                          </p:val>
                                        </p:tav>
                                      </p:tavLst>
                                    </p:anim>
                                    <p:anim calcmode="lin" valueType="num">
                                      <p:cBhvr additive="base">
                                        <p:cTn id="23" dur="75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3000"/>
                            </p:stCondLst>
                            <p:childTnLst>
                              <p:par>
                                <p:cTn id="25" presetID="22" presetClass="entr" presetSubtype="8" fill="hold" grpId="0"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childTnLst>
                          </p:cTn>
                        </p:par>
                        <p:par>
                          <p:cTn id="28" fill="hold">
                            <p:stCondLst>
                              <p:cond delay="3500"/>
                            </p:stCondLst>
                            <p:childTnLst>
                              <p:par>
                                <p:cTn id="29" presetID="53" presetClass="entr" presetSubtype="16" fill="hold" nodeType="afterEffect">
                                  <p:stCondLst>
                                    <p:cond delay="0"/>
                                  </p:stCondLst>
                                  <p:childTnLst>
                                    <p:set>
                                      <p:cBhvr>
                                        <p:cTn id="30" dur="1" fill="hold">
                                          <p:stCondLst>
                                            <p:cond delay="0"/>
                                          </p:stCondLst>
                                        </p:cTn>
                                        <p:tgtEl>
                                          <p:spTgt spid="48">
                                            <p:txEl>
                                              <p:pRg st="0" end="0"/>
                                            </p:txEl>
                                          </p:spTgt>
                                        </p:tgtEl>
                                        <p:attrNameLst>
                                          <p:attrName>style.visibility</p:attrName>
                                        </p:attrNameLst>
                                      </p:cBhvr>
                                      <p:to>
                                        <p:strVal val="visible"/>
                                      </p:to>
                                    </p:set>
                                    <p:anim calcmode="lin" valueType="num">
                                      <p:cBhvr>
                                        <p:cTn id="31" dur="500" fill="hold"/>
                                        <p:tgtEl>
                                          <p:spTgt spid="48">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48">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9DB1297C-C7B1-43EB-961D-CE1203113E05}"/>
              </a:ext>
            </a:extLst>
          </p:cNvPr>
          <p:cNvGrpSpPr/>
          <p:nvPr/>
        </p:nvGrpSpPr>
        <p:grpSpPr>
          <a:xfrm>
            <a:off x="3765185" y="2105561"/>
            <a:ext cx="5240796" cy="2646878"/>
            <a:chOff x="2944982" y="2067436"/>
            <a:chExt cx="5240796" cy="2646878"/>
          </a:xfrm>
        </p:grpSpPr>
        <p:sp>
          <p:nvSpPr>
            <p:cNvPr id="22" name="文本框 21">
              <a:extLst>
                <a:ext uri="{FF2B5EF4-FFF2-40B4-BE49-F238E27FC236}">
                  <a16:creationId xmlns:a16="http://schemas.microsoft.com/office/drawing/2014/main" id="{3A95399C-5634-46ED-81B5-1B2D1D84BE44}"/>
                </a:ext>
              </a:extLst>
            </p:cNvPr>
            <p:cNvSpPr txBox="1"/>
            <p:nvPr/>
          </p:nvSpPr>
          <p:spPr>
            <a:xfrm>
              <a:off x="2944982" y="2067436"/>
              <a:ext cx="1438214" cy="2646878"/>
            </a:xfrm>
            <a:prstGeom prst="rect">
              <a:avLst/>
            </a:prstGeom>
            <a:noFill/>
          </p:spPr>
          <p:txBody>
            <a:bodyPr wrap="none" rtlCol="0">
              <a:spAutoFit/>
            </a:bodyPr>
            <a:lstStyle/>
            <a:p>
              <a:r>
                <a:rPr lang="en-US" altLang="zh-CN"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4</a:t>
              </a:r>
              <a:endParaRPr lang="zh-CN" altLang="en-US" sz="16600" b="1"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sp>
          <p:nvSpPr>
            <p:cNvPr id="23" name="TextBox 7">
              <a:extLst>
                <a:ext uri="{FF2B5EF4-FFF2-40B4-BE49-F238E27FC236}">
                  <a16:creationId xmlns:a16="http://schemas.microsoft.com/office/drawing/2014/main" id="{6DDD9ED8-21F9-40C0-A808-5B7D1A03C9E1}"/>
                </a:ext>
              </a:extLst>
            </p:cNvPr>
            <p:cNvSpPr txBox="1"/>
            <p:nvPr/>
          </p:nvSpPr>
          <p:spPr>
            <a:xfrm>
              <a:off x="4314267" y="2609186"/>
              <a:ext cx="3871511" cy="707886"/>
            </a:xfrm>
            <a:prstGeom prst="rect">
              <a:avLst/>
            </a:prstGeom>
            <a:noFill/>
          </p:spPr>
          <p:txBody>
            <a:bodyPr wrap="square" rtlCol="0">
              <a:spAutoFit/>
            </a:bodyPr>
            <a:lstStyle/>
            <a:p>
              <a:r>
                <a:rPr lang="zh-CN" altLang="en-US" sz="4000" b="1" dirty="0">
                  <a:latin typeface="思源黑体 CN Bold" panose="020B0800000000000000" pitchFamily="34" charset="-122"/>
                  <a:ea typeface="思源黑体 CN Bold" panose="020B0800000000000000" pitchFamily="34" charset="-122"/>
                  <a:cs typeface="Arial" panose="020B0604020202020204" pitchFamily="34" charset="0"/>
                </a:rPr>
                <a:t>第四章标题内容</a:t>
              </a:r>
            </a:p>
          </p:txBody>
        </p:sp>
        <p:sp>
          <p:nvSpPr>
            <p:cNvPr id="24" name="矩形 23">
              <a:extLst>
                <a:ext uri="{FF2B5EF4-FFF2-40B4-BE49-F238E27FC236}">
                  <a16:creationId xmlns:a16="http://schemas.microsoft.com/office/drawing/2014/main" id="{853F88A2-0D32-43A0-B7A5-73B73D34F71A}"/>
                </a:ext>
              </a:extLst>
            </p:cNvPr>
            <p:cNvSpPr/>
            <p:nvPr/>
          </p:nvSpPr>
          <p:spPr>
            <a:xfrm>
              <a:off x="4314267" y="3463214"/>
              <a:ext cx="3871511" cy="830997"/>
            </a:xfrm>
            <a:prstGeom prst="rect">
              <a:avLst/>
            </a:prstGeom>
          </p:spPr>
          <p:txBody>
            <a:bodyPr wrap="square">
              <a:spAutoFit/>
            </a:bodyPr>
            <a:lstStyle/>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单击此处添加文字阐述，添加简短问题</a:t>
              </a:r>
              <a:endParaRPr lang="en-US" altLang="zh-CN" sz="1600" dirty="0">
                <a:latin typeface="思源黑体 CN Light" panose="020B0300000000000000" pitchFamily="34" charset="-122"/>
                <a:ea typeface="思源黑体 CN Light" panose="020B0300000000000000" pitchFamily="34" charset="-122"/>
                <a:cs typeface="Arial" panose="020B0604020202020204" pitchFamily="34" charset="0"/>
              </a:endParaRPr>
            </a:p>
            <a:p>
              <a:pPr>
                <a:lnSpc>
                  <a:spcPct val="15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说明文字，具体添加文字在此处添加</a:t>
              </a:r>
            </a:p>
          </p:txBody>
        </p:sp>
      </p:grpSp>
      <p:sp>
        <p:nvSpPr>
          <p:cNvPr id="30" name="矩形 29">
            <a:extLst>
              <a:ext uri="{FF2B5EF4-FFF2-40B4-BE49-F238E27FC236}">
                <a16:creationId xmlns:a16="http://schemas.microsoft.com/office/drawing/2014/main" id="{A8A89721-6CCD-4AE6-A032-3373800E906B}"/>
              </a:ext>
            </a:extLst>
          </p:cNvPr>
          <p:cNvSpPr/>
          <p:nvPr/>
        </p:nvSpPr>
        <p:spPr>
          <a:xfrm>
            <a:off x="0" y="50295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2A7D8A8-8154-4390-9596-FBA13C20F205}"/>
              </a:ext>
            </a:extLst>
          </p:cNvPr>
          <p:cNvSpPr/>
          <p:nvPr/>
        </p:nvSpPr>
        <p:spPr>
          <a:xfrm>
            <a:off x="914400" y="5943999"/>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3817C3C-47AA-404B-8DFC-8E49301AE128}"/>
              </a:ext>
            </a:extLst>
          </p:cNvPr>
          <p:cNvSpPr/>
          <p:nvPr/>
        </p:nvSpPr>
        <p:spPr>
          <a:xfrm>
            <a:off x="10363200" y="0"/>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AD41770-2EF5-49EA-B865-B50204D9906A}"/>
              </a:ext>
            </a:extLst>
          </p:cNvPr>
          <p:cNvSpPr/>
          <p:nvPr/>
        </p:nvSpPr>
        <p:spPr>
          <a:xfrm>
            <a:off x="11277600" y="914400"/>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E230DFA-6EB9-41FF-80A5-320708C97552}"/>
              </a:ext>
            </a:extLst>
          </p:cNvPr>
          <p:cNvSpPr/>
          <p:nvPr/>
        </p:nvSpPr>
        <p:spPr>
          <a:xfrm>
            <a:off x="9311146" y="4572399"/>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26B5911-9FB8-4EA6-A7D4-A38A1577F4B1}"/>
              </a:ext>
            </a:extLst>
          </p:cNvPr>
          <p:cNvSpPr/>
          <p:nvPr/>
        </p:nvSpPr>
        <p:spPr>
          <a:xfrm>
            <a:off x="2862622" y="141957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5765425"/>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1000" fill="hold"/>
                                        <p:tgtEl>
                                          <p:spTgt spid="37"/>
                                        </p:tgtEl>
                                        <p:attrNameLst>
                                          <p:attrName>ppt_w</p:attrName>
                                        </p:attrNameLst>
                                      </p:cBhvr>
                                      <p:tavLst>
                                        <p:tav tm="0">
                                          <p:val>
                                            <p:fltVal val="0"/>
                                          </p:val>
                                        </p:tav>
                                        <p:tav tm="100000">
                                          <p:val>
                                            <p:strVal val="#ppt_w"/>
                                          </p:val>
                                        </p:tav>
                                      </p:tavLst>
                                    </p:anim>
                                    <p:anim calcmode="lin" valueType="num">
                                      <p:cBhvr>
                                        <p:cTn id="15" dur="1000" fill="hold"/>
                                        <p:tgtEl>
                                          <p:spTgt spid="37"/>
                                        </p:tgtEl>
                                        <p:attrNameLst>
                                          <p:attrName>ppt_h</p:attrName>
                                        </p:attrNameLst>
                                      </p:cBhvr>
                                      <p:tavLst>
                                        <p:tav tm="0">
                                          <p:val>
                                            <p:fltVal val="0"/>
                                          </p:val>
                                        </p:tav>
                                        <p:tav tm="100000">
                                          <p:val>
                                            <p:strVal val="#ppt_h"/>
                                          </p:val>
                                        </p:tav>
                                      </p:tavLst>
                                    </p:anim>
                                    <p:anim calcmode="lin" valueType="num">
                                      <p:cBhvr>
                                        <p:cTn id="16" dur="1000" fill="hold"/>
                                        <p:tgtEl>
                                          <p:spTgt spid="37"/>
                                        </p:tgtEl>
                                        <p:attrNameLst>
                                          <p:attrName>style.rotation</p:attrName>
                                        </p:attrNameLst>
                                      </p:cBhvr>
                                      <p:tavLst>
                                        <p:tav tm="0">
                                          <p:val>
                                            <p:fltVal val="90"/>
                                          </p:val>
                                        </p:tav>
                                        <p:tav tm="100000">
                                          <p:val>
                                            <p:fltVal val="0"/>
                                          </p:val>
                                        </p:tav>
                                      </p:tavLst>
                                    </p:anim>
                                    <p:animEffect transition="in" filter="fade">
                                      <p:cBhvr>
                                        <p:cTn id="17" dur="1000"/>
                                        <p:tgtEl>
                                          <p:spTgt spid="37"/>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p:cTn id="20" dur="1000" fill="hold"/>
                                        <p:tgtEl>
                                          <p:spTgt spid="36"/>
                                        </p:tgtEl>
                                        <p:attrNameLst>
                                          <p:attrName>ppt_w</p:attrName>
                                        </p:attrNameLst>
                                      </p:cBhvr>
                                      <p:tavLst>
                                        <p:tav tm="0">
                                          <p:val>
                                            <p:fltVal val="0"/>
                                          </p:val>
                                        </p:tav>
                                        <p:tav tm="100000">
                                          <p:val>
                                            <p:strVal val="#ppt_w"/>
                                          </p:val>
                                        </p:tav>
                                      </p:tavLst>
                                    </p:anim>
                                    <p:anim calcmode="lin" valueType="num">
                                      <p:cBhvr>
                                        <p:cTn id="21" dur="1000" fill="hold"/>
                                        <p:tgtEl>
                                          <p:spTgt spid="36"/>
                                        </p:tgtEl>
                                        <p:attrNameLst>
                                          <p:attrName>ppt_h</p:attrName>
                                        </p:attrNameLst>
                                      </p:cBhvr>
                                      <p:tavLst>
                                        <p:tav tm="0">
                                          <p:val>
                                            <p:fltVal val="0"/>
                                          </p:val>
                                        </p:tav>
                                        <p:tav tm="100000">
                                          <p:val>
                                            <p:strVal val="#ppt_h"/>
                                          </p:val>
                                        </p:tav>
                                      </p:tavLst>
                                    </p:anim>
                                    <p:anim calcmode="lin" valueType="num">
                                      <p:cBhvr>
                                        <p:cTn id="22" dur="1000" fill="hold"/>
                                        <p:tgtEl>
                                          <p:spTgt spid="36"/>
                                        </p:tgtEl>
                                        <p:attrNameLst>
                                          <p:attrName>style.rotation</p:attrName>
                                        </p:attrNameLst>
                                      </p:cBhvr>
                                      <p:tavLst>
                                        <p:tav tm="0">
                                          <p:val>
                                            <p:fltVal val="90"/>
                                          </p:val>
                                        </p:tav>
                                        <p:tav tm="100000">
                                          <p:val>
                                            <p:fltVal val="0"/>
                                          </p:val>
                                        </p:tav>
                                      </p:tavLst>
                                    </p:anim>
                                    <p:animEffect transition="in" filter="fade">
                                      <p:cBhvr>
                                        <p:cTn id="23"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1028280" y="1608266"/>
            <a:ext cx="4624868" cy="1048446"/>
            <a:chOff x="1367579" y="1905929"/>
            <a:chExt cx="4624868" cy="1048446"/>
          </a:xfrm>
        </p:grpSpPr>
        <p:grpSp>
          <p:nvGrpSpPr>
            <p:cNvPr id="41" name="组合 40"/>
            <p:cNvGrpSpPr/>
            <p:nvPr/>
          </p:nvGrpSpPr>
          <p:grpSpPr>
            <a:xfrm>
              <a:off x="2123229" y="1905929"/>
              <a:ext cx="3869218" cy="1048446"/>
              <a:chOff x="7483989" y="3342330"/>
              <a:chExt cx="3869218" cy="1048446"/>
            </a:xfrm>
          </p:grpSpPr>
          <p:sp>
            <p:nvSpPr>
              <p:cNvPr id="45" name="矩形 44"/>
              <p:cNvSpPr/>
              <p:nvPr/>
            </p:nvSpPr>
            <p:spPr>
              <a:xfrm>
                <a:off x="7483989" y="3732519"/>
                <a:ext cx="3869218" cy="658257"/>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用户可以在投影仪或者计算机上进行演示也可以将演示文稿打印出来制作成胶片</a:t>
                </a:r>
              </a:p>
            </p:txBody>
          </p:sp>
          <p:sp>
            <p:nvSpPr>
              <p:cNvPr id="46" name="矩形 45"/>
              <p:cNvSpPr/>
              <p:nvPr/>
            </p:nvSpPr>
            <p:spPr>
              <a:xfrm>
                <a:off x="7483989" y="3342330"/>
                <a:ext cx="2050552" cy="487698"/>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grpSp>
          <p:nvGrpSpPr>
            <p:cNvPr id="42" name="组合 41"/>
            <p:cNvGrpSpPr/>
            <p:nvPr/>
          </p:nvGrpSpPr>
          <p:grpSpPr>
            <a:xfrm>
              <a:off x="1367579" y="2122141"/>
              <a:ext cx="584200" cy="584200"/>
              <a:chOff x="1028700" y="1853169"/>
              <a:chExt cx="787400" cy="787400"/>
            </a:xfrm>
          </p:grpSpPr>
          <p:sp>
            <p:nvSpPr>
              <p:cNvPr id="43" name="椭圆 42"/>
              <p:cNvSpPr/>
              <p:nvPr/>
            </p:nvSpPr>
            <p:spPr>
              <a:xfrm>
                <a:off x="1028700" y="1853169"/>
                <a:ext cx="787400" cy="787400"/>
              </a:xfrm>
              <a:prstGeom prst="ellipse">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sp>
            <p:nvSpPr>
              <p:cNvPr id="44" name="椭圆 9"/>
              <p:cNvSpPr/>
              <p:nvPr/>
            </p:nvSpPr>
            <p:spPr>
              <a:xfrm>
                <a:off x="1237694" y="2063723"/>
                <a:ext cx="369412" cy="366291"/>
              </a:xfrm>
              <a:custGeom>
                <a:avLst/>
                <a:gdLst>
                  <a:gd name="connsiteX0" fmla="*/ 192254 w 338138"/>
                  <a:gd name="connsiteY0" fmla="*/ 135421 h 335282"/>
                  <a:gd name="connsiteX1" fmla="*/ 152810 w 338138"/>
                  <a:gd name="connsiteY1" fmla="*/ 151158 h 335282"/>
                  <a:gd name="connsiteX2" fmla="*/ 152810 w 338138"/>
                  <a:gd name="connsiteY2" fmla="*/ 229842 h 335282"/>
                  <a:gd name="connsiteX3" fmla="*/ 232697 w 338138"/>
                  <a:gd name="connsiteY3" fmla="*/ 229842 h 335282"/>
                  <a:gd name="connsiteX4" fmla="*/ 232697 w 338138"/>
                  <a:gd name="connsiteY4" fmla="*/ 151158 h 335282"/>
                  <a:gd name="connsiteX5" fmla="*/ 192254 w 338138"/>
                  <a:gd name="connsiteY5" fmla="*/ 135421 h 335282"/>
                  <a:gd name="connsiteX6" fmla="*/ 238125 w 338138"/>
                  <a:gd name="connsiteY6" fmla="*/ 69850 h 335282"/>
                  <a:gd name="connsiteX7" fmla="*/ 225425 w 338138"/>
                  <a:gd name="connsiteY7" fmla="*/ 80963 h 335282"/>
                  <a:gd name="connsiteX8" fmla="*/ 238125 w 338138"/>
                  <a:gd name="connsiteY8" fmla="*/ 92076 h 335282"/>
                  <a:gd name="connsiteX9" fmla="*/ 250825 w 338138"/>
                  <a:gd name="connsiteY9" fmla="*/ 80963 h 335282"/>
                  <a:gd name="connsiteX10" fmla="*/ 238125 w 338138"/>
                  <a:gd name="connsiteY10" fmla="*/ 69850 h 335282"/>
                  <a:gd name="connsiteX11" fmla="*/ 214313 w 338138"/>
                  <a:gd name="connsiteY11" fmla="*/ 57150 h 335282"/>
                  <a:gd name="connsiteX12" fmla="*/ 263526 w 338138"/>
                  <a:gd name="connsiteY12" fmla="*/ 57150 h 335282"/>
                  <a:gd name="connsiteX13" fmla="*/ 263526 w 338138"/>
                  <a:gd name="connsiteY13" fmla="*/ 106363 h 335282"/>
                  <a:gd name="connsiteX14" fmla="*/ 214313 w 338138"/>
                  <a:gd name="connsiteY14" fmla="*/ 106363 h 335282"/>
                  <a:gd name="connsiteX15" fmla="*/ 49213 w 338138"/>
                  <a:gd name="connsiteY15" fmla="*/ 57150 h 335282"/>
                  <a:gd name="connsiteX16" fmla="*/ 195263 w 338138"/>
                  <a:gd name="connsiteY16" fmla="*/ 57150 h 335282"/>
                  <a:gd name="connsiteX17" fmla="*/ 195263 w 338138"/>
                  <a:gd name="connsiteY17" fmla="*/ 106363 h 335282"/>
                  <a:gd name="connsiteX18" fmla="*/ 49213 w 338138"/>
                  <a:gd name="connsiteY18" fmla="*/ 106363 h 335282"/>
                  <a:gd name="connsiteX19" fmla="*/ 22225 w 338138"/>
                  <a:gd name="connsiteY19" fmla="*/ 28575 h 335282"/>
                  <a:gd name="connsiteX20" fmla="*/ 22225 w 338138"/>
                  <a:gd name="connsiteY20" fmla="*/ 269875 h 335282"/>
                  <a:gd name="connsiteX21" fmla="*/ 241853 w 338138"/>
                  <a:gd name="connsiteY21" fmla="*/ 269875 h 335282"/>
                  <a:gd name="connsiteX22" fmla="*/ 247114 w 338138"/>
                  <a:gd name="connsiteY22" fmla="*/ 259384 h 335282"/>
                  <a:gd name="connsiteX23" fmla="*/ 233962 w 338138"/>
                  <a:gd name="connsiteY23" fmla="*/ 248892 h 335282"/>
                  <a:gd name="connsiteX24" fmla="*/ 155054 w 338138"/>
                  <a:gd name="connsiteY24" fmla="*/ 251515 h 335282"/>
                  <a:gd name="connsiteX25" fmla="*/ 49843 w 338138"/>
                  <a:gd name="connsiteY25" fmla="*/ 251515 h 335282"/>
                  <a:gd name="connsiteX26" fmla="*/ 49843 w 338138"/>
                  <a:gd name="connsiteY26" fmla="*/ 231844 h 335282"/>
                  <a:gd name="connsiteX27" fmla="*/ 135327 w 338138"/>
                  <a:gd name="connsiteY27" fmla="*/ 231844 h 335282"/>
                  <a:gd name="connsiteX28" fmla="*/ 122175 w 338138"/>
                  <a:gd name="connsiteY28" fmla="*/ 201682 h 335282"/>
                  <a:gd name="connsiteX29" fmla="*/ 49843 w 338138"/>
                  <a:gd name="connsiteY29" fmla="*/ 201682 h 335282"/>
                  <a:gd name="connsiteX30" fmla="*/ 49843 w 338138"/>
                  <a:gd name="connsiteY30" fmla="*/ 183322 h 335282"/>
                  <a:gd name="connsiteX31" fmla="*/ 120860 w 338138"/>
                  <a:gd name="connsiteY31" fmla="*/ 183322 h 335282"/>
                  <a:gd name="connsiteX32" fmla="*/ 131381 w 338138"/>
                  <a:gd name="connsiteY32" fmla="*/ 153159 h 335282"/>
                  <a:gd name="connsiteX33" fmla="*/ 49843 w 338138"/>
                  <a:gd name="connsiteY33" fmla="*/ 153159 h 335282"/>
                  <a:gd name="connsiteX34" fmla="*/ 49843 w 338138"/>
                  <a:gd name="connsiteY34" fmla="*/ 134800 h 335282"/>
                  <a:gd name="connsiteX35" fmla="*/ 147163 w 338138"/>
                  <a:gd name="connsiteY35" fmla="*/ 134800 h 335282"/>
                  <a:gd name="connsiteX36" fmla="*/ 243168 w 338138"/>
                  <a:gd name="connsiteY36" fmla="*/ 138734 h 335282"/>
                  <a:gd name="connsiteX37" fmla="*/ 251059 w 338138"/>
                  <a:gd name="connsiteY37" fmla="*/ 231844 h 335282"/>
                  <a:gd name="connsiteX38" fmla="*/ 264210 w 338138"/>
                  <a:gd name="connsiteY38" fmla="*/ 243647 h 335282"/>
                  <a:gd name="connsiteX39" fmla="*/ 272101 w 338138"/>
                  <a:gd name="connsiteY39" fmla="*/ 238401 h 335282"/>
                  <a:gd name="connsiteX40" fmla="*/ 290513 w 338138"/>
                  <a:gd name="connsiteY40" fmla="*/ 256761 h 335282"/>
                  <a:gd name="connsiteX41" fmla="*/ 290513 w 338138"/>
                  <a:gd name="connsiteY41" fmla="*/ 28575 h 335282"/>
                  <a:gd name="connsiteX42" fmla="*/ 22225 w 338138"/>
                  <a:gd name="connsiteY42" fmla="*/ 28575 h 335282"/>
                  <a:gd name="connsiteX43" fmla="*/ 0 w 338138"/>
                  <a:gd name="connsiteY43" fmla="*/ 0 h 335282"/>
                  <a:gd name="connsiteX44" fmla="*/ 311721 w 338138"/>
                  <a:gd name="connsiteY44" fmla="*/ 0 h 335282"/>
                  <a:gd name="connsiteX45" fmla="*/ 311721 w 338138"/>
                  <a:gd name="connsiteY45" fmla="*/ 278479 h 335282"/>
                  <a:gd name="connsiteX46" fmla="*/ 338138 w 338138"/>
                  <a:gd name="connsiteY46" fmla="*/ 304875 h 335282"/>
                  <a:gd name="connsiteX47" fmla="*/ 330213 w 338138"/>
                  <a:gd name="connsiteY47" fmla="*/ 325992 h 335282"/>
                  <a:gd name="connsiteX48" fmla="*/ 307759 w 338138"/>
                  <a:gd name="connsiteY48" fmla="*/ 335230 h 335282"/>
                  <a:gd name="connsiteX49" fmla="*/ 262850 w 338138"/>
                  <a:gd name="connsiteY49" fmla="*/ 291677 h 335282"/>
                  <a:gd name="connsiteX50" fmla="*/ 0 w 338138"/>
                  <a:gd name="connsiteY50" fmla="*/ 291677 h 335282"/>
                  <a:gd name="connsiteX51" fmla="*/ 0 w 338138"/>
                  <a:gd name="connsiteY51" fmla="*/ 0 h 33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335282">
                    <a:moveTo>
                      <a:pt x="192254" y="135421"/>
                    </a:moveTo>
                    <a:cubicBezTo>
                      <a:pt x="177774" y="135421"/>
                      <a:pt x="163461" y="140666"/>
                      <a:pt x="152810" y="151158"/>
                    </a:cubicBezTo>
                    <a:cubicBezTo>
                      <a:pt x="130175" y="173452"/>
                      <a:pt x="130175" y="207548"/>
                      <a:pt x="152810" y="229842"/>
                    </a:cubicBezTo>
                    <a:cubicBezTo>
                      <a:pt x="174113" y="250825"/>
                      <a:pt x="210062" y="250825"/>
                      <a:pt x="232697" y="229842"/>
                    </a:cubicBezTo>
                    <a:cubicBezTo>
                      <a:pt x="254000" y="207548"/>
                      <a:pt x="254000" y="173452"/>
                      <a:pt x="232697" y="151158"/>
                    </a:cubicBezTo>
                    <a:cubicBezTo>
                      <a:pt x="221379" y="140666"/>
                      <a:pt x="206733" y="135421"/>
                      <a:pt x="192254" y="135421"/>
                    </a:cubicBezTo>
                    <a:close/>
                    <a:moveTo>
                      <a:pt x="238125" y="69850"/>
                    </a:moveTo>
                    <a:cubicBezTo>
                      <a:pt x="231111" y="69850"/>
                      <a:pt x="225425" y="74825"/>
                      <a:pt x="225425" y="80963"/>
                    </a:cubicBezTo>
                    <a:cubicBezTo>
                      <a:pt x="225425" y="87101"/>
                      <a:pt x="231111" y="92076"/>
                      <a:pt x="238125" y="92076"/>
                    </a:cubicBezTo>
                    <a:cubicBezTo>
                      <a:pt x="245139" y="92076"/>
                      <a:pt x="250825" y="87101"/>
                      <a:pt x="250825" y="80963"/>
                    </a:cubicBezTo>
                    <a:cubicBezTo>
                      <a:pt x="250825" y="74825"/>
                      <a:pt x="245139" y="69850"/>
                      <a:pt x="238125" y="69850"/>
                    </a:cubicBezTo>
                    <a:close/>
                    <a:moveTo>
                      <a:pt x="214313" y="57150"/>
                    </a:moveTo>
                    <a:lnTo>
                      <a:pt x="263526" y="57150"/>
                    </a:lnTo>
                    <a:lnTo>
                      <a:pt x="263526" y="106363"/>
                    </a:lnTo>
                    <a:lnTo>
                      <a:pt x="214313" y="106363"/>
                    </a:lnTo>
                    <a:close/>
                    <a:moveTo>
                      <a:pt x="49213" y="57150"/>
                    </a:moveTo>
                    <a:lnTo>
                      <a:pt x="195263" y="57150"/>
                    </a:lnTo>
                    <a:lnTo>
                      <a:pt x="195263" y="106363"/>
                    </a:lnTo>
                    <a:lnTo>
                      <a:pt x="49213" y="106363"/>
                    </a:lnTo>
                    <a:close/>
                    <a:moveTo>
                      <a:pt x="22225" y="28575"/>
                    </a:moveTo>
                    <a:cubicBezTo>
                      <a:pt x="22225" y="28575"/>
                      <a:pt x="22225" y="28575"/>
                      <a:pt x="22225" y="269875"/>
                    </a:cubicBezTo>
                    <a:lnTo>
                      <a:pt x="241853" y="269875"/>
                    </a:lnTo>
                    <a:cubicBezTo>
                      <a:pt x="241853" y="269875"/>
                      <a:pt x="241853" y="269875"/>
                      <a:pt x="247114" y="259384"/>
                    </a:cubicBezTo>
                    <a:cubicBezTo>
                      <a:pt x="247114" y="259384"/>
                      <a:pt x="247114" y="259384"/>
                      <a:pt x="233962" y="248892"/>
                    </a:cubicBezTo>
                    <a:cubicBezTo>
                      <a:pt x="210289" y="264629"/>
                      <a:pt x="178726" y="265941"/>
                      <a:pt x="155054" y="251515"/>
                    </a:cubicBezTo>
                    <a:cubicBezTo>
                      <a:pt x="155054" y="251515"/>
                      <a:pt x="155054" y="251515"/>
                      <a:pt x="49843" y="251515"/>
                    </a:cubicBezTo>
                    <a:cubicBezTo>
                      <a:pt x="49843" y="251515"/>
                      <a:pt x="49843" y="251515"/>
                      <a:pt x="49843" y="231844"/>
                    </a:cubicBezTo>
                    <a:cubicBezTo>
                      <a:pt x="49843" y="231844"/>
                      <a:pt x="49843" y="231844"/>
                      <a:pt x="135327" y="231844"/>
                    </a:cubicBezTo>
                    <a:cubicBezTo>
                      <a:pt x="128751" y="222664"/>
                      <a:pt x="123490" y="213484"/>
                      <a:pt x="122175" y="201682"/>
                    </a:cubicBezTo>
                    <a:cubicBezTo>
                      <a:pt x="122175" y="201682"/>
                      <a:pt x="122175" y="201682"/>
                      <a:pt x="49843" y="201682"/>
                    </a:cubicBezTo>
                    <a:cubicBezTo>
                      <a:pt x="49843" y="201682"/>
                      <a:pt x="49843" y="201682"/>
                      <a:pt x="49843" y="183322"/>
                    </a:cubicBezTo>
                    <a:cubicBezTo>
                      <a:pt x="49843" y="183322"/>
                      <a:pt x="49843" y="183322"/>
                      <a:pt x="120860" y="183322"/>
                    </a:cubicBezTo>
                    <a:cubicBezTo>
                      <a:pt x="122175" y="172831"/>
                      <a:pt x="124806" y="162339"/>
                      <a:pt x="131381" y="153159"/>
                    </a:cubicBezTo>
                    <a:cubicBezTo>
                      <a:pt x="131381" y="153159"/>
                      <a:pt x="131381" y="153159"/>
                      <a:pt x="49843" y="153159"/>
                    </a:cubicBezTo>
                    <a:cubicBezTo>
                      <a:pt x="49843" y="153159"/>
                      <a:pt x="49843" y="153159"/>
                      <a:pt x="49843" y="134800"/>
                    </a:cubicBezTo>
                    <a:cubicBezTo>
                      <a:pt x="49843" y="134800"/>
                      <a:pt x="49843" y="134800"/>
                      <a:pt x="147163" y="134800"/>
                    </a:cubicBezTo>
                    <a:cubicBezTo>
                      <a:pt x="174781" y="111194"/>
                      <a:pt x="216865" y="112506"/>
                      <a:pt x="243168" y="138734"/>
                    </a:cubicBezTo>
                    <a:cubicBezTo>
                      <a:pt x="269471" y="164962"/>
                      <a:pt x="270786" y="202993"/>
                      <a:pt x="251059" y="231844"/>
                    </a:cubicBezTo>
                    <a:cubicBezTo>
                      <a:pt x="251059" y="231844"/>
                      <a:pt x="251059" y="231844"/>
                      <a:pt x="264210" y="243647"/>
                    </a:cubicBezTo>
                    <a:cubicBezTo>
                      <a:pt x="264210" y="243647"/>
                      <a:pt x="264210" y="243647"/>
                      <a:pt x="272101" y="238401"/>
                    </a:cubicBezTo>
                    <a:cubicBezTo>
                      <a:pt x="272101" y="238401"/>
                      <a:pt x="272101" y="238401"/>
                      <a:pt x="290513" y="256761"/>
                    </a:cubicBezTo>
                    <a:cubicBezTo>
                      <a:pt x="290513" y="256761"/>
                      <a:pt x="290513" y="256761"/>
                      <a:pt x="290513" y="28575"/>
                    </a:cubicBezTo>
                    <a:cubicBezTo>
                      <a:pt x="290513" y="28575"/>
                      <a:pt x="290513" y="28575"/>
                      <a:pt x="22225" y="28575"/>
                    </a:cubicBezTo>
                    <a:close/>
                    <a:moveTo>
                      <a:pt x="0" y="0"/>
                    </a:moveTo>
                    <a:cubicBezTo>
                      <a:pt x="0" y="0"/>
                      <a:pt x="0" y="0"/>
                      <a:pt x="311721" y="0"/>
                    </a:cubicBezTo>
                    <a:cubicBezTo>
                      <a:pt x="311721" y="0"/>
                      <a:pt x="311721" y="0"/>
                      <a:pt x="311721" y="278479"/>
                    </a:cubicBezTo>
                    <a:cubicBezTo>
                      <a:pt x="311721" y="278479"/>
                      <a:pt x="311721" y="278479"/>
                      <a:pt x="338138" y="304875"/>
                    </a:cubicBezTo>
                    <a:cubicBezTo>
                      <a:pt x="338138" y="304875"/>
                      <a:pt x="338138" y="316753"/>
                      <a:pt x="330213" y="325992"/>
                    </a:cubicBezTo>
                    <a:cubicBezTo>
                      <a:pt x="320967" y="336550"/>
                      <a:pt x="307759" y="335230"/>
                      <a:pt x="307759" y="335230"/>
                    </a:cubicBezTo>
                    <a:cubicBezTo>
                      <a:pt x="307759" y="335230"/>
                      <a:pt x="307759" y="335230"/>
                      <a:pt x="262850" y="291677"/>
                    </a:cubicBezTo>
                    <a:cubicBezTo>
                      <a:pt x="262850" y="291677"/>
                      <a:pt x="262850" y="291677"/>
                      <a:pt x="0" y="291677"/>
                    </a:cubicBezTo>
                    <a:cubicBezTo>
                      <a:pt x="0" y="291677"/>
                      <a:pt x="0" y="291677"/>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grpSp>
        <p:nvGrpSpPr>
          <p:cNvPr id="47" name="组合 46"/>
          <p:cNvGrpSpPr/>
          <p:nvPr/>
        </p:nvGrpSpPr>
        <p:grpSpPr>
          <a:xfrm>
            <a:off x="1028280" y="2838861"/>
            <a:ext cx="4624868" cy="1065626"/>
            <a:chOff x="1367579" y="1888749"/>
            <a:chExt cx="4624868" cy="1065626"/>
          </a:xfrm>
        </p:grpSpPr>
        <p:grpSp>
          <p:nvGrpSpPr>
            <p:cNvPr id="48" name="组合 47"/>
            <p:cNvGrpSpPr/>
            <p:nvPr/>
          </p:nvGrpSpPr>
          <p:grpSpPr>
            <a:xfrm>
              <a:off x="2123229" y="1888749"/>
              <a:ext cx="3869218" cy="1065626"/>
              <a:chOff x="7483989" y="3325150"/>
              <a:chExt cx="3869218" cy="1065626"/>
            </a:xfrm>
          </p:grpSpPr>
          <p:sp>
            <p:nvSpPr>
              <p:cNvPr id="52" name="矩形 51"/>
              <p:cNvSpPr/>
              <p:nvPr/>
            </p:nvSpPr>
            <p:spPr>
              <a:xfrm>
                <a:off x="7483989" y="3732519"/>
                <a:ext cx="3869218" cy="658257"/>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用户可以在投影仪或者计算机上进行演示也可以将演示文稿打印出来制作成胶片</a:t>
                </a:r>
              </a:p>
            </p:txBody>
          </p:sp>
          <p:sp>
            <p:nvSpPr>
              <p:cNvPr id="53" name="矩形 52"/>
              <p:cNvSpPr/>
              <p:nvPr/>
            </p:nvSpPr>
            <p:spPr>
              <a:xfrm>
                <a:off x="7483989" y="3325150"/>
                <a:ext cx="2050552" cy="487698"/>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grpSp>
          <p:nvGrpSpPr>
            <p:cNvPr id="49" name="组合 48"/>
            <p:cNvGrpSpPr/>
            <p:nvPr/>
          </p:nvGrpSpPr>
          <p:grpSpPr>
            <a:xfrm>
              <a:off x="1367579" y="2122141"/>
              <a:ext cx="584200" cy="584200"/>
              <a:chOff x="1028700" y="1853169"/>
              <a:chExt cx="787400" cy="787400"/>
            </a:xfrm>
          </p:grpSpPr>
          <p:sp>
            <p:nvSpPr>
              <p:cNvPr id="50" name="椭圆 49"/>
              <p:cNvSpPr/>
              <p:nvPr/>
            </p:nvSpPr>
            <p:spPr>
              <a:xfrm>
                <a:off x="1028700" y="1853169"/>
                <a:ext cx="787400" cy="787400"/>
              </a:xfrm>
              <a:prstGeom prst="ellipse">
                <a:avLst/>
              </a:prstGeom>
              <a:solidFill>
                <a:srgbClr val="04EE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51" name="椭圆 16"/>
              <p:cNvSpPr/>
              <p:nvPr/>
            </p:nvSpPr>
            <p:spPr>
              <a:xfrm>
                <a:off x="1237694" y="2062163"/>
                <a:ext cx="369412" cy="369412"/>
              </a:xfrm>
              <a:custGeom>
                <a:avLst/>
                <a:gdLst>
                  <a:gd name="connsiteX0" fmla="*/ 311151 w 331788"/>
                  <a:gd name="connsiteY0" fmla="*/ 34925 h 331788"/>
                  <a:gd name="connsiteX1" fmla="*/ 331788 w 331788"/>
                  <a:gd name="connsiteY1" fmla="*/ 92075 h 331788"/>
                  <a:gd name="connsiteX2" fmla="*/ 311151 w 331788"/>
                  <a:gd name="connsiteY2" fmla="*/ 98425 h 331788"/>
                  <a:gd name="connsiteX3" fmla="*/ 304801 w 331788"/>
                  <a:gd name="connsiteY3" fmla="*/ 76200 h 331788"/>
                  <a:gd name="connsiteX4" fmla="*/ 254001 w 331788"/>
                  <a:gd name="connsiteY4" fmla="*/ 222251 h 331788"/>
                  <a:gd name="connsiteX5" fmla="*/ 206376 w 331788"/>
                  <a:gd name="connsiteY5" fmla="*/ 146050 h 331788"/>
                  <a:gd name="connsiteX6" fmla="*/ 157163 w 331788"/>
                  <a:gd name="connsiteY6" fmla="*/ 241301 h 331788"/>
                  <a:gd name="connsiteX7" fmla="*/ 103188 w 331788"/>
                  <a:gd name="connsiteY7" fmla="*/ 163513 h 331788"/>
                  <a:gd name="connsiteX8" fmla="*/ 61913 w 331788"/>
                  <a:gd name="connsiteY8" fmla="*/ 242888 h 331788"/>
                  <a:gd name="connsiteX9" fmla="*/ 44450 w 331788"/>
                  <a:gd name="connsiteY9" fmla="*/ 231776 h 331788"/>
                  <a:gd name="connsiteX10" fmla="*/ 101600 w 331788"/>
                  <a:gd name="connsiteY10" fmla="*/ 123825 h 331788"/>
                  <a:gd name="connsiteX11" fmla="*/ 153988 w 331788"/>
                  <a:gd name="connsiteY11" fmla="*/ 201613 h 331788"/>
                  <a:gd name="connsiteX12" fmla="*/ 203201 w 331788"/>
                  <a:gd name="connsiteY12" fmla="*/ 106363 h 331788"/>
                  <a:gd name="connsiteX13" fmla="*/ 247651 w 331788"/>
                  <a:gd name="connsiteY13" fmla="*/ 174625 h 331788"/>
                  <a:gd name="connsiteX14" fmla="*/ 284163 w 331788"/>
                  <a:gd name="connsiteY14" fmla="*/ 69850 h 331788"/>
                  <a:gd name="connsiteX15" fmla="*/ 263526 w 331788"/>
                  <a:gd name="connsiteY15" fmla="*/ 79375 h 331788"/>
                  <a:gd name="connsiteX16" fmla="*/ 255588 w 331788"/>
                  <a:gd name="connsiteY16" fmla="*/ 61913 h 331788"/>
                  <a:gd name="connsiteX17" fmla="*/ 0 w 331788"/>
                  <a:gd name="connsiteY17" fmla="*/ 0 h 331788"/>
                  <a:gd name="connsiteX18" fmla="*/ 20637 w 331788"/>
                  <a:gd name="connsiteY18" fmla="*/ 0 h 331788"/>
                  <a:gd name="connsiteX19" fmla="*/ 20637 w 331788"/>
                  <a:gd name="connsiteY19" fmla="*/ 311151 h 331788"/>
                  <a:gd name="connsiteX20" fmla="*/ 331788 w 331788"/>
                  <a:gd name="connsiteY20" fmla="*/ 311151 h 331788"/>
                  <a:gd name="connsiteX21" fmla="*/ 331788 w 331788"/>
                  <a:gd name="connsiteY21" fmla="*/ 331788 h 331788"/>
                  <a:gd name="connsiteX22" fmla="*/ 0 w 331788"/>
                  <a:gd name="connsiteY22"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1788" h="331788">
                    <a:moveTo>
                      <a:pt x="311151" y="34925"/>
                    </a:moveTo>
                    <a:lnTo>
                      <a:pt x="331788" y="92075"/>
                    </a:lnTo>
                    <a:lnTo>
                      <a:pt x="311151" y="98425"/>
                    </a:lnTo>
                    <a:lnTo>
                      <a:pt x="304801" y="76200"/>
                    </a:lnTo>
                    <a:lnTo>
                      <a:pt x="254001" y="222251"/>
                    </a:lnTo>
                    <a:lnTo>
                      <a:pt x="206376" y="146050"/>
                    </a:lnTo>
                    <a:lnTo>
                      <a:pt x="157163" y="241301"/>
                    </a:lnTo>
                    <a:lnTo>
                      <a:pt x="103188" y="163513"/>
                    </a:lnTo>
                    <a:lnTo>
                      <a:pt x="61913" y="242888"/>
                    </a:lnTo>
                    <a:lnTo>
                      <a:pt x="44450" y="231776"/>
                    </a:lnTo>
                    <a:lnTo>
                      <a:pt x="101600" y="123825"/>
                    </a:lnTo>
                    <a:lnTo>
                      <a:pt x="153988" y="201613"/>
                    </a:lnTo>
                    <a:lnTo>
                      <a:pt x="203201" y="106363"/>
                    </a:lnTo>
                    <a:lnTo>
                      <a:pt x="247651" y="174625"/>
                    </a:lnTo>
                    <a:lnTo>
                      <a:pt x="284163" y="69850"/>
                    </a:lnTo>
                    <a:lnTo>
                      <a:pt x="263526" y="79375"/>
                    </a:lnTo>
                    <a:lnTo>
                      <a:pt x="255588" y="61913"/>
                    </a:lnTo>
                    <a:close/>
                    <a:moveTo>
                      <a:pt x="0" y="0"/>
                    </a:moveTo>
                    <a:lnTo>
                      <a:pt x="20637" y="0"/>
                    </a:lnTo>
                    <a:lnTo>
                      <a:pt x="20637" y="311151"/>
                    </a:lnTo>
                    <a:lnTo>
                      <a:pt x="331788" y="311151"/>
                    </a:lnTo>
                    <a:lnTo>
                      <a:pt x="331788" y="331788"/>
                    </a:lnTo>
                    <a:lnTo>
                      <a:pt x="0" y="3317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grpSp>
        <p:nvGrpSpPr>
          <p:cNvPr id="54" name="组合 53"/>
          <p:cNvGrpSpPr/>
          <p:nvPr/>
        </p:nvGrpSpPr>
        <p:grpSpPr>
          <a:xfrm>
            <a:off x="1028280" y="4079481"/>
            <a:ext cx="4624868" cy="1072781"/>
            <a:chOff x="1367579" y="1881594"/>
            <a:chExt cx="4624868" cy="1072781"/>
          </a:xfrm>
        </p:grpSpPr>
        <p:grpSp>
          <p:nvGrpSpPr>
            <p:cNvPr id="55" name="组合 54"/>
            <p:cNvGrpSpPr/>
            <p:nvPr/>
          </p:nvGrpSpPr>
          <p:grpSpPr>
            <a:xfrm>
              <a:off x="2123229" y="1881594"/>
              <a:ext cx="3869218" cy="1072781"/>
              <a:chOff x="7483989" y="3317995"/>
              <a:chExt cx="3869218" cy="1072781"/>
            </a:xfrm>
          </p:grpSpPr>
          <p:sp>
            <p:nvSpPr>
              <p:cNvPr id="59" name="矩形 58"/>
              <p:cNvSpPr/>
              <p:nvPr/>
            </p:nvSpPr>
            <p:spPr>
              <a:xfrm>
                <a:off x="7483989" y="3732519"/>
                <a:ext cx="3869218" cy="658257"/>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rPr>
                  <a:t>用户可以在投影仪或者计算机上进行演示也可以将演示文稿打印出来制作成胶片</a:t>
                </a:r>
              </a:p>
            </p:txBody>
          </p:sp>
          <p:sp>
            <p:nvSpPr>
              <p:cNvPr id="60" name="矩形 59"/>
              <p:cNvSpPr/>
              <p:nvPr/>
            </p:nvSpPr>
            <p:spPr>
              <a:xfrm>
                <a:off x="7483989" y="3317995"/>
                <a:ext cx="2050552" cy="487698"/>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grpSp>
        <p:grpSp>
          <p:nvGrpSpPr>
            <p:cNvPr id="56" name="组合 55"/>
            <p:cNvGrpSpPr/>
            <p:nvPr/>
          </p:nvGrpSpPr>
          <p:grpSpPr>
            <a:xfrm>
              <a:off x="1367579" y="2122141"/>
              <a:ext cx="584200" cy="584200"/>
              <a:chOff x="1028700" y="1853169"/>
              <a:chExt cx="787400" cy="787400"/>
            </a:xfrm>
          </p:grpSpPr>
          <p:sp>
            <p:nvSpPr>
              <p:cNvPr id="57" name="椭圆 56"/>
              <p:cNvSpPr/>
              <p:nvPr/>
            </p:nvSpPr>
            <p:spPr>
              <a:xfrm>
                <a:off x="1028700" y="1853169"/>
                <a:ext cx="787400" cy="787400"/>
              </a:xfrm>
              <a:prstGeom prst="ellipse">
                <a:avLst/>
              </a:prstGeom>
              <a:solidFill>
                <a:srgbClr val="0F7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sp>
            <p:nvSpPr>
              <p:cNvPr id="58" name="椭圆 23"/>
              <p:cNvSpPr/>
              <p:nvPr/>
            </p:nvSpPr>
            <p:spPr>
              <a:xfrm>
                <a:off x="1237694" y="2087311"/>
                <a:ext cx="369412" cy="319115"/>
              </a:xfrm>
              <a:custGeom>
                <a:avLst/>
                <a:gdLst>
                  <a:gd name="T0" fmla="*/ 185 w 256"/>
                  <a:gd name="T1" fmla="*/ 0 h 222"/>
                  <a:gd name="T2" fmla="*/ 256 w 256"/>
                  <a:gd name="T3" fmla="*/ 71 h 222"/>
                  <a:gd name="T4" fmla="*/ 128 w 256"/>
                  <a:gd name="T5" fmla="*/ 222 h 222"/>
                  <a:gd name="T6" fmla="*/ 0 w 256"/>
                  <a:gd name="T7" fmla="*/ 71 h 222"/>
                  <a:gd name="T8" fmla="*/ 71 w 256"/>
                  <a:gd name="T9" fmla="*/ 0 h 222"/>
                  <a:gd name="T10" fmla="*/ 128 w 256"/>
                  <a:gd name="T11" fmla="*/ 30 h 222"/>
                  <a:gd name="T12" fmla="*/ 185 w 25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256" h="222">
                    <a:moveTo>
                      <a:pt x="185" y="0"/>
                    </a:moveTo>
                    <a:cubicBezTo>
                      <a:pt x="224" y="0"/>
                      <a:pt x="256" y="32"/>
                      <a:pt x="256" y="71"/>
                    </a:cubicBezTo>
                    <a:cubicBezTo>
                      <a:pt x="256" y="136"/>
                      <a:pt x="128" y="222"/>
                      <a:pt x="128" y="222"/>
                    </a:cubicBezTo>
                    <a:cubicBezTo>
                      <a:pt x="128" y="222"/>
                      <a:pt x="0" y="139"/>
                      <a:pt x="0" y="71"/>
                    </a:cubicBezTo>
                    <a:cubicBezTo>
                      <a:pt x="0" y="23"/>
                      <a:pt x="32" y="0"/>
                      <a:pt x="71" y="0"/>
                    </a:cubicBezTo>
                    <a:cubicBezTo>
                      <a:pt x="94" y="0"/>
                      <a:pt x="115" y="12"/>
                      <a:pt x="128" y="30"/>
                    </a:cubicBezTo>
                    <a:cubicBezTo>
                      <a:pt x="141" y="12"/>
                      <a:pt x="162" y="0"/>
                      <a:pt x="18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grpSp>
        <p:nvGrpSpPr>
          <p:cNvPr id="30" name="组合 29">
            <a:extLst>
              <a:ext uri="{FF2B5EF4-FFF2-40B4-BE49-F238E27FC236}">
                <a16:creationId xmlns:a16="http://schemas.microsoft.com/office/drawing/2014/main" id="{D541157D-2539-4EC8-A3B2-DA4CF73DB4AA}"/>
              </a:ext>
            </a:extLst>
          </p:cNvPr>
          <p:cNvGrpSpPr/>
          <p:nvPr/>
        </p:nvGrpSpPr>
        <p:grpSpPr>
          <a:xfrm>
            <a:off x="444056" y="246729"/>
            <a:ext cx="1415772" cy="433147"/>
            <a:chOff x="444056" y="262399"/>
            <a:chExt cx="1415772" cy="433147"/>
          </a:xfrm>
        </p:grpSpPr>
        <p:sp>
          <p:nvSpPr>
            <p:cNvPr id="34" name="TextBox 7">
              <a:extLst>
                <a:ext uri="{FF2B5EF4-FFF2-40B4-BE49-F238E27FC236}">
                  <a16:creationId xmlns:a16="http://schemas.microsoft.com/office/drawing/2014/main" id="{C34BB1C9-B6FD-4ED9-B956-A9B62AA51446}"/>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5" name="TextBox 8">
              <a:extLst>
                <a:ext uri="{FF2B5EF4-FFF2-40B4-BE49-F238E27FC236}">
                  <a16:creationId xmlns:a16="http://schemas.microsoft.com/office/drawing/2014/main" id="{70C660EE-5733-4DF7-8700-988D06286492}"/>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61" name="矩形 60">
            <a:extLst>
              <a:ext uri="{FF2B5EF4-FFF2-40B4-BE49-F238E27FC236}">
                <a16:creationId xmlns:a16="http://schemas.microsoft.com/office/drawing/2014/main" id="{E497F95C-7549-4FF6-88B1-CA3684D17F3A}"/>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16EC8448-55C9-4C88-9566-313E3A0D0825}"/>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52073" y="1795427"/>
            <a:ext cx="5035253" cy="3356835"/>
          </a:xfrm>
          <a:prstGeom prst="rect">
            <a:avLst/>
          </a:prstGeom>
        </p:spPr>
      </p:pic>
    </p:spTree>
    <p:extLst>
      <p:ext uri="{BB962C8B-B14F-4D97-AF65-F5344CB8AC3E}">
        <p14:creationId xmlns:p14="http://schemas.microsoft.com/office/powerpoint/2010/main" val="186849429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 presetClass="entr" presetSubtype="8"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0-#ppt_w/2"/>
                                          </p:val>
                                        </p:tav>
                                        <p:tav tm="100000">
                                          <p:val>
                                            <p:strVal val="#ppt_x"/>
                                          </p:val>
                                        </p:tav>
                                      </p:tavLst>
                                    </p:anim>
                                    <p:anim calcmode="lin" valueType="num">
                                      <p:cBhvr additive="base">
                                        <p:cTn id="8" dur="500" fill="hold"/>
                                        <p:tgtEl>
                                          <p:spTgt spid="4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fill="hold"/>
                                        <p:tgtEl>
                                          <p:spTgt spid="47"/>
                                        </p:tgtEl>
                                        <p:attrNameLst>
                                          <p:attrName>ppt_x</p:attrName>
                                        </p:attrNameLst>
                                      </p:cBhvr>
                                      <p:tavLst>
                                        <p:tav tm="0">
                                          <p:val>
                                            <p:strVal val="0-#ppt_w/2"/>
                                          </p:val>
                                        </p:tav>
                                        <p:tav tm="100000">
                                          <p:val>
                                            <p:strVal val="#ppt_x"/>
                                          </p:val>
                                        </p:tav>
                                      </p:tavLst>
                                    </p:anim>
                                    <p:anim calcmode="lin" valueType="num">
                                      <p:cBhvr additive="base">
                                        <p:cTn id="13" dur="500" fill="hold"/>
                                        <p:tgtEl>
                                          <p:spTgt spid="47"/>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0-#ppt_w/2"/>
                                          </p:val>
                                        </p:tav>
                                        <p:tav tm="100000">
                                          <p:val>
                                            <p:strVal val="#ppt_x"/>
                                          </p:val>
                                        </p:tav>
                                      </p:tavLst>
                                    </p:anim>
                                    <p:anim calcmode="lin" valueType="num">
                                      <p:cBhvr additive="base">
                                        <p:cTn id="18"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
          <p:cNvSpPr/>
          <p:nvPr/>
        </p:nvSpPr>
        <p:spPr>
          <a:xfrm>
            <a:off x="1395917" y="1757860"/>
            <a:ext cx="4095111" cy="549292"/>
          </a:xfrm>
          <a:prstGeom prst="roundRect">
            <a:avLst>
              <a:gd name="adj" fmla="val 50000"/>
            </a:avLst>
          </a:prstGeom>
          <a:solidFill>
            <a:srgbClr val="0F74E3"/>
          </a:solidFill>
          <a:ln w="12700" cap="flat">
            <a:noFill/>
            <a:miter lim="400000"/>
          </a:ln>
          <a:effectLst/>
        </p:spPr>
        <p:txBody>
          <a:bodyPr wrap="none" lIns="25400" tIns="25400" rIns="25400" bIns="25400" anchor="ctr">
            <a:normAutofit/>
          </a:bodyPr>
          <a:lstStyle/>
          <a:p>
            <a:pPr lvl="0" algn="ctr"/>
            <a:endParaRPr lang="zh-CN" altLang="en-US" sz="2000" dirty="0">
              <a:solidFill>
                <a:schemeClr val="bg1"/>
              </a:solidFill>
              <a:cs typeface="+mn-ea"/>
              <a:sym typeface="+mn-lt"/>
            </a:endParaRPr>
          </a:p>
        </p:txBody>
      </p:sp>
      <p:sp>
        <p:nvSpPr>
          <p:cNvPr id="19" name="Rectangle: Rounded Corners 28"/>
          <p:cNvSpPr/>
          <p:nvPr/>
        </p:nvSpPr>
        <p:spPr>
          <a:xfrm>
            <a:off x="6711616" y="1757859"/>
            <a:ext cx="4095110" cy="549291"/>
          </a:xfrm>
          <a:prstGeom prst="roundRect">
            <a:avLst>
              <a:gd name="adj" fmla="val 50000"/>
            </a:avLst>
          </a:prstGeom>
          <a:solidFill>
            <a:srgbClr val="04EEE8"/>
          </a:solidFill>
          <a:ln w="12700" cap="flat">
            <a:noFill/>
            <a:miter lim="400000"/>
          </a:ln>
          <a:effectLst/>
        </p:spPr>
        <p:txBody>
          <a:bodyPr wrap="none" lIns="25400" tIns="25400" rIns="25400" bIns="25400" anchor="ctr">
            <a:normAutofit/>
          </a:bodyPr>
          <a:lstStyle/>
          <a:p>
            <a:pPr lvl="0" algn="ctr"/>
            <a:endParaRPr lang="zh-CN" altLang="en-US" sz="2000" dirty="0">
              <a:solidFill>
                <a:schemeClr val="bg1"/>
              </a:solidFill>
              <a:cs typeface="+mn-ea"/>
              <a:sym typeface="+mn-lt"/>
            </a:endParaRPr>
          </a:p>
        </p:txBody>
      </p:sp>
      <p:sp>
        <p:nvSpPr>
          <p:cNvPr id="39" name="矩形 38"/>
          <p:cNvSpPr/>
          <p:nvPr/>
        </p:nvSpPr>
        <p:spPr>
          <a:xfrm>
            <a:off x="1408617" y="1771008"/>
            <a:ext cx="4055057" cy="51706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标题文字添加</a:t>
            </a:r>
          </a:p>
        </p:txBody>
      </p:sp>
      <p:sp>
        <p:nvSpPr>
          <p:cNvPr id="44" name="矩形 43"/>
          <p:cNvSpPr/>
          <p:nvPr/>
        </p:nvSpPr>
        <p:spPr>
          <a:xfrm>
            <a:off x="6731642" y="1771008"/>
            <a:ext cx="4055057" cy="49795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3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Arial" panose="020B0604020202020204" pitchFamily="34" charset="0"/>
                <a:sym typeface="+mn-lt"/>
              </a:rPr>
              <a:t>标题文字添加</a:t>
            </a:r>
          </a:p>
        </p:txBody>
      </p:sp>
      <p:sp>
        <p:nvSpPr>
          <p:cNvPr id="45" name="矩形 44"/>
          <p:cNvSpPr/>
          <p:nvPr/>
        </p:nvSpPr>
        <p:spPr>
          <a:xfrm>
            <a:off x="1326734" y="2746473"/>
            <a:ext cx="9582566" cy="953723"/>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出来制作成片以便应用到更广泛的领域中用户可以在投影仪或者计算机上进行演示也可以将演示文稿打印出来制作成胶片以便应用到更广泛的领域中用户可以在投影仪或者计算机上进行演示也可以将的领域中用户可以以便应用到更广泛的领域中</a:t>
            </a:r>
          </a:p>
        </p:txBody>
      </p:sp>
      <p:grpSp>
        <p:nvGrpSpPr>
          <p:cNvPr id="52" name="组合 51"/>
          <p:cNvGrpSpPr/>
          <p:nvPr/>
        </p:nvGrpSpPr>
        <p:grpSpPr>
          <a:xfrm>
            <a:off x="1400085" y="4274360"/>
            <a:ext cx="9406641" cy="1272500"/>
            <a:chOff x="1400085" y="4436405"/>
            <a:chExt cx="9406641" cy="1272500"/>
          </a:xfrm>
        </p:grpSpPr>
        <p:grpSp>
          <p:nvGrpSpPr>
            <p:cNvPr id="6" name="Group 3"/>
            <p:cNvGrpSpPr/>
            <p:nvPr/>
          </p:nvGrpSpPr>
          <p:grpSpPr>
            <a:xfrm>
              <a:off x="8202231" y="4436405"/>
              <a:ext cx="625024" cy="625024"/>
              <a:chOff x="7924891" y="4464172"/>
              <a:chExt cx="542724" cy="542724"/>
            </a:xfrm>
          </p:grpSpPr>
          <p:sp>
            <p:nvSpPr>
              <p:cNvPr id="35" name="Freeform: Shape 4"/>
              <p:cNvSpPr/>
              <p:nvPr/>
            </p:nvSpPr>
            <p:spPr>
              <a:xfrm>
                <a:off x="7924891"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F74E3"/>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6" name="Freeform: Shape 5"/>
              <p:cNvSpPr/>
              <p:nvPr/>
            </p:nvSpPr>
            <p:spPr>
              <a:xfrm>
                <a:off x="8082466" y="4626398"/>
                <a:ext cx="207486" cy="218273"/>
              </a:xfrm>
              <a:custGeom>
                <a:avLst/>
                <a:gdLst/>
                <a:ahLst/>
                <a:cxnLst>
                  <a:cxn ang="0">
                    <a:pos x="wd2" y="hd2"/>
                  </a:cxn>
                  <a:cxn ang="5400000">
                    <a:pos x="wd2" y="hd2"/>
                  </a:cxn>
                  <a:cxn ang="10800000">
                    <a:pos x="wd2" y="hd2"/>
                  </a:cxn>
                  <a:cxn ang="16200000">
                    <a:pos x="wd2" y="hd2"/>
                  </a:cxn>
                </a:cxnLst>
                <a:rect l="0" t="0" r="r" b="b"/>
                <a:pathLst>
                  <a:path w="20689" h="21367" extrusionOk="0">
                    <a:moveTo>
                      <a:pt x="5399" y="21367"/>
                    </a:moveTo>
                    <a:cubicBezTo>
                      <a:pt x="3945" y="21367"/>
                      <a:pt x="2583" y="20761"/>
                      <a:pt x="1600" y="19796"/>
                    </a:cubicBezTo>
                    <a:cubicBezTo>
                      <a:pt x="-305" y="17926"/>
                      <a:pt x="-835" y="14661"/>
                      <a:pt x="1835" y="12040"/>
                    </a:cubicBezTo>
                    <a:cubicBezTo>
                      <a:pt x="3400" y="10503"/>
                      <a:pt x="9667" y="4351"/>
                      <a:pt x="12796" y="1279"/>
                    </a:cubicBezTo>
                    <a:cubicBezTo>
                      <a:pt x="13906" y="188"/>
                      <a:pt x="15321" y="-233"/>
                      <a:pt x="16674" y="123"/>
                    </a:cubicBezTo>
                    <a:cubicBezTo>
                      <a:pt x="18004" y="473"/>
                      <a:pt x="19093" y="1542"/>
                      <a:pt x="19449" y="2847"/>
                    </a:cubicBezTo>
                    <a:cubicBezTo>
                      <a:pt x="19811" y="4176"/>
                      <a:pt x="19382" y="5564"/>
                      <a:pt x="18273" y="6654"/>
                    </a:cubicBezTo>
                    <a:lnTo>
                      <a:pt x="7790" y="16945"/>
                    </a:lnTo>
                    <a:cubicBezTo>
                      <a:pt x="7191" y="17533"/>
                      <a:pt x="6516" y="17880"/>
                      <a:pt x="5836" y="17951"/>
                    </a:cubicBezTo>
                    <a:cubicBezTo>
                      <a:pt x="5163" y="18020"/>
                      <a:pt x="4520" y="17808"/>
                      <a:pt x="4071" y="17366"/>
                    </a:cubicBezTo>
                    <a:cubicBezTo>
                      <a:pt x="3256" y="16566"/>
                      <a:pt x="3140" y="15060"/>
                      <a:pt x="4495" y="13730"/>
                    </a:cubicBezTo>
                    <a:lnTo>
                      <a:pt x="11857" y="6501"/>
                    </a:lnTo>
                    <a:cubicBezTo>
                      <a:pt x="12160" y="6204"/>
                      <a:pt x="12650" y="6204"/>
                      <a:pt x="12952" y="6501"/>
                    </a:cubicBezTo>
                    <a:cubicBezTo>
                      <a:pt x="13255" y="6798"/>
                      <a:pt x="13255" y="7279"/>
                      <a:pt x="12952" y="7576"/>
                    </a:cubicBezTo>
                    <a:lnTo>
                      <a:pt x="5590" y="14805"/>
                    </a:lnTo>
                    <a:cubicBezTo>
                      <a:pt x="4953" y="15429"/>
                      <a:pt x="4896" y="16025"/>
                      <a:pt x="5166" y="16291"/>
                    </a:cubicBezTo>
                    <a:cubicBezTo>
                      <a:pt x="5285" y="16409"/>
                      <a:pt x="5464" y="16461"/>
                      <a:pt x="5672" y="16439"/>
                    </a:cubicBezTo>
                    <a:cubicBezTo>
                      <a:pt x="5992" y="16406"/>
                      <a:pt x="6354" y="16204"/>
                      <a:pt x="6695" y="15870"/>
                    </a:cubicBezTo>
                    <a:lnTo>
                      <a:pt x="17178" y="5579"/>
                    </a:lnTo>
                    <a:cubicBezTo>
                      <a:pt x="17896" y="4873"/>
                      <a:pt x="18171" y="4043"/>
                      <a:pt x="17953" y="3240"/>
                    </a:cubicBezTo>
                    <a:cubicBezTo>
                      <a:pt x="17737" y="2451"/>
                      <a:pt x="17078" y="1804"/>
                      <a:pt x="16273" y="1592"/>
                    </a:cubicBezTo>
                    <a:cubicBezTo>
                      <a:pt x="15457" y="1377"/>
                      <a:pt x="14611" y="1648"/>
                      <a:pt x="13891" y="2354"/>
                    </a:cubicBezTo>
                    <a:cubicBezTo>
                      <a:pt x="10762" y="5426"/>
                      <a:pt x="4495" y="11579"/>
                      <a:pt x="2930" y="13115"/>
                    </a:cubicBezTo>
                    <a:cubicBezTo>
                      <a:pt x="887" y="15120"/>
                      <a:pt x="1378" y="17427"/>
                      <a:pt x="2695" y="18721"/>
                    </a:cubicBezTo>
                    <a:cubicBezTo>
                      <a:pt x="4014" y="20015"/>
                      <a:pt x="6364" y="20495"/>
                      <a:pt x="8406" y="18491"/>
                    </a:cubicBezTo>
                    <a:lnTo>
                      <a:pt x="19368" y="7729"/>
                    </a:lnTo>
                    <a:cubicBezTo>
                      <a:pt x="19670" y="7433"/>
                      <a:pt x="20160" y="7433"/>
                      <a:pt x="20463" y="7729"/>
                    </a:cubicBezTo>
                    <a:cubicBezTo>
                      <a:pt x="20765" y="8026"/>
                      <a:pt x="20765" y="8508"/>
                      <a:pt x="20463" y="8804"/>
                    </a:cubicBezTo>
                    <a:lnTo>
                      <a:pt x="9501" y="19566"/>
                    </a:lnTo>
                    <a:cubicBezTo>
                      <a:pt x="8209" y="20835"/>
                      <a:pt x="6763" y="21367"/>
                      <a:pt x="5399" y="21367"/>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 name="Group 7"/>
            <p:cNvGrpSpPr/>
            <p:nvPr/>
          </p:nvGrpSpPr>
          <p:grpSpPr>
            <a:xfrm>
              <a:off x="3361846" y="4436405"/>
              <a:ext cx="625024" cy="625024"/>
              <a:chOff x="3721867" y="4464172"/>
              <a:chExt cx="542724" cy="542724"/>
            </a:xfrm>
          </p:grpSpPr>
          <p:sp>
            <p:nvSpPr>
              <p:cNvPr id="33" name="Freeform: Shape 8"/>
              <p:cNvSpPr/>
              <p:nvPr/>
            </p:nvSpPr>
            <p:spPr>
              <a:xfrm>
                <a:off x="372186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EEE8"/>
              </a:solidFill>
              <a:ln w="12700">
                <a:noFill/>
                <a:miter lim="400000"/>
              </a:ln>
            </p:spPr>
            <p:txBody>
              <a:bodyPr anchor="ctr"/>
              <a:lstStyle/>
              <a:p>
                <a:pPr algn="ctr"/>
                <a:endParaRPr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4" name="Freeform: Shape 9"/>
              <p:cNvSpPr/>
              <p:nvPr/>
            </p:nvSpPr>
            <p:spPr>
              <a:xfrm>
                <a:off x="3874891" y="4633413"/>
                <a:ext cx="233430" cy="204242"/>
              </a:xfrm>
              <a:custGeom>
                <a:avLst/>
                <a:gdLst/>
                <a:ahLst/>
                <a:cxnLst>
                  <a:cxn ang="0">
                    <a:pos x="wd2" y="hd2"/>
                  </a:cxn>
                  <a:cxn ang="5400000">
                    <a:pos x="wd2" y="hd2"/>
                  </a:cxn>
                  <a:cxn ang="10800000">
                    <a:pos x="wd2" y="hd2"/>
                  </a:cxn>
                  <a:cxn ang="16200000">
                    <a:pos x="wd2" y="hd2"/>
                  </a:cxn>
                </a:cxnLst>
                <a:rect l="0" t="0" r="r" b="b"/>
                <a:pathLst>
                  <a:path w="21600" h="21600" extrusionOk="0">
                    <a:moveTo>
                      <a:pt x="18900" y="0"/>
                    </a:moveTo>
                    <a:lnTo>
                      <a:pt x="2700" y="0"/>
                    </a:lnTo>
                    <a:cubicBezTo>
                      <a:pt x="1216" y="0"/>
                      <a:pt x="0" y="1389"/>
                      <a:pt x="0" y="3086"/>
                    </a:cubicBezTo>
                    <a:lnTo>
                      <a:pt x="0" y="13885"/>
                    </a:lnTo>
                    <a:cubicBezTo>
                      <a:pt x="0" y="15583"/>
                      <a:pt x="1216" y="16971"/>
                      <a:pt x="2700" y="16971"/>
                    </a:cubicBezTo>
                    <a:lnTo>
                      <a:pt x="8100" y="16971"/>
                    </a:lnTo>
                    <a:lnTo>
                      <a:pt x="13500" y="21600"/>
                    </a:lnTo>
                    <a:lnTo>
                      <a:pt x="13500" y="16971"/>
                    </a:lnTo>
                    <a:lnTo>
                      <a:pt x="18900" y="16971"/>
                    </a:lnTo>
                    <a:cubicBezTo>
                      <a:pt x="20384" y="16971"/>
                      <a:pt x="21600" y="15583"/>
                      <a:pt x="21600" y="13885"/>
                    </a:cubicBezTo>
                    <a:lnTo>
                      <a:pt x="21600" y="3086"/>
                    </a:lnTo>
                    <a:cubicBezTo>
                      <a:pt x="21600" y="1389"/>
                      <a:pt x="20384" y="0"/>
                      <a:pt x="18900" y="0"/>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 name="Group 12"/>
            <p:cNvGrpSpPr/>
            <p:nvPr/>
          </p:nvGrpSpPr>
          <p:grpSpPr>
            <a:xfrm>
              <a:off x="4973406" y="4436405"/>
              <a:ext cx="625024" cy="625024"/>
              <a:chOff x="5121224" y="4464172"/>
              <a:chExt cx="542724" cy="542724"/>
            </a:xfrm>
          </p:grpSpPr>
          <p:sp>
            <p:nvSpPr>
              <p:cNvPr id="31" name="Freeform: Shape 13"/>
              <p:cNvSpPr/>
              <p:nvPr/>
            </p:nvSpPr>
            <p:spPr>
              <a:xfrm>
                <a:off x="5121224"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F74E3"/>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2" name="Freeform: Shape 14"/>
              <p:cNvSpPr/>
              <p:nvPr/>
            </p:nvSpPr>
            <p:spPr>
              <a:xfrm>
                <a:off x="5292217" y="4624750"/>
                <a:ext cx="208280" cy="221569"/>
              </a:xfrm>
              <a:custGeom>
                <a:avLst/>
                <a:gdLst/>
                <a:ahLst/>
                <a:cxnLst>
                  <a:cxn ang="0">
                    <a:pos x="wd2" y="hd2"/>
                  </a:cxn>
                  <a:cxn ang="5400000">
                    <a:pos x="wd2" y="hd2"/>
                  </a:cxn>
                  <a:cxn ang="10800000">
                    <a:pos x="wd2" y="hd2"/>
                  </a:cxn>
                  <a:cxn ang="16200000">
                    <a:pos x="wd2" y="hd2"/>
                  </a:cxn>
                </a:cxnLst>
                <a:rect l="0" t="0" r="r" b="b"/>
                <a:pathLst>
                  <a:path w="21600" h="21567" extrusionOk="0">
                    <a:moveTo>
                      <a:pt x="10665" y="9681"/>
                    </a:moveTo>
                    <a:cubicBezTo>
                      <a:pt x="10079" y="14119"/>
                      <a:pt x="7081" y="15033"/>
                      <a:pt x="7081" y="18117"/>
                    </a:cubicBezTo>
                    <a:cubicBezTo>
                      <a:pt x="7081" y="20023"/>
                      <a:pt x="8782" y="21567"/>
                      <a:pt x="10799" y="21567"/>
                    </a:cubicBezTo>
                    <a:cubicBezTo>
                      <a:pt x="12818" y="21567"/>
                      <a:pt x="14519" y="20023"/>
                      <a:pt x="14519" y="18117"/>
                    </a:cubicBezTo>
                    <a:cubicBezTo>
                      <a:pt x="14519" y="15033"/>
                      <a:pt x="11521" y="14119"/>
                      <a:pt x="10935" y="9681"/>
                    </a:cubicBezTo>
                    <a:cubicBezTo>
                      <a:pt x="10917" y="9547"/>
                      <a:pt x="10683" y="9547"/>
                      <a:pt x="10665" y="9681"/>
                    </a:cubicBezTo>
                    <a:close/>
                    <a:moveTo>
                      <a:pt x="18015" y="101"/>
                    </a:moveTo>
                    <a:cubicBezTo>
                      <a:pt x="17997" y="-33"/>
                      <a:pt x="17762" y="-33"/>
                      <a:pt x="17744" y="101"/>
                    </a:cubicBezTo>
                    <a:cubicBezTo>
                      <a:pt x="17159" y="4539"/>
                      <a:pt x="14160" y="5453"/>
                      <a:pt x="14160" y="8537"/>
                    </a:cubicBezTo>
                    <a:cubicBezTo>
                      <a:pt x="14160" y="10442"/>
                      <a:pt x="15863" y="11987"/>
                      <a:pt x="17880" y="11987"/>
                    </a:cubicBezTo>
                    <a:cubicBezTo>
                      <a:pt x="19897" y="11987"/>
                      <a:pt x="21600" y="10442"/>
                      <a:pt x="21600" y="8537"/>
                    </a:cubicBezTo>
                    <a:cubicBezTo>
                      <a:pt x="21600" y="5453"/>
                      <a:pt x="18602" y="4539"/>
                      <a:pt x="18015" y="101"/>
                    </a:cubicBezTo>
                    <a:close/>
                    <a:moveTo>
                      <a:pt x="3856" y="101"/>
                    </a:moveTo>
                    <a:cubicBezTo>
                      <a:pt x="3838" y="-33"/>
                      <a:pt x="3603" y="-33"/>
                      <a:pt x="3586" y="101"/>
                    </a:cubicBezTo>
                    <a:cubicBezTo>
                      <a:pt x="2999" y="4539"/>
                      <a:pt x="0" y="5453"/>
                      <a:pt x="0" y="8537"/>
                    </a:cubicBezTo>
                    <a:cubicBezTo>
                      <a:pt x="0" y="10442"/>
                      <a:pt x="1703" y="11987"/>
                      <a:pt x="3720" y="11987"/>
                    </a:cubicBezTo>
                    <a:cubicBezTo>
                      <a:pt x="5739" y="11987"/>
                      <a:pt x="7440" y="10442"/>
                      <a:pt x="7440" y="8537"/>
                    </a:cubicBezTo>
                    <a:cubicBezTo>
                      <a:pt x="7440" y="5453"/>
                      <a:pt x="4442" y="4539"/>
                      <a:pt x="3856" y="101"/>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2" name="Group 15"/>
            <p:cNvGrpSpPr/>
            <p:nvPr/>
          </p:nvGrpSpPr>
          <p:grpSpPr>
            <a:xfrm>
              <a:off x="6587819" y="4436405"/>
              <a:ext cx="625024" cy="625024"/>
              <a:chOff x="6523058" y="4464172"/>
              <a:chExt cx="542724" cy="542724"/>
            </a:xfrm>
          </p:grpSpPr>
          <p:sp>
            <p:nvSpPr>
              <p:cNvPr id="29" name="Freeform: Shape 16"/>
              <p:cNvSpPr/>
              <p:nvPr/>
            </p:nvSpPr>
            <p:spPr>
              <a:xfrm>
                <a:off x="6523058"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EEE8"/>
              </a:solidFill>
              <a:ln w="12700">
                <a:noFill/>
                <a:miter lim="400000"/>
              </a:ln>
            </p:spPr>
            <p:txBody>
              <a:bodyPr anchor="ctr"/>
              <a:lstStyle/>
              <a:p>
                <a:pPr algn="ctr"/>
                <a:endParaRPr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0" name="Freeform: Shape 17"/>
              <p:cNvSpPr/>
              <p:nvPr/>
            </p:nvSpPr>
            <p:spPr>
              <a:xfrm>
                <a:off x="6732712" y="4617826"/>
                <a:ext cx="129250" cy="221569"/>
              </a:xfrm>
              <a:custGeom>
                <a:avLst/>
                <a:gdLst/>
                <a:ahLst/>
                <a:cxnLst>
                  <a:cxn ang="0">
                    <a:pos x="wd2" y="hd2"/>
                  </a:cxn>
                  <a:cxn ang="5400000">
                    <a:pos x="wd2" y="hd2"/>
                  </a:cxn>
                  <a:cxn ang="10800000">
                    <a:pos x="wd2" y="hd2"/>
                  </a:cxn>
                  <a:cxn ang="16200000">
                    <a:pos x="wd2" y="hd2"/>
                  </a:cxn>
                </a:cxnLst>
                <a:rect l="0" t="0" r="r" b="b"/>
                <a:pathLst>
                  <a:path w="21600" h="21540" extrusionOk="0">
                    <a:moveTo>
                      <a:pt x="9547" y="8995"/>
                    </a:moveTo>
                    <a:cubicBezTo>
                      <a:pt x="9431" y="9241"/>
                      <a:pt x="9310" y="9495"/>
                      <a:pt x="9182" y="9756"/>
                    </a:cubicBezTo>
                    <a:cubicBezTo>
                      <a:pt x="8409" y="11354"/>
                      <a:pt x="7531" y="13164"/>
                      <a:pt x="7531" y="15261"/>
                    </a:cubicBezTo>
                    <a:cubicBezTo>
                      <a:pt x="7531" y="16396"/>
                      <a:pt x="6379" y="16800"/>
                      <a:pt x="5302" y="16800"/>
                    </a:cubicBezTo>
                    <a:cubicBezTo>
                      <a:pt x="4071" y="16800"/>
                      <a:pt x="3070" y="16212"/>
                      <a:pt x="3070" y="15491"/>
                    </a:cubicBezTo>
                    <a:cubicBezTo>
                      <a:pt x="3070" y="13016"/>
                      <a:pt x="5121" y="11397"/>
                      <a:pt x="6930" y="9971"/>
                    </a:cubicBezTo>
                    <a:cubicBezTo>
                      <a:pt x="7496" y="9523"/>
                      <a:pt x="8031" y="9101"/>
                      <a:pt x="8465" y="8681"/>
                    </a:cubicBezTo>
                    <a:cubicBezTo>
                      <a:pt x="8665" y="8489"/>
                      <a:pt x="9201" y="8497"/>
                      <a:pt x="9443" y="8687"/>
                    </a:cubicBezTo>
                    <a:cubicBezTo>
                      <a:pt x="9559" y="8776"/>
                      <a:pt x="9596" y="8890"/>
                      <a:pt x="9547" y="8995"/>
                    </a:cubicBezTo>
                    <a:close/>
                    <a:moveTo>
                      <a:pt x="11191" y="180"/>
                    </a:moveTo>
                    <a:cubicBezTo>
                      <a:pt x="11140" y="-60"/>
                      <a:pt x="10460" y="-60"/>
                      <a:pt x="10409" y="180"/>
                    </a:cubicBezTo>
                    <a:cubicBezTo>
                      <a:pt x="8706" y="8155"/>
                      <a:pt x="0" y="9798"/>
                      <a:pt x="0" y="15341"/>
                    </a:cubicBezTo>
                    <a:cubicBezTo>
                      <a:pt x="0" y="18765"/>
                      <a:pt x="4944" y="21540"/>
                      <a:pt x="10801" y="21540"/>
                    </a:cubicBezTo>
                    <a:cubicBezTo>
                      <a:pt x="16656" y="21540"/>
                      <a:pt x="21600" y="18765"/>
                      <a:pt x="21600" y="15341"/>
                    </a:cubicBezTo>
                    <a:cubicBezTo>
                      <a:pt x="21600" y="9798"/>
                      <a:pt x="12894" y="8155"/>
                      <a:pt x="11191" y="180"/>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4" name="Group 19"/>
            <p:cNvGrpSpPr/>
            <p:nvPr/>
          </p:nvGrpSpPr>
          <p:grpSpPr>
            <a:xfrm>
              <a:off x="1748417" y="4436405"/>
              <a:ext cx="625024" cy="625024"/>
              <a:chOff x="2320887" y="4464172"/>
              <a:chExt cx="542724" cy="542724"/>
            </a:xfrm>
          </p:grpSpPr>
          <p:sp>
            <p:nvSpPr>
              <p:cNvPr id="27" name="Freeform: Shape 20"/>
              <p:cNvSpPr/>
              <p:nvPr/>
            </p:nvSpPr>
            <p:spPr>
              <a:xfrm>
                <a:off x="232088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F74E3"/>
              </a:solidFill>
              <a:ln w="12700">
                <a:noFill/>
                <a:miter lim="400000"/>
              </a:ln>
            </p:spPr>
            <p:txBody>
              <a:bodyPr anchor="ctr"/>
              <a:lstStyle/>
              <a:p>
                <a:pPr algn="ctr"/>
                <a:endParaRPr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8" name="Freeform: Shape 21"/>
              <p:cNvSpPr/>
              <p:nvPr/>
            </p:nvSpPr>
            <p:spPr>
              <a:xfrm>
                <a:off x="2475534" y="4604112"/>
                <a:ext cx="233430" cy="248997"/>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 name="Group 23"/>
            <p:cNvGrpSpPr/>
            <p:nvPr/>
          </p:nvGrpSpPr>
          <p:grpSpPr>
            <a:xfrm>
              <a:off x="9811588" y="4436405"/>
              <a:ext cx="625024" cy="625024"/>
              <a:chOff x="9322335" y="4464172"/>
              <a:chExt cx="542724" cy="542724"/>
            </a:xfrm>
          </p:grpSpPr>
          <p:sp>
            <p:nvSpPr>
              <p:cNvPr id="25" name="Freeform: Shape 24"/>
              <p:cNvSpPr/>
              <p:nvPr/>
            </p:nvSpPr>
            <p:spPr>
              <a:xfrm>
                <a:off x="9322335"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EEE8"/>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6" name="Freeform: Shape 25"/>
              <p:cNvSpPr/>
              <p:nvPr/>
            </p:nvSpPr>
            <p:spPr>
              <a:xfrm>
                <a:off x="9510609" y="4604010"/>
                <a:ext cx="166177" cy="2492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464" y="0"/>
                      <a:pt x="8150" y="146"/>
                      <a:pt x="6863" y="450"/>
                    </a:cubicBezTo>
                    <a:cubicBezTo>
                      <a:pt x="5576" y="755"/>
                      <a:pt x="4422" y="1177"/>
                      <a:pt x="3403" y="1706"/>
                    </a:cubicBezTo>
                    <a:cubicBezTo>
                      <a:pt x="2383" y="2236"/>
                      <a:pt x="1554" y="2892"/>
                      <a:pt x="928" y="3694"/>
                    </a:cubicBezTo>
                    <a:cubicBezTo>
                      <a:pt x="302" y="4496"/>
                      <a:pt x="0" y="5372"/>
                      <a:pt x="0" y="6300"/>
                    </a:cubicBezTo>
                    <a:cubicBezTo>
                      <a:pt x="0" y="7753"/>
                      <a:pt x="717" y="9009"/>
                      <a:pt x="2166" y="10069"/>
                    </a:cubicBezTo>
                    <a:cubicBezTo>
                      <a:pt x="2798" y="10528"/>
                      <a:pt x="3326" y="10932"/>
                      <a:pt x="3741" y="11288"/>
                    </a:cubicBezTo>
                    <a:cubicBezTo>
                      <a:pt x="4155" y="11644"/>
                      <a:pt x="4556" y="12098"/>
                      <a:pt x="4978" y="12638"/>
                    </a:cubicBezTo>
                    <a:cubicBezTo>
                      <a:pt x="5399" y="13176"/>
                      <a:pt x="5654" y="13668"/>
                      <a:pt x="5709" y="14138"/>
                    </a:cubicBezTo>
                    <a:cubicBezTo>
                      <a:pt x="5048" y="14400"/>
                      <a:pt x="4725" y="14794"/>
                      <a:pt x="4725" y="15300"/>
                    </a:cubicBezTo>
                    <a:cubicBezTo>
                      <a:pt x="4725" y="15647"/>
                      <a:pt x="4880" y="15947"/>
                      <a:pt x="5231" y="16200"/>
                    </a:cubicBezTo>
                    <a:cubicBezTo>
                      <a:pt x="4880" y="16453"/>
                      <a:pt x="4725" y="16753"/>
                      <a:pt x="4725" y="17100"/>
                    </a:cubicBezTo>
                    <a:cubicBezTo>
                      <a:pt x="4725" y="17588"/>
                      <a:pt x="5020" y="17972"/>
                      <a:pt x="5653" y="18244"/>
                    </a:cubicBezTo>
                    <a:cubicBezTo>
                      <a:pt x="5470" y="18459"/>
                      <a:pt x="5400" y="18675"/>
                      <a:pt x="5400" y="18900"/>
                    </a:cubicBezTo>
                    <a:cubicBezTo>
                      <a:pt x="5400" y="19331"/>
                      <a:pt x="5605" y="19660"/>
                      <a:pt x="6047" y="19894"/>
                    </a:cubicBezTo>
                    <a:cubicBezTo>
                      <a:pt x="6489" y="20128"/>
                      <a:pt x="7032" y="20250"/>
                      <a:pt x="7678" y="20250"/>
                    </a:cubicBezTo>
                    <a:cubicBezTo>
                      <a:pt x="7960" y="20662"/>
                      <a:pt x="8382" y="20981"/>
                      <a:pt x="8944" y="21225"/>
                    </a:cubicBezTo>
                    <a:cubicBezTo>
                      <a:pt x="9506" y="21469"/>
                      <a:pt x="10139" y="21600"/>
                      <a:pt x="10800" y="21600"/>
                    </a:cubicBezTo>
                    <a:cubicBezTo>
                      <a:pt x="11461" y="21600"/>
                      <a:pt x="12065" y="21469"/>
                      <a:pt x="12628" y="21225"/>
                    </a:cubicBezTo>
                    <a:cubicBezTo>
                      <a:pt x="13191" y="20981"/>
                      <a:pt x="13613" y="20662"/>
                      <a:pt x="13894" y="20250"/>
                    </a:cubicBezTo>
                    <a:cubicBezTo>
                      <a:pt x="14541" y="20250"/>
                      <a:pt x="15083" y="20128"/>
                      <a:pt x="15525" y="19894"/>
                    </a:cubicBezTo>
                    <a:cubicBezTo>
                      <a:pt x="15967" y="19660"/>
                      <a:pt x="16200" y="19331"/>
                      <a:pt x="16200" y="18900"/>
                    </a:cubicBezTo>
                    <a:cubicBezTo>
                      <a:pt x="16200" y="18675"/>
                      <a:pt x="16102" y="18459"/>
                      <a:pt x="15919" y="18244"/>
                    </a:cubicBezTo>
                    <a:cubicBezTo>
                      <a:pt x="16552" y="17972"/>
                      <a:pt x="16875" y="17588"/>
                      <a:pt x="16875" y="17100"/>
                    </a:cubicBezTo>
                    <a:cubicBezTo>
                      <a:pt x="16875" y="16753"/>
                      <a:pt x="16692" y="16453"/>
                      <a:pt x="16341" y="16200"/>
                    </a:cubicBezTo>
                    <a:cubicBezTo>
                      <a:pt x="16692" y="15947"/>
                      <a:pt x="16875" y="15647"/>
                      <a:pt x="16875" y="15300"/>
                    </a:cubicBezTo>
                    <a:cubicBezTo>
                      <a:pt x="16875" y="14793"/>
                      <a:pt x="16524" y="14400"/>
                      <a:pt x="15863" y="14138"/>
                    </a:cubicBezTo>
                    <a:cubicBezTo>
                      <a:pt x="15919" y="13668"/>
                      <a:pt x="16173" y="13176"/>
                      <a:pt x="16594" y="12638"/>
                    </a:cubicBezTo>
                    <a:cubicBezTo>
                      <a:pt x="17016" y="12098"/>
                      <a:pt x="17417" y="11644"/>
                      <a:pt x="17831" y="11288"/>
                    </a:cubicBezTo>
                    <a:cubicBezTo>
                      <a:pt x="18247" y="10932"/>
                      <a:pt x="18774" y="10528"/>
                      <a:pt x="19406" y="10069"/>
                    </a:cubicBezTo>
                    <a:cubicBezTo>
                      <a:pt x="20855" y="9009"/>
                      <a:pt x="21600" y="7753"/>
                      <a:pt x="21600" y="6300"/>
                    </a:cubicBezTo>
                    <a:cubicBezTo>
                      <a:pt x="21600" y="5372"/>
                      <a:pt x="21271" y="4496"/>
                      <a:pt x="20644" y="3694"/>
                    </a:cubicBezTo>
                    <a:cubicBezTo>
                      <a:pt x="20018" y="2893"/>
                      <a:pt x="19188" y="2236"/>
                      <a:pt x="18169" y="1706"/>
                    </a:cubicBezTo>
                    <a:cubicBezTo>
                      <a:pt x="17149" y="1177"/>
                      <a:pt x="15996" y="755"/>
                      <a:pt x="14709" y="450"/>
                    </a:cubicBezTo>
                    <a:cubicBezTo>
                      <a:pt x="13422" y="146"/>
                      <a:pt x="12136" y="0"/>
                      <a:pt x="10800" y="0"/>
                    </a:cubicBezTo>
                    <a:close/>
                    <a:moveTo>
                      <a:pt x="10800" y="1800"/>
                    </a:moveTo>
                    <a:cubicBezTo>
                      <a:pt x="11771" y="1800"/>
                      <a:pt x="12719" y="1907"/>
                      <a:pt x="13669" y="2119"/>
                    </a:cubicBezTo>
                    <a:cubicBezTo>
                      <a:pt x="14617" y="2329"/>
                      <a:pt x="15475" y="2611"/>
                      <a:pt x="16256" y="2981"/>
                    </a:cubicBezTo>
                    <a:cubicBezTo>
                      <a:pt x="17036" y="3352"/>
                      <a:pt x="17683" y="3825"/>
                      <a:pt x="18169" y="4406"/>
                    </a:cubicBezTo>
                    <a:cubicBezTo>
                      <a:pt x="18653" y="4988"/>
                      <a:pt x="18900" y="5625"/>
                      <a:pt x="18900" y="6300"/>
                    </a:cubicBezTo>
                    <a:cubicBezTo>
                      <a:pt x="18900" y="7246"/>
                      <a:pt x="18421" y="8091"/>
                      <a:pt x="17466" y="8831"/>
                    </a:cubicBezTo>
                    <a:cubicBezTo>
                      <a:pt x="17324" y="8935"/>
                      <a:pt x="17107" y="9094"/>
                      <a:pt x="16819" y="9300"/>
                    </a:cubicBezTo>
                    <a:cubicBezTo>
                      <a:pt x="16531" y="9507"/>
                      <a:pt x="16312" y="9647"/>
                      <a:pt x="16172" y="9750"/>
                    </a:cubicBezTo>
                    <a:cubicBezTo>
                      <a:pt x="14372" y="11184"/>
                      <a:pt x="13374" y="12591"/>
                      <a:pt x="13191" y="13950"/>
                    </a:cubicBezTo>
                    <a:lnTo>
                      <a:pt x="8381" y="13950"/>
                    </a:lnTo>
                    <a:cubicBezTo>
                      <a:pt x="8198" y="12591"/>
                      <a:pt x="7200" y="11185"/>
                      <a:pt x="5400" y="9750"/>
                    </a:cubicBezTo>
                    <a:cubicBezTo>
                      <a:pt x="5260" y="9647"/>
                      <a:pt x="5041" y="9507"/>
                      <a:pt x="4753" y="9300"/>
                    </a:cubicBezTo>
                    <a:cubicBezTo>
                      <a:pt x="4465" y="9094"/>
                      <a:pt x="4275" y="8935"/>
                      <a:pt x="4134" y="8831"/>
                    </a:cubicBezTo>
                    <a:cubicBezTo>
                      <a:pt x="3179" y="8091"/>
                      <a:pt x="2700" y="7247"/>
                      <a:pt x="2700" y="6300"/>
                    </a:cubicBezTo>
                    <a:cubicBezTo>
                      <a:pt x="2700" y="5625"/>
                      <a:pt x="2919" y="4988"/>
                      <a:pt x="3403" y="4406"/>
                    </a:cubicBezTo>
                    <a:cubicBezTo>
                      <a:pt x="3889" y="3825"/>
                      <a:pt x="4536" y="3352"/>
                      <a:pt x="5316" y="2981"/>
                    </a:cubicBezTo>
                    <a:cubicBezTo>
                      <a:pt x="6096" y="2611"/>
                      <a:pt x="6954" y="2329"/>
                      <a:pt x="7903" y="2119"/>
                    </a:cubicBezTo>
                    <a:cubicBezTo>
                      <a:pt x="8853" y="1907"/>
                      <a:pt x="9829" y="1800"/>
                      <a:pt x="10800" y="1800"/>
                    </a:cubicBezTo>
                    <a:close/>
                    <a:moveTo>
                      <a:pt x="10688" y="3881"/>
                    </a:moveTo>
                    <a:cubicBezTo>
                      <a:pt x="10506" y="3881"/>
                      <a:pt x="10343" y="3923"/>
                      <a:pt x="10209" y="4013"/>
                    </a:cubicBezTo>
                    <a:cubicBezTo>
                      <a:pt x="10075" y="4102"/>
                      <a:pt x="10013" y="4210"/>
                      <a:pt x="10013" y="4331"/>
                    </a:cubicBezTo>
                    <a:cubicBezTo>
                      <a:pt x="10013" y="4453"/>
                      <a:pt x="10075" y="4561"/>
                      <a:pt x="10209" y="4650"/>
                    </a:cubicBezTo>
                    <a:cubicBezTo>
                      <a:pt x="10343" y="4739"/>
                      <a:pt x="10506" y="4781"/>
                      <a:pt x="10688" y="4781"/>
                    </a:cubicBezTo>
                    <a:cubicBezTo>
                      <a:pt x="11420" y="4781"/>
                      <a:pt x="12178" y="4903"/>
                      <a:pt x="12938" y="5138"/>
                    </a:cubicBezTo>
                    <a:cubicBezTo>
                      <a:pt x="13697" y="5372"/>
                      <a:pt x="14063" y="5700"/>
                      <a:pt x="14063" y="6131"/>
                    </a:cubicBezTo>
                    <a:cubicBezTo>
                      <a:pt x="14063" y="6253"/>
                      <a:pt x="14126" y="6362"/>
                      <a:pt x="14259" y="6450"/>
                    </a:cubicBezTo>
                    <a:cubicBezTo>
                      <a:pt x="14393" y="6539"/>
                      <a:pt x="14554" y="6581"/>
                      <a:pt x="14738" y="6581"/>
                    </a:cubicBezTo>
                    <a:cubicBezTo>
                      <a:pt x="14920" y="6581"/>
                      <a:pt x="15082" y="6539"/>
                      <a:pt x="15216" y="6450"/>
                    </a:cubicBezTo>
                    <a:cubicBezTo>
                      <a:pt x="15350" y="6362"/>
                      <a:pt x="15413" y="6253"/>
                      <a:pt x="15413" y="6131"/>
                    </a:cubicBezTo>
                    <a:cubicBezTo>
                      <a:pt x="15413" y="5643"/>
                      <a:pt x="15152" y="5213"/>
                      <a:pt x="14625" y="4856"/>
                    </a:cubicBezTo>
                    <a:cubicBezTo>
                      <a:pt x="14098" y="4501"/>
                      <a:pt x="13494" y="4256"/>
                      <a:pt x="12797" y="4106"/>
                    </a:cubicBezTo>
                    <a:cubicBezTo>
                      <a:pt x="12102" y="3957"/>
                      <a:pt x="11391" y="3881"/>
                      <a:pt x="10688" y="3881"/>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sp>
          <p:nvSpPr>
            <p:cNvPr id="20" name="Straight Connector 29"/>
            <p:cNvSpPr/>
            <p:nvPr/>
          </p:nvSpPr>
          <p:spPr>
            <a:xfrm>
              <a:off x="2555623" y="4740943"/>
              <a:ext cx="623107" cy="1"/>
            </a:xfrm>
            <a:prstGeom prst="line">
              <a:avLst/>
            </a:prstGeom>
            <a:ln w="3175">
              <a:solidFill>
                <a:schemeClr val="tx1"/>
              </a:solidFill>
              <a:miter lim="400000"/>
              <a:tailEnd type="triangle"/>
            </a:ln>
          </p:spPr>
          <p:txBody>
            <a:bodyPr anchor="ctr"/>
            <a:lstStyle/>
            <a:p>
              <a:pPr algn="ctr"/>
              <a:endParaRPr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1" name="Straight Connector 30"/>
            <p:cNvSpPr/>
            <p:nvPr/>
          </p:nvSpPr>
          <p:spPr>
            <a:xfrm>
              <a:off x="4177063" y="4740943"/>
              <a:ext cx="623107" cy="1"/>
            </a:xfrm>
            <a:prstGeom prst="line">
              <a:avLst/>
            </a:prstGeom>
            <a:ln w="3175">
              <a:solidFill>
                <a:schemeClr val="tx1"/>
              </a:solidFill>
              <a:miter lim="400000"/>
              <a:tailEnd type="triangle"/>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2" name="Straight Connector 31"/>
            <p:cNvSpPr/>
            <p:nvPr/>
          </p:nvSpPr>
          <p:spPr>
            <a:xfrm>
              <a:off x="5782998" y="4740943"/>
              <a:ext cx="623107" cy="1"/>
            </a:xfrm>
            <a:prstGeom prst="line">
              <a:avLst/>
            </a:prstGeom>
            <a:ln w="3175">
              <a:solidFill>
                <a:schemeClr val="tx1"/>
              </a:solidFill>
              <a:miter lim="400000"/>
              <a:tailEnd type="triangle"/>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3" name="Straight Connector 32"/>
            <p:cNvSpPr/>
            <p:nvPr/>
          </p:nvSpPr>
          <p:spPr>
            <a:xfrm>
              <a:off x="7394902" y="4740943"/>
              <a:ext cx="623107" cy="1"/>
            </a:xfrm>
            <a:prstGeom prst="line">
              <a:avLst/>
            </a:prstGeom>
            <a:ln w="3175">
              <a:solidFill>
                <a:schemeClr val="tx1"/>
              </a:solidFill>
              <a:miter lim="400000"/>
              <a:tailEnd type="triangle"/>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4" name="Straight Connector 33"/>
            <p:cNvSpPr/>
            <p:nvPr/>
          </p:nvSpPr>
          <p:spPr>
            <a:xfrm>
              <a:off x="8988343" y="4740943"/>
              <a:ext cx="623107" cy="1"/>
            </a:xfrm>
            <a:prstGeom prst="line">
              <a:avLst/>
            </a:prstGeom>
            <a:ln w="3175">
              <a:solidFill>
                <a:schemeClr val="tx1"/>
              </a:solidFill>
              <a:miter lim="400000"/>
              <a:tailEnd type="triangle"/>
            </a:ln>
          </p:spPr>
          <p:txBody>
            <a:bodyPr anchor="ctr"/>
            <a:lstStyle/>
            <a:p>
              <a:pPr algn="ctr"/>
              <a:endParaRPr>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6" name="矩形 45"/>
            <p:cNvSpPr/>
            <p:nvPr/>
          </p:nvSpPr>
          <p:spPr>
            <a:xfrm>
              <a:off x="1400085"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sp>
          <p:nvSpPr>
            <p:cNvPr id="47" name="矩形 46"/>
            <p:cNvSpPr/>
            <p:nvPr/>
          </p:nvSpPr>
          <p:spPr>
            <a:xfrm>
              <a:off x="3006388"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sp>
          <p:nvSpPr>
            <p:cNvPr id="48" name="矩形 47"/>
            <p:cNvSpPr/>
            <p:nvPr/>
          </p:nvSpPr>
          <p:spPr>
            <a:xfrm>
              <a:off x="4612691"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sp>
          <p:nvSpPr>
            <p:cNvPr id="49" name="矩形 48"/>
            <p:cNvSpPr/>
            <p:nvPr/>
          </p:nvSpPr>
          <p:spPr>
            <a:xfrm>
              <a:off x="6218994"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sp>
          <p:nvSpPr>
            <p:cNvPr id="50" name="矩形 49"/>
            <p:cNvSpPr/>
            <p:nvPr/>
          </p:nvSpPr>
          <p:spPr>
            <a:xfrm>
              <a:off x="7825297"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sp>
          <p:nvSpPr>
            <p:cNvPr id="51" name="矩形 50"/>
            <p:cNvSpPr/>
            <p:nvPr/>
          </p:nvSpPr>
          <p:spPr>
            <a:xfrm>
              <a:off x="9462086" y="5272760"/>
              <a:ext cx="1344640" cy="43614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cs typeface="Arial" panose="020B0604020202020204" pitchFamily="34" charset="0"/>
                  <a:sym typeface="+mn-lt"/>
                </a:rPr>
                <a:t>文字添加</a:t>
              </a:r>
            </a:p>
          </p:txBody>
        </p:sp>
      </p:grpSp>
      <p:grpSp>
        <p:nvGrpSpPr>
          <p:cNvPr id="53" name="组合 52">
            <a:extLst>
              <a:ext uri="{FF2B5EF4-FFF2-40B4-BE49-F238E27FC236}">
                <a16:creationId xmlns:a16="http://schemas.microsoft.com/office/drawing/2014/main" id="{A6BE073F-902F-4B14-A50F-EA5ACAF54D7C}"/>
              </a:ext>
            </a:extLst>
          </p:cNvPr>
          <p:cNvGrpSpPr/>
          <p:nvPr/>
        </p:nvGrpSpPr>
        <p:grpSpPr>
          <a:xfrm>
            <a:off x="444056" y="246729"/>
            <a:ext cx="1415772" cy="433147"/>
            <a:chOff x="444056" y="262399"/>
            <a:chExt cx="1415772" cy="433147"/>
          </a:xfrm>
        </p:grpSpPr>
        <p:sp>
          <p:nvSpPr>
            <p:cNvPr id="54" name="TextBox 7">
              <a:extLst>
                <a:ext uri="{FF2B5EF4-FFF2-40B4-BE49-F238E27FC236}">
                  <a16:creationId xmlns:a16="http://schemas.microsoft.com/office/drawing/2014/main" id="{C062187A-1BD2-410B-965E-51194F8D19F0}"/>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55" name="TextBox 8">
              <a:extLst>
                <a:ext uri="{FF2B5EF4-FFF2-40B4-BE49-F238E27FC236}">
                  <a16:creationId xmlns:a16="http://schemas.microsoft.com/office/drawing/2014/main" id="{39E05604-F22B-4837-B60D-91A01D1ACFA9}"/>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59" name="矩形 58">
            <a:extLst>
              <a:ext uri="{FF2B5EF4-FFF2-40B4-BE49-F238E27FC236}">
                <a16:creationId xmlns:a16="http://schemas.microsoft.com/office/drawing/2014/main" id="{EF360ACC-F716-413D-8827-E8030178A5FD}"/>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BD67EA5C-2762-4E16-96D7-F35390CE35B6}"/>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3854067"/>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500" fill="hold"/>
                                        <p:tgtEl>
                                          <p:spTgt spid="19"/>
                                        </p:tgtEl>
                                        <p:attrNameLst>
                                          <p:attrName>ppt_w</p:attrName>
                                        </p:attrNameLst>
                                      </p:cBhvr>
                                      <p:tavLst>
                                        <p:tav tm="0">
                                          <p:val>
                                            <p:fltVal val="0"/>
                                          </p:val>
                                        </p:tav>
                                        <p:tav tm="100000">
                                          <p:val>
                                            <p:strVal val="#ppt_w"/>
                                          </p:val>
                                        </p:tav>
                                      </p:tavLst>
                                    </p:anim>
                                    <p:anim calcmode="lin" valueType="num">
                                      <p:cBhvr>
                                        <p:cTn id="23" dur="500" fill="hold"/>
                                        <p:tgtEl>
                                          <p:spTgt spid="19"/>
                                        </p:tgtEl>
                                        <p:attrNameLst>
                                          <p:attrName>ppt_h</p:attrName>
                                        </p:attrNameLst>
                                      </p:cBhvr>
                                      <p:tavLst>
                                        <p:tav tm="0">
                                          <p:val>
                                            <p:fltVal val="0"/>
                                          </p:val>
                                        </p:tav>
                                        <p:tav tm="100000">
                                          <p:val>
                                            <p:strVal val="#ppt_h"/>
                                          </p:val>
                                        </p:tav>
                                      </p:tavLst>
                                    </p:anim>
                                    <p:animEffect transition="in" filter="fade">
                                      <p:cBhvr>
                                        <p:cTn id="24" dur="500"/>
                                        <p:tgtEl>
                                          <p:spTgt spid="19"/>
                                        </p:tgtEl>
                                      </p:cBhvr>
                                    </p:animEffect>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ppt_x"/>
                                          </p:val>
                                        </p:tav>
                                        <p:tav tm="100000">
                                          <p:val>
                                            <p:strVal val="#ppt_x"/>
                                          </p:val>
                                        </p:tav>
                                      </p:tavLst>
                                    </p:anim>
                                    <p:anim calcmode="lin" valueType="num">
                                      <p:cBhvr additive="base">
                                        <p:cTn id="29" dur="500" fill="hold"/>
                                        <p:tgtEl>
                                          <p:spTgt spid="45"/>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left)">
                                      <p:cBhvr>
                                        <p:cTn id="3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39" grpId="0"/>
      <p:bldP spid="44" grpId="0"/>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sz="quarter" idx="10"/>
          </p:nvPr>
        </p:nvPicPr>
        <p:blipFill>
          <a:blip r:embed="rId4" cstate="print">
            <a:extLst>
              <a:ext uri="{28A0092B-C50C-407E-A947-70E740481C1C}">
                <a14:useLocalDpi xmlns:a14="http://schemas.microsoft.com/office/drawing/2010/main" val="0"/>
              </a:ext>
            </a:extLst>
          </a:blip>
          <a:srcRect l="16747" r="16747"/>
          <a:stretch>
            <a:fillRect/>
          </a:stretch>
        </p:blipFill>
        <p:spPr>
          <a:xfrm>
            <a:off x="4297020" y="1672153"/>
            <a:ext cx="3575672" cy="3575674"/>
          </a:xfrm>
        </p:spPr>
      </p:pic>
      <p:grpSp>
        <p:nvGrpSpPr>
          <p:cNvPr id="5" name="组合 4"/>
          <p:cNvGrpSpPr/>
          <p:nvPr/>
        </p:nvGrpSpPr>
        <p:grpSpPr>
          <a:xfrm>
            <a:off x="3925849" y="1491935"/>
            <a:ext cx="4343930" cy="3606802"/>
            <a:chOff x="4239876" y="2101590"/>
            <a:chExt cx="3686848" cy="3061220"/>
          </a:xfrm>
        </p:grpSpPr>
        <p:sp>
          <p:nvSpPr>
            <p:cNvPr id="54" name="椭圆 53"/>
            <p:cNvSpPr/>
            <p:nvPr/>
          </p:nvSpPr>
          <p:spPr>
            <a:xfrm>
              <a:off x="4239876" y="2101590"/>
              <a:ext cx="1025939" cy="1025939"/>
            </a:xfrm>
            <a:prstGeom prst="ellipse">
              <a:avLst/>
            </a:prstGeom>
            <a:solidFill>
              <a:srgbClr val="0F74E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cs typeface="+mn-ea"/>
                <a:sym typeface="+mn-lt"/>
              </a:endParaRPr>
            </a:p>
          </p:txBody>
        </p:sp>
        <p:sp>
          <p:nvSpPr>
            <p:cNvPr id="57" name="椭圆 56"/>
            <p:cNvSpPr/>
            <p:nvPr/>
          </p:nvSpPr>
          <p:spPr>
            <a:xfrm>
              <a:off x="6900785" y="2101590"/>
              <a:ext cx="1025939" cy="1025939"/>
            </a:xfrm>
            <a:prstGeom prst="ellipse">
              <a:avLst/>
            </a:prstGeom>
            <a:solidFill>
              <a:srgbClr val="04EEE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2" name="椭圆 61"/>
            <p:cNvSpPr/>
            <p:nvPr/>
          </p:nvSpPr>
          <p:spPr>
            <a:xfrm>
              <a:off x="4239876" y="4136871"/>
              <a:ext cx="1025939" cy="1025939"/>
            </a:xfrm>
            <a:prstGeom prst="ellipse">
              <a:avLst/>
            </a:prstGeom>
            <a:solidFill>
              <a:srgbClr val="04EEE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5" name="椭圆 74"/>
            <p:cNvSpPr/>
            <p:nvPr/>
          </p:nvSpPr>
          <p:spPr>
            <a:xfrm>
              <a:off x="6900785" y="4179047"/>
              <a:ext cx="983763" cy="983763"/>
            </a:xfrm>
            <a:prstGeom prst="ellipse">
              <a:avLst/>
            </a:prstGeom>
            <a:solidFill>
              <a:srgbClr val="0F74E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2" name="Freeform 108"/>
            <p:cNvSpPr>
              <a:spLocks noChangeArrowheads="1"/>
            </p:cNvSpPr>
            <p:nvPr/>
          </p:nvSpPr>
          <p:spPr bwMode="auto">
            <a:xfrm>
              <a:off x="4571592" y="4468590"/>
              <a:ext cx="362508" cy="362501"/>
            </a:xfrm>
            <a:custGeom>
              <a:avLst/>
              <a:gdLst>
                <a:gd name="T0" fmla="*/ 163146 w 453"/>
                <a:gd name="T1" fmla="*/ 84278 h 454"/>
                <a:gd name="T2" fmla="*/ 163146 w 453"/>
                <a:gd name="T3" fmla="*/ 84278 h 454"/>
                <a:gd name="T4" fmla="*/ 163146 w 453"/>
                <a:gd name="T5" fmla="*/ 84278 h 454"/>
                <a:gd name="T6" fmla="*/ 163146 w 453"/>
                <a:gd name="T7" fmla="*/ 84278 h 454"/>
                <a:gd name="T8" fmla="*/ 163146 w 453"/>
                <a:gd name="T9" fmla="*/ 84278 h 454"/>
                <a:gd name="T10" fmla="*/ 163146 w 453"/>
                <a:gd name="T11" fmla="*/ 86799 h 454"/>
                <a:gd name="T12" fmla="*/ 163146 w 453"/>
                <a:gd name="T13" fmla="*/ 86799 h 454"/>
                <a:gd name="T14" fmla="*/ 163146 w 453"/>
                <a:gd name="T15" fmla="*/ 86799 h 454"/>
                <a:gd name="T16" fmla="*/ 163146 w 453"/>
                <a:gd name="T17" fmla="*/ 86799 h 454"/>
                <a:gd name="T18" fmla="*/ 160619 w 453"/>
                <a:gd name="T19" fmla="*/ 91841 h 454"/>
                <a:gd name="T20" fmla="*/ 160619 w 453"/>
                <a:gd name="T21" fmla="*/ 91841 h 454"/>
                <a:gd name="T22" fmla="*/ 102147 w 453"/>
                <a:gd name="T23" fmla="*/ 160632 h 454"/>
                <a:gd name="T24" fmla="*/ 102147 w 453"/>
                <a:gd name="T25" fmla="*/ 160632 h 454"/>
                <a:gd name="T26" fmla="*/ 94206 w 453"/>
                <a:gd name="T27" fmla="*/ 163153 h 454"/>
                <a:gd name="T28" fmla="*/ 94206 w 453"/>
                <a:gd name="T29" fmla="*/ 163153 h 454"/>
                <a:gd name="T30" fmla="*/ 94206 w 453"/>
                <a:gd name="T31" fmla="*/ 163153 h 454"/>
                <a:gd name="T32" fmla="*/ 94206 w 453"/>
                <a:gd name="T33" fmla="*/ 163153 h 454"/>
                <a:gd name="T34" fmla="*/ 91679 w 453"/>
                <a:gd name="T35" fmla="*/ 163153 h 454"/>
                <a:gd name="T36" fmla="*/ 91679 w 453"/>
                <a:gd name="T37" fmla="*/ 163153 h 454"/>
                <a:gd name="T38" fmla="*/ 86626 w 453"/>
                <a:gd name="T39" fmla="*/ 160632 h 454"/>
                <a:gd name="T40" fmla="*/ 86626 w 453"/>
                <a:gd name="T41" fmla="*/ 160632 h 454"/>
                <a:gd name="T42" fmla="*/ 2527 w 453"/>
                <a:gd name="T43" fmla="*/ 84278 h 454"/>
                <a:gd name="T44" fmla="*/ 2527 w 453"/>
                <a:gd name="T45" fmla="*/ 84278 h 454"/>
                <a:gd name="T46" fmla="*/ 0 w 453"/>
                <a:gd name="T47" fmla="*/ 76354 h 454"/>
                <a:gd name="T48" fmla="*/ 0 w 453"/>
                <a:gd name="T49" fmla="*/ 76354 h 454"/>
                <a:gd name="T50" fmla="*/ 0 w 453"/>
                <a:gd name="T51" fmla="*/ 20529 h 454"/>
                <a:gd name="T52" fmla="*/ 0 w 453"/>
                <a:gd name="T53" fmla="*/ 10445 h 454"/>
                <a:gd name="T54" fmla="*/ 0 w 453"/>
                <a:gd name="T55" fmla="*/ 10445 h 454"/>
                <a:gd name="T56" fmla="*/ 0 w 453"/>
                <a:gd name="T57" fmla="*/ 10445 h 454"/>
                <a:gd name="T58" fmla="*/ 10106 w 453"/>
                <a:gd name="T59" fmla="*/ 0 h 454"/>
                <a:gd name="T60" fmla="*/ 10106 w 453"/>
                <a:gd name="T61" fmla="*/ 0 h 454"/>
                <a:gd name="T62" fmla="*/ 73993 w 453"/>
                <a:gd name="T63" fmla="*/ 0 h 454"/>
                <a:gd name="T64" fmla="*/ 73993 w 453"/>
                <a:gd name="T65" fmla="*/ 0 h 454"/>
                <a:gd name="T66" fmla="*/ 73993 w 453"/>
                <a:gd name="T67" fmla="*/ 0 h 454"/>
                <a:gd name="T68" fmla="*/ 81573 w 453"/>
                <a:gd name="T69" fmla="*/ 5402 h 454"/>
                <a:gd name="T70" fmla="*/ 158093 w 453"/>
                <a:gd name="T71" fmla="*/ 78875 h 454"/>
                <a:gd name="T72" fmla="*/ 163146 w 453"/>
                <a:gd name="T73" fmla="*/ 84278 h 454"/>
                <a:gd name="T74" fmla="*/ 25266 w 453"/>
                <a:gd name="T75" fmla="*/ 15487 h 454"/>
                <a:gd name="T76" fmla="*/ 25266 w 453"/>
                <a:gd name="T77" fmla="*/ 15487 h 454"/>
                <a:gd name="T78" fmla="*/ 12633 w 453"/>
                <a:gd name="T79" fmla="*/ 28093 h 454"/>
                <a:gd name="T80" fmla="*/ 25266 w 453"/>
                <a:gd name="T81" fmla="*/ 40698 h 454"/>
                <a:gd name="T82" fmla="*/ 40787 w 453"/>
                <a:gd name="T83" fmla="*/ 28093 h 454"/>
                <a:gd name="T84" fmla="*/ 25266 w 453"/>
                <a:gd name="T85" fmla="*/ 15487 h 45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3" h="454">
                  <a:moveTo>
                    <a:pt x="452" y="234"/>
                  </a:moveTo>
                  <a:lnTo>
                    <a:pt x="452" y="234"/>
                  </a:lnTo>
                  <a:cubicBezTo>
                    <a:pt x="452" y="234"/>
                    <a:pt x="452" y="234"/>
                    <a:pt x="452" y="241"/>
                  </a:cubicBezTo>
                  <a:cubicBezTo>
                    <a:pt x="452" y="248"/>
                    <a:pt x="445" y="255"/>
                    <a:pt x="445" y="255"/>
                  </a:cubicBezTo>
                  <a:cubicBezTo>
                    <a:pt x="283" y="446"/>
                    <a:pt x="283" y="446"/>
                    <a:pt x="283" y="446"/>
                  </a:cubicBezTo>
                  <a:cubicBezTo>
                    <a:pt x="275" y="453"/>
                    <a:pt x="268" y="453"/>
                    <a:pt x="261" y="453"/>
                  </a:cubicBezTo>
                  <a:lnTo>
                    <a:pt x="254" y="453"/>
                  </a:lnTo>
                  <a:cubicBezTo>
                    <a:pt x="254" y="453"/>
                    <a:pt x="247" y="453"/>
                    <a:pt x="240" y="446"/>
                  </a:cubicBezTo>
                  <a:cubicBezTo>
                    <a:pt x="7" y="234"/>
                    <a:pt x="7" y="234"/>
                    <a:pt x="7" y="234"/>
                  </a:cubicBezTo>
                  <a:cubicBezTo>
                    <a:pt x="0" y="226"/>
                    <a:pt x="0" y="219"/>
                    <a:pt x="0" y="212"/>
                  </a:cubicBezTo>
                  <a:cubicBezTo>
                    <a:pt x="0" y="57"/>
                    <a:pt x="0" y="57"/>
                    <a:pt x="0" y="57"/>
                  </a:cubicBezTo>
                  <a:cubicBezTo>
                    <a:pt x="0" y="29"/>
                    <a:pt x="0" y="29"/>
                    <a:pt x="0" y="29"/>
                  </a:cubicBezTo>
                  <a:cubicBezTo>
                    <a:pt x="0" y="15"/>
                    <a:pt x="7" y="0"/>
                    <a:pt x="28" y="0"/>
                  </a:cubicBezTo>
                  <a:cubicBezTo>
                    <a:pt x="205" y="0"/>
                    <a:pt x="205" y="0"/>
                    <a:pt x="205" y="0"/>
                  </a:cubicBezTo>
                  <a:cubicBezTo>
                    <a:pt x="212" y="0"/>
                    <a:pt x="219" y="8"/>
                    <a:pt x="226" y="15"/>
                  </a:cubicBezTo>
                  <a:cubicBezTo>
                    <a:pt x="438" y="219"/>
                    <a:pt x="438" y="219"/>
                    <a:pt x="438" y="219"/>
                  </a:cubicBezTo>
                  <a:cubicBezTo>
                    <a:pt x="445" y="219"/>
                    <a:pt x="445" y="226"/>
                    <a:pt x="452" y="234"/>
                  </a:cubicBezTo>
                  <a:close/>
                  <a:moveTo>
                    <a:pt x="70" y="43"/>
                  </a:moveTo>
                  <a:lnTo>
                    <a:pt x="70" y="43"/>
                  </a:lnTo>
                  <a:cubicBezTo>
                    <a:pt x="49" y="43"/>
                    <a:pt x="35" y="57"/>
                    <a:pt x="35" y="78"/>
                  </a:cubicBezTo>
                  <a:cubicBezTo>
                    <a:pt x="35" y="99"/>
                    <a:pt x="49" y="113"/>
                    <a:pt x="70" y="113"/>
                  </a:cubicBezTo>
                  <a:cubicBezTo>
                    <a:pt x="92" y="113"/>
                    <a:pt x="113" y="99"/>
                    <a:pt x="113" y="78"/>
                  </a:cubicBezTo>
                  <a:cubicBezTo>
                    <a:pt x="113" y="57"/>
                    <a:pt x="92" y="43"/>
                    <a:pt x="70" y="43"/>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sp>
          <p:nvSpPr>
            <p:cNvPr id="103" name="Freeform 113"/>
            <p:cNvSpPr>
              <a:spLocks noChangeArrowheads="1"/>
            </p:cNvSpPr>
            <p:nvPr/>
          </p:nvSpPr>
          <p:spPr bwMode="auto">
            <a:xfrm>
              <a:off x="7156831" y="4466798"/>
              <a:ext cx="485689" cy="408261"/>
            </a:xfrm>
            <a:custGeom>
              <a:avLst/>
              <a:gdLst>
                <a:gd name="T0" fmla="*/ 218707 w 608"/>
                <a:gd name="T1" fmla="*/ 76549 h 510"/>
                <a:gd name="T2" fmla="*/ 218707 w 608"/>
                <a:gd name="T3" fmla="*/ 79076 h 510"/>
                <a:gd name="T4" fmla="*/ 218707 w 608"/>
                <a:gd name="T5" fmla="*/ 79076 h 510"/>
                <a:gd name="T6" fmla="*/ 208618 w 608"/>
                <a:gd name="T7" fmla="*/ 89186 h 510"/>
                <a:gd name="T8" fmla="*/ 177992 w 608"/>
                <a:gd name="T9" fmla="*/ 176206 h 510"/>
                <a:gd name="T10" fmla="*/ 167903 w 608"/>
                <a:gd name="T11" fmla="*/ 183789 h 510"/>
                <a:gd name="T12" fmla="*/ 167903 w 608"/>
                <a:gd name="T13" fmla="*/ 183789 h 510"/>
                <a:gd name="T14" fmla="*/ 162859 w 608"/>
                <a:gd name="T15" fmla="*/ 183789 h 510"/>
                <a:gd name="T16" fmla="*/ 50803 w 608"/>
                <a:gd name="T17" fmla="*/ 183789 h 510"/>
                <a:gd name="T18" fmla="*/ 50803 w 608"/>
                <a:gd name="T19" fmla="*/ 183789 h 510"/>
                <a:gd name="T20" fmla="*/ 40715 w 608"/>
                <a:gd name="T21" fmla="*/ 176206 h 510"/>
                <a:gd name="T22" fmla="*/ 10089 w 608"/>
                <a:gd name="T23" fmla="*/ 89186 h 510"/>
                <a:gd name="T24" fmla="*/ 10089 w 608"/>
                <a:gd name="T25" fmla="*/ 68966 h 510"/>
                <a:gd name="T26" fmla="*/ 50803 w 608"/>
                <a:gd name="T27" fmla="*/ 68966 h 510"/>
                <a:gd name="T28" fmla="*/ 83952 w 608"/>
                <a:gd name="T29" fmla="*/ 68966 h 510"/>
                <a:gd name="T30" fmla="*/ 127189 w 608"/>
                <a:gd name="T31" fmla="*/ 68966 h 510"/>
                <a:gd name="T32" fmla="*/ 152770 w 608"/>
                <a:gd name="T33" fmla="*/ 68966 h 510"/>
                <a:gd name="T34" fmla="*/ 167903 w 608"/>
                <a:gd name="T35" fmla="*/ 68966 h 510"/>
                <a:gd name="T36" fmla="*/ 208618 w 608"/>
                <a:gd name="T37" fmla="*/ 68966 h 510"/>
                <a:gd name="T38" fmla="*/ 208618 w 608"/>
                <a:gd name="T39" fmla="*/ 68966 h 510"/>
                <a:gd name="T40" fmla="*/ 78907 w 608"/>
                <a:gd name="T41" fmla="*/ 99658 h 510"/>
                <a:gd name="T42" fmla="*/ 68458 w 608"/>
                <a:gd name="T43" fmla="*/ 89186 h 510"/>
                <a:gd name="T44" fmla="*/ 58370 w 608"/>
                <a:gd name="T45" fmla="*/ 153097 h 510"/>
                <a:gd name="T46" fmla="*/ 78907 w 608"/>
                <a:gd name="T47" fmla="*/ 153097 h 510"/>
                <a:gd name="T48" fmla="*/ 119622 w 608"/>
                <a:gd name="T49" fmla="*/ 99658 h 510"/>
                <a:gd name="T50" fmla="*/ 109534 w 608"/>
                <a:gd name="T51" fmla="*/ 89186 h 510"/>
                <a:gd name="T52" fmla="*/ 99085 w 608"/>
                <a:gd name="T53" fmla="*/ 153097 h 510"/>
                <a:gd name="T54" fmla="*/ 119622 w 608"/>
                <a:gd name="T55" fmla="*/ 153097 h 510"/>
                <a:gd name="T56" fmla="*/ 160337 w 608"/>
                <a:gd name="T57" fmla="*/ 99658 h 510"/>
                <a:gd name="T58" fmla="*/ 150248 w 608"/>
                <a:gd name="T59" fmla="*/ 89186 h 510"/>
                <a:gd name="T60" fmla="*/ 139799 w 608"/>
                <a:gd name="T61" fmla="*/ 153097 h 510"/>
                <a:gd name="T62" fmla="*/ 160337 w 608"/>
                <a:gd name="T63" fmla="*/ 153097 h 510"/>
                <a:gd name="T64" fmla="*/ 122144 w 608"/>
                <a:gd name="T65" fmla="*/ 15165 h 510"/>
                <a:gd name="T66" fmla="*/ 122144 w 608"/>
                <a:gd name="T67" fmla="*/ 15165 h 510"/>
                <a:gd name="T68" fmla="*/ 129711 w 608"/>
                <a:gd name="T69" fmla="*/ 0 h 510"/>
                <a:gd name="T70" fmla="*/ 139799 w 608"/>
                <a:gd name="T71" fmla="*/ 5055 h 510"/>
                <a:gd name="T72" fmla="*/ 142321 w 608"/>
                <a:gd name="T73" fmla="*/ 58856 h 510"/>
                <a:gd name="T74" fmla="*/ 96562 w 608"/>
                <a:gd name="T75" fmla="*/ 15165 h 510"/>
                <a:gd name="T76" fmla="*/ 76385 w 608"/>
                <a:gd name="T77" fmla="*/ 58856 h 510"/>
                <a:gd name="T78" fmla="*/ 78907 w 608"/>
                <a:gd name="T79" fmla="*/ 5055 h 510"/>
                <a:gd name="T80" fmla="*/ 88996 w 608"/>
                <a:gd name="T81" fmla="*/ 0 h 510"/>
                <a:gd name="T82" fmla="*/ 96562 w 608"/>
                <a:gd name="T83" fmla="*/ 15165 h 5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8" h="510">
                  <a:moveTo>
                    <a:pt x="607" y="212"/>
                  </a:moveTo>
                  <a:lnTo>
                    <a:pt x="607" y="212"/>
                  </a:lnTo>
                  <a:lnTo>
                    <a:pt x="607" y="219"/>
                  </a:lnTo>
                  <a:cubicBezTo>
                    <a:pt x="607" y="233"/>
                    <a:pt x="593" y="247"/>
                    <a:pt x="579" y="247"/>
                  </a:cubicBezTo>
                  <a:cubicBezTo>
                    <a:pt x="551" y="247"/>
                    <a:pt x="551" y="247"/>
                    <a:pt x="551" y="247"/>
                  </a:cubicBezTo>
                  <a:cubicBezTo>
                    <a:pt x="494" y="488"/>
                    <a:pt x="494" y="488"/>
                    <a:pt x="494" y="488"/>
                  </a:cubicBezTo>
                  <a:cubicBezTo>
                    <a:pt x="487" y="502"/>
                    <a:pt x="480" y="509"/>
                    <a:pt x="466" y="509"/>
                  </a:cubicBezTo>
                  <a:cubicBezTo>
                    <a:pt x="459" y="509"/>
                    <a:pt x="459" y="509"/>
                    <a:pt x="459" y="509"/>
                  </a:cubicBezTo>
                  <a:cubicBezTo>
                    <a:pt x="452" y="509"/>
                    <a:pt x="452" y="509"/>
                    <a:pt x="452" y="509"/>
                  </a:cubicBezTo>
                  <a:cubicBezTo>
                    <a:pt x="141" y="509"/>
                    <a:pt x="141" y="509"/>
                    <a:pt x="141" y="509"/>
                  </a:cubicBezTo>
                  <a:cubicBezTo>
                    <a:pt x="127" y="509"/>
                    <a:pt x="120" y="502"/>
                    <a:pt x="113" y="488"/>
                  </a:cubicBezTo>
                  <a:cubicBezTo>
                    <a:pt x="56" y="247"/>
                    <a:pt x="56" y="247"/>
                    <a:pt x="56" y="247"/>
                  </a:cubicBezTo>
                  <a:cubicBezTo>
                    <a:pt x="28" y="247"/>
                    <a:pt x="28" y="247"/>
                    <a:pt x="28" y="247"/>
                  </a:cubicBezTo>
                  <a:cubicBezTo>
                    <a:pt x="14" y="247"/>
                    <a:pt x="0" y="233"/>
                    <a:pt x="0" y="219"/>
                  </a:cubicBezTo>
                  <a:cubicBezTo>
                    <a:pt x="0" y="198"/>
                    <a:pt x="14" y="191"/>
                    <a:pt x="28" y="191"/>
                  </a:cubicBezTo>
                  <a:cubicBezTo>
                    <a:pt x="141" y="191"/>
                    <a:pt x="141" y="191"/>
                    <a:pt x="141" y="191"/>
                  </a:cubicBezTo>
                  <a:cubicBezTo>
                    <a:pt x="233" y="191"/>
                    <a:pt x="233" y="191"/>
                    <a:pt x="233" y="191"/>
                  </a:cubicBezTo>
                  <a:cubicBezTo>
                    <a:pt x="353" y="191"/>
                    <a:pt x="353" y="191"/>
                    <a:pt x="353" y="191"/>
                  </a:cubicBezTo>
                  <a:cubicBezTo>
                    <a:pt x="424" y="191"/>
                    <a:pt x="424" y="191"/>
                    <a:pt x="424" y="191"/>
                  </a:cubicBezTo>
                  <a:cubicBezTo>
                    <a:pt x="466" y="191"/>
                    <a:pt x="466" y="191"/>
                    <a:pt x="466" y="191"/>
                  </a:cubicBezTo>
                  <a:cubicBezTo>
                    <a:pt x="579" y="191"/>
                    <a:pt x="579" y="191"/>
                    <a:pt x="579" y="191"/>
                  </a:cubicBezTo>
                  <a:cubicBezTo>
                    <a:pt x="593" y="191"/>
                    <a:pt x="600" y="198"/>
                    <a:pt x="607" y="212"/>
                  </a:cubicBezTo>
                  <a:close/>
                  <a:moveTo>
                    <a:pt x="219" y="276"/>
                  </a:moveTo>
                  <a:lnTo>
                    <a:pt x="219" y="276"/>
                  </a:lnTo>
                  <a:cubicBezTo>
                    <a:pt x="219" y="254"/>
                    <a:pt x="205" y="247"/>
                    <a:pt x="190" y="247"/>
                  </a:cubicBezTo>
                  <a:cubicBezTo>
                    <a:pt x="176" y="247"/>
                    <a:pt x="162" y="254"/>
                    <a:pt x="162" y="276"/>
                  </a:cubicBezTo>
                  <a:cubicBezTo>
                    <a:pt x="162" y="424"/>
                    <a:pt x="162" y="424"/>
                    <a:pt x="162" y="424"/>
                  </a:cubicBezTo>
                  <a:cubicBezTo>
                    <a:pt x="162" y="438"/>
                    <a:pt x="176" y="452"/>
                    <a:pt x="190" y="452"/>
                  </a:cubicBezTo>
                  <a:cubicBezTo>
                    <a:pt x="205" y="452"/>
                    <a:pt x="219" y="438"/>
                    <a:pt x="219" y="424"/>
                  </a:cubicBezTo>
                  <a:lnTo>
                    <a:pt x="219" y="276"/>
                  </a:lnTo>
                  <a:close/>
                  <a:moveTo>
                    <a:pt x="332" y="276"/>
                  </a:moveTo>
                  <a:lnTo>
                    <a:pt x="332" y="276"/>
                  </a:lnTo>
                  <a:cubicBezTo>
                    <a:pt x="332" y="254"/>
                    <a:pt x="318" y="247"/>
                    <a:pt x="304" y="247"/>
                  </a:cubicBezTo>
                  <a:cubicBezTo>
                    <a:pt x="290" y="247"/>
                    <a:pt x="275" y="254"/>
                    <a:pt x="275" y="276"/>
                  </a:cubicBezTo>
                  <a:cubicBezTo>
                    <a:pt x="275" y="424"/>
                    <a:pt x="275" y="424"/>
                    <a:pt x="275" y="424"/>
                  </a:cubicBezTo>
                  <a:cubicBezTo>
                    <a:pt x="275" y="438"/>
                    <a:pt x="290" y="452"/>
                    <a:pt x="304" y="452"/>
                  </a:cubicBezTo>
                  <a:cubicBezTo>
                    <a:pt x="318" y="452"/>
                    <a:pt x="332" y="438"/>
                    <a:pt x="332" y="424"/>
                  </a:cubicBezTo>
                  <a:lnTo>
                    <a:pt x="332" y="276"/>
                  </a:lnTo>
                  <a:close/>
                  <a:moveTo>
                    <a:pt x="445" y="276"/>
                  </a:moveTo>
                  <a:lnTo>
                    <a:pt x="445" y="276"/>
                  </a:lnTo>
                  <a:cubicBezTo>
                    <a:pt x="445" y="254"/>
                    <a:pt x="431" y="247"/>
                    <a:pt x="417" y="247"/>
                  </a:cubicBezTo>
                  <a:cubicBezTo>
                    <a:pt x="403" y="247"/>
                    <a:pt x="388" y="254"/>
                    <a:pt x="388" y="276"/>
                  </a:cubicBezTo>
                  <a:cubicBezTo>
                    <a:pt x="388" y="424"/>
                    <a:pt x="388" y="424"/>
                    <a:pt x="388" y="424"/>
                  </a:cubicBezTo>
                  <a:cubicBezTo>
                    <a:pt x="388" y="438"/>
                    <a:pt x="403" y="452"/>
                    <a:pt x="417" y="452"/>
                  </a:cubicBezTo>
                  <a:cubicBezTo>
                    <a:pt x="431" y="452"/>
                    <a:pt x="445" y="438"/>
                    <a:pt x="445" y="424"/>
                  </a:cubicBezTo>
                  <a:lnTo>
                    <a:pt x="445" y="276"/>
                  </a:lnTo>
                  <a:close/>
                  <a:moveTo>
                    <a:pt x="339" y="42"/>
                  </a:moveTo>
                  <a:lnTo>
                    <a:pt x="339" y="42"/>
                  </a:lnTo>
                  <a:cubicBezTo>
                    <a:pt x="332" y="35"/>
                    <a:pt x="332" y="35"/>
                    <a:pt x="332" y="28"/>
                  </a:cubicBezTo>
                  <a:cubicBezTo>
                    <a:pt x="332" y="14"/>
                    <a:pt x="346" y="0"/>
                    <a:pt x="360" y="0"/>
                  </a:cubicBezTo>
                  <a:cubicBezTo>
                    <a:pt x="374" y="0"/>
                    <a:pt x="381" y="7"/>
                    <a:pt x="388" y="14"/>
                  </a:cubicBezTo>
                  <a:cubicBezTo>
                    <a:pt x="459" y="163"/>
                    <a:pt x="459" y="163"/>
                    <a:pt x="459" y="163"/>
                  </a:cubicBezTo>
                  <a:cubicBezTo>
                    <a:pt x="395" y="163"/>
                    <a:pt x="395" y="163"/>
                    <a:pt x="395" y="163"/>
                  </a:cubicBezTo>
                  <a:lnTo>
                    <a:pt x="339" y="42"/>
                  </a:lnTo>
                  <a:close/>
                  <a:moveTo>
                    <a:pt x="268" y="42"/>
                  </a:moveTo>
                  <a:lnTo>
                    <a:pt x="268" y="42"/>
                  </a:lnTo>
                  <a:cubicBezTo>
                    <a:pt x="212" y="163"/>
                    <a:pt x="212" y="163"/>
                    <a:pt x="212" y="163"/>
                  </a:cubicBezTo>
                  <a:cubicBezTo>
                    <a:pt x="148" y="163"/>
                    <a:pt x="148" y="163"/>
                    <a:pt x="148" y="163"/>
                  </a:cubicBezTo>
                  <a:cubicBezTo>
                    <a:pt x="219" y="14"/>
                    <a:pt x="219" y="14"/>
                    <a:pt x="219" y="14"/>
                  </a:cubicBezTo>
                  <a:cubicBezTo>
                    <a:pt x="226" y="7"/>
                    <a:pt x="233" y="0"/>
                    <a:pt x="247" y="0"/>
                  </a:cubicBezTo>
                  <a:cubicBezTo>
                    <a:pt x="261" y="0"/>
                    <a:pt x="275" y="14"/>
                    <a:pt x="275" y="28"/>
                  </a:cubicBezTo>
                  <a:cubicBezTo>
                    <a:pt x="275" y="35"/>
                    <a:pt x="275" y="35"/>
                    <a:pt x="268" y="42"/>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sp>
          <p:nvSpPr>
            <p:cNvPr id="104" name="Freeform 115"/>
            <p:cNvSpPr>
              <a:spLocks noChangeArrowheads="1"/>
            </p:cNvSpPr>
            <p:nvPr/>
          </p:nvSpPr>
          <p:spPr bwMode="auto">
            <a:xfrm>
              <a:off x="4566756" y="2458708"/>
              <a:ext cx="372180" cy="342078"/>
            </a:xfrm>
            <a:custGeom>
              <a:avLst/>
              <a:gdLst>
                <a:gd name="T0" fmla="*/ 215533 w 601"/>
                <a:gd name="T1" fmla="*/ 81245 h 552"/>
                <a:gd name="T2" fmla="*/ 215533 w 601"/>
                <a:gd name="T3" fmla="*/ 81245 h 552"/>
                <a:gd name="T4" fmla="*/ 187514 w 601"/>
                <a:gd name="T5" fmla="*/ 109285 h 552"/>
                <a:gd name="T6" fmla="*/ 162368 w 601"/>
                <a:gd name="T7" fmla="*/ 81245 h 552"/>
                <a:gd name="T8" fmla="*/ 162368 w 601"/>
                <a:gd name="T9" fmla="*/ 81245 h 552"/>
                <a:gd name="T10" fmla="*/ 162368 w 601"/>
                <a:gd name="T11" fmla="*/ 81245 h 552"/>
                <a:gd name="T12" fmla="*/ 162368 w 601"/>
                <a:gd name="T13" fmla="*/ 81245 h 552"/>
                <a:gd name="T14" fmla="*/ 134349 w 601"/>
                <a:gd name="T15" fmla="*/ 109285 h 552"/>
                <a:gd name="T16" fmla="*/ 106330 w 601"/>
                <a:gd name="T17" fmla="*/ 81245 h 552"/>
                <a:gd name="T18" fmla="*/ 106330 w 601"/>
                <a:gd name="T19" fmla="*/ 81245 h 552"/>
                <a:gd name="T20" fmla="*/ 106330 w 601"/>
                <a:gd name="T21" fmla="*/ 81245 h 552"/>
                <a:gd name="T22" fmla="*/ 106330 w 601"/>
                <a:gd name="T23" fmla="*/ 81245 h 552"/>
                <a:gd name="T24" fmla="*/ 106330 w 601"/>
                <a:gd name="T25" fmla="*/ 81245 h 552"/>
                <a:gd name="T26" fmla="*/ 81184 w 601"/>
                <a:gd name="T27" fmla="*/ 109285 h 552"/>
                <a:gd name="T28" fmla="*/ 53165 w 601"/>
                <a:gd name="T29" fmla="*/ 81245 h 552"/>
                <a:gd name="T30" fmla="*/ 53165 w 601"/>
                <a:gd name="T31" fmla="*/ 81245 h 552"/>
                <a:gd name="T32" fmla="*/ 53165 w 601"/>
                <a:gd name="T33" fmla="*/ 81245 h 552"/>
                <a:gd name="T34" fmla="*/ 53165 w 601"/>
                <a:gd name="T35" fmla="*/ 81245 h 552"/>
                <a:gd name="T36" fmla="*/ 53165 w 601"/>
                <a:gd name="T37" fmla="*/ 81245 h 552"/>
                <a:gd name="T38" fmla="*/ 25145 w 601"/>
                <a:gd name="T39" fmla="*/ 109285 h 552"/>
                <a:gd name="T40" fmla="*/ 0 w 601"/>
                <a:gd name="T41" fmla="*/ 81245 h 552"/>
                <a:gd name="T42" fmla="*/ 0 w 601"/>
                <a:gd name="T43" fmla="*/ 81245 h 552"/>
                <a:gd name="T44" fmla="*/ 0 w 601"/>
                <a:gd name="T45" fmla="*/ 81245 h 552"/>
                <a:gd name="T46" fmla="*/ 0 w 601"/>
                <a:gd name="T47" fmla="*/ 81245 h 552"/>
                <a:gd name="T48" fmla="*/ 17602 w 601"/>
                <a:gd name="T49" fmla="*/ 30197 h 552"/>
                <a:gd name="T50" fmla="*/ 197931 w 601"/>
                <a:gd name="T51" fmla="*/ 30197 h 552"/>
                <a:gd name="T52" fmla="*/ 215533 w 601"/>
                <a:gd name="T53" fmla="*/ 81245 h 552"/>
                <a:gd name="T54" fmla="*/ 182484 w 601"/>
                <a:gd name="T55" fmla="*/ 20131 h 552"/>
                <a:gd name="T56" fmla="*/ 182484 w 601"/>
                <a:gd name="T57" fmla="*/ 20131 h 552"/>
                <a:gd name="T58" fmla="*/ 32689 w 601"/>
                <a:gd name="T59" fmla="*/ 20131 h 552"/>
                <a:gd name="T60" fmla="*/ 22631 w 601"/>
                <a:gd name="T61" fmla="*/ 10066 h 552"/>
                <a:gd name="T62" fmla="*/ 32689 w 601"/>
                <a:gd name="T63" fmla="*/ 0 h 552"/>
                <a:gd name="T64" fmla="*/ 182484 w 601"/>
                <a:gd name="T65" fmla="*/ 0 h 552"/>
                <a:gd name="T66" fmla="*/ 192902 w 601"/>
                <a:gd name="T67" fmla="*/ 10066 h 552"/>
                <a:gd name="T68" fmla="*/ 182484 w 601"/>
                <a:gd name="T69" fmla="*/ 20131 h 552"/>
                <a:gd name="T70" fmla="*/ 30175 w 601"/>
                <a:gd name="T71" fmla="*/ 119350 h 552"/>
                <a:gd name="T72" fmla="*/ 30175 w 601"/>
                <a:gd name="T73" fmla="*/ 119350 h 552"/>
                <a:gd name="T74" fmla="*/ 30175 w 601"/>
                <a:gd name="T75" fmla="*/ 119350 h 552"/>
                <a:gd name="T76" fmla="*/ 32689 w 601"/>
                <a:gd name="T77" fmla="*/ 119350 h 552"/>
                <a:gd name="T78" fmla="*/ 32689 w 601"/>
                <a:gd name="T79" fmla="*/ 119350 h 552"/>
                <a:gd name="T80" fmla="*/ 35204 w 601"/>
                <a:gd name="T81" fmla="*/ 119350 h 552"/>
                <a:gd name="T82" fmla="*/ 40592 w 601"/>
                <a:gd name="T83" fmla="*/ 116834 h 552"/>
                <a:gd name="T84" fmla="*/ 40592 w 601"/>
                <a:gd name="T85" fmla="*/ 116834 h 552"/>
                <a:gd name="T86" fmla="*/ 40592 w 601"/>
                <a:gd name="T87" fmla="*/ 116834 h 552"/>
                <a:gd name="T88" fmla="*/ 40592 w 601"/>
                <a:gd name="T89" fmla="*/ 167522 h 552"/>
                <a:gd name="T90" fmla="*/ 174941 w 601"/>
                <a:gd name="T91" fmla="*/ 167522 h 552"/>
                <a:gd name="T92" fmla="*/ 174941 w 601"/>
                <a:gd name="T93" fmla="*/ 116834 h 552"/>
                <a:gd name="T94" fmla="*/ 174941 w 601"/>
                <a:gd name="T95" fmla="*/ 116834 h 552"/>
                <a:gd name="T96" fmla="*/ 174941 w 601"/>
                <a:gd name="T97" fmla="*/ 116834 h 552"/>
                <a:gd name="T98" fmla="*/ 179970 w 601"/>
                <a:gd name="T99" fmla="*/ 119350 h 552"/>
                <a:gd name="T100" fmla="*/ 182484 w 601"/>
                <a:gd name="T101" fmla="*/ 119350 h 552"/>
                <a:gd name="T102" fmla="*/ 182484 w 601"/>
                <a:gd name="T103" fmla="*/ 119350 h 552"/>
                <a:gd name="T104" fmla="*/ 184999 w 601"/>
                <a:gd name="T105" fmla="*/ 119350 h 552"/>
                <a:gd name="T106" fmla="*/ 184999 w 601"/>
                <a:gd name="T107" fmla="*/ 119350 h 552"/>
                <a:gd name="T108" fmla="*/ 187514 w 601"/>
                <a:gd name="T109" fmla="*/ 119350 h 552"/>
                <a:gd name="T110" fmla="*/ 195416 w 601"/>
                <a:gd name="T111" fmla="*/ 119350 h 552"/>
                <a:gd name="T112" fmla="*/ 195416 w 601"/>
                <a:gd name="T113" fmla="*/ 188013 h 552"/>
                <a:gd name="T114" fmla="*/ 184999 w 601"/>
                <a:gd name="T115" fmla="*/ 198079 h 552"/>
                <a:gd name="T116" fmla="*/ 30175 w 601"/>
                <a:gd name="T117" fmla="*/ 198079 h 552"/>
                <a:gd name="T118" fmla="*/ 20116 w 601"/>
                <a:gd name="T119" fmla="*/ 188013 h 552"/>
                <a:gd name="T120" fmla="*/ 20116 w 601"/>
                <a:gd name="T121" fmla="*/ 119350 h 552"/>
                <a:gd name="T122" fmla="*/ 25145 w 601"/>
                <a:gd name="T123" fmla="*/ 119350 h 552"/>
                <a:gd name="T124" fmla="*/ 30175 w 601"/>
                <a:gd name="T125" fmla="*/ 119350 h 55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01" h="552">
                  <a:moveTo>
                    <a:pt x="600" y="226"/>
                  </a:moveTo>
                  <a:lnTo>
                    <a:pt x="600" y="226"/>
                  </a:lnTo>
                  <a:cubicBezTo>
                    <a:pt x="600" y="268"/>
                    <a:pt x="565" y="304"/>
                    <a:pt x="522" y="304"/>
                  </a:cubicBezTo>
                  <a:cubicBezTo>
                    <a:pt x="480" y="304"/>
                    <a:pt x="452" y="268"/>
                    <a:pt x="452" y="226"/>
                  </a:cubicBezTo>
                  <a:cubicBezTo>
                    <a:pt x="452" y="268"/>
                    <a:pt x="417" y="304"/>
                    <a:pt x="374" y="304"/>
                  </a:cubicBezTo>
                  <a:cubicBezTo>
                    <a:pt x="332" y="304"/>
                    <a:pt x="296" y="268"/>
                    <a:pt x="296" y="226"/>
                  </a:cubicBezTo>
                  <a:cubicBezTo>
                    <a:pt x="296" y="268"/>
                    <a:pt x="268" y="304"/>
                    <a:pt x="226" y="304"/>
                  </a:cubicBezTo>
                  <a:cubicBezTo>
                    <a:pt x="183" y="304"/>
                    <a:pt x="148" y="268"/>
                    <a:pt x="148" y="226"/>
                  </a:cubicBezTo>
                  <a:cubicBezTo>
                    <a:pt x="148" y="268"/>
                    <a:pt x="113" y="304"/>
                    <a:pt x="70" y="304"/>
                  </a:cubicBezTo>
                  <a:cubicBezTo>
                    <a:pt x="28" y="304"/>
                    <a:pt x="0" y="268"/>
                    <a:pt x="0" y="226"/>
                  </a:cubicBezTo>
                  <a:cubicBezTo>
                    <a:pt x="49" y="84"/>
                    <a:pt x="49" y="84"/>
                    <a:pt x="49" y="84"/>
                  </a:cubicBezTo>
                  <a:cubicBezTo>
                    <a:pt x="551" y="84"/>
                    <a:pt x="551" y="84"/>
                    <a:pt x="551" y="84"/>
                  </a:cubicBezTo>
                  <a:cubicBezTo>
                    <a:pt x="600" y="226"/>
                    <a:pt x="600" y="226"/>
                    <a:pt x="600" y="226"/>
                  </a:cubicBezTo>
                  <a:close/>
                  <a:moveTo>
                    <a:pt x="508" y="56"/>
                  </a:moveTo>
                  <a:lnTo>
                    <a:pt x="508" y="56"/>
                  </a:lnTo>
                  <a:cubicBezTo>
                    <a:pt x="91" y="56"/>
                    <a:pt x="91" y="56"/>
                    <a:pt x="91" y="56"/>
                  </a:cubicBezTo>
                  <a:cubicBezTo>
                    <a:pt x="77" y="56"/>
                    <a:pt x="63" y="49"/>
                    <a:pt x="63" y="28"/>
                  </a:cubicBezTo>
                  <a:cubicBezTo>
                    <a:pt x="63" y="14"/>
                    <a:pt x="77" y="0"/>
                    <a:pt x="91" y="0"/>
                  </a:cubicBezTo>
                  <a:cubicBezTo>
                    <a:pt x="508" y="0"/>
                    <a:pt x="508" y="0"/>
                    <a:pt x="508" y="0"/>
                  </a:cubicBezTo>
                  <a:cubicBezTo>
                    <a:pt x="522" y="0"/>
                    <a:pt x="537" y="14"/>
                    <a:pt x="537" y="28"/>
                  </a:cubicBezTo>
                  <a:cubicBezTo>
                    <a:pt x="537" y="49"/>
                    <a:pt x="522" y="56"/>
                    <a:pt x="508" y="56"/>
                  </a:cubicBezTo>
                  <a:close/>
                  <a:moveTo>
                    <a:pt x="84" y="332"/>
                  </a:moveTo>
                  <a:lnTo>
                    <a:pt x="84" y="332"/>
                  </a:lnTo>
                  <a:cubicBezTo>
                    <a:pt x="84" y="332"/>
                    <a:pt x="84" y="332"/>
                    <a:pt x="91" y="332"/>
                  </a:cubicBezTo>
                  <a:cubicBezTo>
                    <a:pt x="91" y="332"/>
                    <a:pt x="91" y="332"/>
                    <a:pt x="98" y="332"/>
                  </a:cubicBezTo>
                  <a:cubicBezTo>
                    <a:pt x="98" y="325"/>
                    <a:pt x="106" y="325"/>
                    <a:pt x="113" y="325"/>
                  </a:cubicBezTo>
                  <a:cubicBezTo>
                    <a:pt x="113" y="466"/>
                    <a:pt x="113" y="466"/>
                    <a:pt x="113" y="466"/>
                  </a:cubicBezTo>
                  <a:cubicBezTo>
                    <a:pt x="487" y="466"/>
                    <a:pt x="487" y="466"/>
                    <a:pt x="487" y="466"/>
                  </a:cubicBezTo>
                  <a:cubicBezTo>
                    <a:pt x="487" y="325"/>
                    <a:pt x="487" y="325"/>
                    <a:pt x="487" y="325"/>
                  </a:cubicBezTo>
                  <a:cubicBezTo>
                    <a:pt x="494" y="325"/>
                    <a:pt x="494" y="325"/>
                    <a:pt x="501" y="332"/>
                  </a:cubicBezTo>
                  <a:cubicBezTo>
                    <a:pt x="501" y="332"/>
                    <a:pt x="501" y="332"/>
                    <a:pt x="508" y="332"/>
                  </a:cubicBezTo>
                  <a:lnTo>
                    <a:pt x="515" y="332"/>
                  </a:lnTo>
                  <a:lnTo>
                    <a:pt x="522" y="332"/>
                  </a:lnTo>
                  <a:cubicBezTo>
                    <a:pt x="530" y="332"/>
                    <a:pt x="537" y="332"/>
                    <a:pt x="544" y="332"/>
                  </a:cubicBezTo>
                  <a:cubicBezTo>
                    <a:pt x="544" y="523"/>
                    <a:pt x="544" y="523"/>
                    <a:pt x="544" y="523"/>
                  </a:cubicBezTo>
                  <a:cubicBezTo>
                    <a:pt x="544" y="537"/>
                    <a:pt x="530" y="551"/>
                    <a:pt x="515" y="551"/>
                  </a:cubicBezTo>
                  <a:cubicBezTo>
                    <a:pt x="84" y="551"/>
                    <a:pt x="84" y="551"/>
                    <a:pt x="84" y="551"/>
                  </a:cubicBezTo>
                  <a:cubicBezTo>
                    <a:pt x="63" y="551"/>
                    <a:pt x="56" y="537"/>
                    <a:pt x="56" y="523"/>
                  </a:cubicBezTo>
                  <a:cubicBezTo>
                    <a:pt x="56" y="332"/>
                    <a:pt x="56" y="332"/>
                    <a:pt x="56" y="332"/>
                  </a:cubicBezTo>
                  <a:cubicBezTo>
                    <a:pt x="63" y="332"/>
                    <a:pt x="63" y="332"/>
                    <a:pt x="70" y="332"/>
                  </a:cubicBezTo>
                  <a:cubicBezTo>
                    <a:pt x="77" y="332"/>
                    <a:pt x="77" y="332"/>
                    <a:pt x="84" y="332"/>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sp>
          <p:nvSpPr>
            <p:cNvPr id="105" name="Freeform 5"/>
            <p:cNvSpPr>
              <a:spLocks noChangeArrowheads="1"/>
            </p:cNvSpPr>
            <p:nvPr/>
          </p:nvSpPr>
          <p:spPr bwMode="auto">
            <a:xfrm>
              <a:off x="7195629" y="2425733"/>
              <a:ext cx="394073" cy="377652"/>
            </a:xfrm>
            <a:custGeom>
              <a:avLst/>
              <a:gdLst>
                <a:gd name="T0" fmla="*/ 195525 w 636"/>
                <a:gd name="T1" fmla="*/ 139804 h 608"/>
                <a:gd name="T2" fmla="*/ 195525 w 636"/>
                <a:gd name="T3" fmla="*/ 139804 h 608"/>
                <a:gd name="T4" fmla="*/ 149519 w 636"/>
                <a:gd name="T5" fmla="*/ 193492 h 608"/>
                <a:gd name="T6" fmla="*/ 101357 w 636"/>
                <a:gd name="T7" fmla="*/ 216192 h 608"/>
                <a:gd name="T8" fmla="*/ 37739 w 636"/>
                <a:gd name="T9" fmla="*/ 81432 h 608"/>
                <a:gd name="T10" fmla="*/ 12580 w 636"/>
                <a:gd name="T11" fmla="*/ 86477 h 608"/>
                <a:gd name="T12" fmla="*/ 32707 w 636"/>
                <a:gd name="T13" fmla="*/ 50805 h 608"/>
                <a:gd name="T14" fmla="*/ 83745 w 636"/>
                <a:gd name="T15" fmla="*/ 30267 h 608"/>
                <a:gd name="T16" fmla="*/ 126876 w 636"/>
                <a:gd name="T17" fmla="*/ 147731 h 608"/>
                <a:gd name="T18" fmla="*/ 159943 w 636"/>
                <a:gd name="T19" fmla="*/ 81432 h 608"/>
                <a:gd name="T20" fmla="*/ 131908 w 636"/>
                <a:gd name="T21" fmla="*/ 76388 h 608"/>
                <a:gd name="T22" fmla="*/ 225717 w 636"/>
                <a:gd name="T23" fmla="*/ 58372 h 608"/>
                <a:gd name="T24" fmla="*/ 195525 w 636"/>
                <a:gd name="T25" fmla="*/ 139804 h 6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36" h="608">
                  <a:moveTo>
                    <a:pt x="544" y="388"/>
                  </a:moveTo>
                  <a:lnTo>
                    <a:pt x="544" y="388"/>
                  </a:lnTo>
                  <a:cubicBezTo>
                    <a:pt x="508" y="438"/>
                    <a:pt x="459" y="501"/>
                    <a:pt x="416" y="537"/>
                  </a:cubicBezTo>
                  <a:cubicBezTo>
                    <a:pt x="381" y="565"/>
                    <a:pt x="325" y="607"/>
                    <a:pt x="282" y="600"/>
                  </a:cubicBezTo>
                  <a:cubicBezTo>
                    <a:pt x="162" y="579"/>
                    <a:pt x="183" y="289"/>
                    <a:pt x="105" y="226"/>
                  </a:cubicBezTo>
                  <a:cubicBezTo>
                    <a:pt x="70" y="219"/>
                    <a:pt x="49" y="268"/>
                    <a:pt x="35" y="240"/>
                  </a:cubicBezTo>
                  <a:cubicBezTo>
                    <a:pt x="0" y="212"/>
                    <a:pt x="63" y="169"/>
                    <a:pt x="91" y="141"/>
                  </a:cubicBezTo>
                  <a:cubicBezTo>
                    <a:pt x="134" y="106"/>
                    <a:pt x="176" y="63"/>
                    <a:pt x="233" y="84"/>
                  </a:cubicBezTo>
                  <a:cubicBezTo>
                    <a:pt x="332" y="120"/>
                    <a:pt x="261" y="360"/>
                    <a:pt x="353" y="410"/>
                  </a:cubicBezTo>
                  <a:cubicBezTo>
                    <a:pt x="402" y="374"/>
                    <a:pt x="459" y="304"/>
                    <a:pt x="445" y="226"/>
                  </a:cubicBezTo>
                  <a:cubicBezTo>
                    <a:pt x="438" y="197"/>
                    <a:pt x="388" y="204"/>
                    <a:pt x="367" y="212"/>
                  </a:cubicBezTo>
                  <a:cubicBezTo>
                    <a:pt x="367" y="91"/>
                    <a:pt x="607" y="0"/>
                    <a:pt x="628" y="162"/>
                  </a:cubicBezTo>
                  <a:cubicBezTo>
                    <a:pt x="635" y="268"/>
                    <a:pt x="544" y="388"/>
                    <a:pt x="544" y="388"/>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grpSp>
      <p:grpSp>
        <p:nvGrpSpPr>
          <p:cNvPr id="38" name="组合 37"/>
          <p:cNvGrpSpPr/>
          <p:nvPr/>
        </p:nvGrpSpPr>
        <p:grpSpPr>
          <a:xfrm>
            <a:off x="8488882" y="1431606"/>
            <a:ext cx="2728517" cy="1421959"/>
            <a:chOff x="7483989" y="3264283"/>
            <a:chExt cx="2728517" cy="1421959"/>
          </a:xfrm>
        </p:grpSpPr>
        <p:sp>
          <p:nvSpPr>
            <p:cNvPr id="39" name="矩形 38"/>
            <p:cNvSpPr/>
            <p:nvPr/>
          </p:nvSpPr>
          <p:spPr>
            <a:xfrm>
              <a:off x="7483989" y="3732519"/>
              <a:ext cx="2728517" cy="95372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用户可以在投影仪或者计算机上进行演示文稿打印出来文稿制作</a:t>
              </a:r>
            </a:p>
          </p:txBody>
        </p:sp>
        <p:sp>
          <p:nvSpPr>
            <p:cNvPr id="40" name="矩形 39"/>
            <p:cNvSpPr/>
            <p:nvPr/>
          </p:nvSpPr>
          <p:spPr>
            <a:xfrm>
              <a:off x="7483989" y="3264283"/>
              <a:ext cx="2050552"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41" name="组合 40"/>
          <p:cNvGrpSpPr/>
          <p:nvPr/>
        </p:nvGrpSpPr>
        <p:grpSpPr>
          <a:xfrm>
            <a:off x="8488882" y="3761377"/>
            <a:ext cx="2728517" cy="1434817"/>
            <a:chOff x="7483989" y="3251425"/>
            <a:chExt cx="2728517" cy="1434817"/>
          </a:xfrm>
        </p:grpSpPr>
        <p:sp>
          <p:nvSpPr>
            <p:cNvPr id="42" name="矩形 41"/>
            <p:cNvSpPr/>
            <p:nvPr/>
          </p:nvSpPr>
          <p:spPr>
            <a:xfrm>
              <a:off x="7483989" y="3732519"/>
              <a:ext cx="2728517" cy="95372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用户可以在投影仪或者计算机上进行演示文稿打印出来文稿制作</a:t>
              </a:r>
            </a:p>
          </p:txBody>
        </p:sp>
        <p:sp>
          <p:nvSpPr>
            <p:cNvPr id="43" name="矩形 42"/>
            <p:cNvSpPr/>
            <p:nvPr/>
          </p:nvSpPr>
          <p:spPr>
            <a:xfrm>
              <a:off x="7483989" y="3251425"/>
              <a:ext cx="2050552"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45" name="组合 44"/>
          <p:cNvGrpSpPr/>
          <p:nvPr/>
        </p:nvGrpSpPr>
        <p:grpSpPr>
          <a:xfrm>
            <a:off x="995692" y="1431606"/>
            <a:ext cx="2728517" cy="1421959"/>
            <a:chOff x="7483989" y="3264283"/>
            <a:chExt cx="2728517" cy="1421959"/>
          </a:xfrm>
        </p:grpSpPr>
        <p:sp>
          <p:nvSpPr>
            <p:cNvPr id="46" name="矩形 45"/>
            <p:cNvSpPr/>
            <p:nvPr/>
          </p:nvSpPr>
          <p:spPr>
            <a:xfrm>
              <a:off x="7483989" y="3732519"/>
              <a:ext cx="2728517" cy="95372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用户可以在投影仪或者计算机上进行演示文稿打印出来文稿制作</a:t>
              </a:r>
            </a:p>
          </p:txBody>
        </p:sp>
        <p:sp>
          <p:nvSpPr>
            <p:cNvPr id="47" name="矩形 46"/>
            <p:cNvSpPr/>
            <p:nvPr/>
          </p:nvSpPr>
          <p:spPr>
            <a:xfrm>
              <a:off x="7483989" y="3264283"/>
              <a:ext cx="2050552"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48" name="组合 47"/>
          <p:cNvGrpSpPr/>
          <p:nvPr/>
        </p:nvGrpSpPr>
        <p:grpSpPr>
          <a:xfrm>
            <a:off x="995692" y="3831003"/>
            <a:ext cx="2728517" cy="1434817"/>
            <a:chOff x="7483989" y="3251425"/>
            <a:chExt cx="2728517" cy="1434817"/>
          </a:xfrm>
        </p:grpSpPr>
        <p:sp>
          <p:nvSpPr>
            <p:cNvPr id="49" name="矩形 48"/>
            <p:cNvSpPr/>
            <p:nvPr/>
          </p:nvSpPr>
          <p:spPr>
            <a:xfrm>
              <a:off x="7483989" y="3732519"/>
              <a:ext cx="2728517" cy="95372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用户可以在投影仪或者计算机上进行演示文稿打印出来文稿制作</a:t>
              </a:r>
            </a:p>
          </p:txBody>
        </p:sp>
        <p:sp>
          <p:nvSpPr>
            <p:cNvPr id="51" name="矩形 50"/>
            <p:cNvSpPr/>
            <p:nvPr/>
          </p:nvSpPr>
          <p:spPr>
            <a:xfrm>
              <a:off x="7483989" y="3251425"/>
              <a:ext cx="2050552" cy="4876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30" name="组合 29">
            <a:extLst>
              <a:ext uri="{FF2B5EF4-FFF2-40B4-BE49-F238E27FC236}">
                <a16:creationId xmlns:a16="http://schemas.microsoft.com/office/drawing/2014/main" id="{5FC26911-106C-4708-847A-35E3804E1E2F}"/>
              </a:ext>
            </a:extLst>
          </p:cNvPr>
          <p:cNvGrpSpPr/>
          <p:nvPr/>
        </p:nvGrpSpPr>
        <p:grpSpPr>
          <a:xfrm>
            <a:off x="444056" y="246729"/>
            <a:ext cx="1415772" cy="433147"/>
            <a:chOff x="444056" y="262399"/>
            <a:chExt cx="1415772" cy="433147"/>
          </a:xfrm>
        </p:grpSpPr>
        <p:sp>
          <p:nvSpPr>
            <p:cNvPr id="31" name="TextBox 7">
              <a:extLst>
                <a:ext uri="{FF2B5EF4-FFF2-40B4-BE49-F238E27FC236}">
                  <a16:creationId xmlns:a16="http://schemas.microsoft.com/office/drawing/2014/main" id="{8937F76C-BF00-47F1-B2A5-28773621127F}"/>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2" name="TextBox 8">
              <a:extLst>
                <a:ext uri="{FF2B5EF4-FFF2-40B4-BE49-F238E27FC236}">
                  <a16:creationId xmlns:a16="http://schemas.microsoft.com/office/drawing/2014/main" id="{39134040-BA10-4ACA-89AE-D8F6A4EF4391}"/>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33" name="矩形 32">
            <a:extLst>
              <a:ext uri="{FF2B5EF4-FFF2-40B4-BE49-F238E27FC236}">
                <a16:creationId xmlns:a16="http://schemas.microsoft.com/office/drawing/2014/main" id="{30855D8B-2662-4C5D-9729-CB7AEDAB1211}"/>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15119D38-F5F6-4D0C-9019-61048C35AA82}"/>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8472623"/>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14" presetClass="entr" presetSubtype="1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randombar(horizontal)">
                                      <p:cBhvr>
                                        <p:cTn id="13" dur="500"/>
                                        <p:tgtEl>
                                          <p:spTgt spid="45"/>
                                        </p:tgtEl>
                                      </p:cBhvr>
                                    </p:animEffect>
                                  </p:childTnLst>
                                </p:cTn>
                              </p:par>
                            </p:childTnLst>
                          </p:cTn>
                        </p:par>
                        <p:par>
                          <p:cTn id="14" fill="hold">
                            <p:stCondLst>
                              <p:cond delay="1000"/>
                            </p:stCondLst>
                            <p:childTnLst>
                              <p:par>
                                <p:cTn id="15" presetID="14" presetClass="entr" presetSubtype="10" fill="hold" nodeType="after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randombar(horizontal)">
                                      <p:cBhvr>
                                        <p:cTn id="17" dur="500"/>
                                        <p:tgtEl>
                                          <p:spTgt spid="48"/>
                                        </p:tgtEl>
                                      </p:cBhvr>
                                    </p:animEffect>
                                  </p:childTnLst>
                                </p:cTn>
                              </p:par>
                            </p:childTnLst>
                          </p:cTn>
                        </p:par>
                        <p:par>
                          <p:cTn id="18" fill="hold">
                            <p:stCondLst>
                              <p:cond delay="1500"/>
                            </p:stCondLst>
                            <p:childTnLst>
                              <p:par>
                                <p:cTn id="19" presetID="14" presetClass="entr" presetSubtype="10" fill="hold"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randombar(horizontal)">
                                      <p:cBhvr>
                                        <p:cTn id="21" dur="500"/>
                                        <p:tgtEl>
                                          <p:spTgt spid="38"/>
                                        </p:tgtEl>
                                      </p:cBhvr>
                                    </p:animEffect>
                                  </p:childTnLst>
                                </p:cTn>
                              </p:par>
                            </p:childTnLst>
                          </p:cTn>
                        </p:par>
                        <p:par>
                          <p:cTn id="22" fill="hold">
                            <p:stCondLst>
                              <p:cond delay="2000"/>
                            </p:stCondLst>
                            <p:childTnLst>
                              <p:par>
                                <p:cTn id="23" presetID="14" presetClass="entr" presetSubtype="10"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randombar(horizontal)">
                                      <p:cBhvr>
                                        <p:cTn id="2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5"/>
          <p:cNvSpPr>
            <a:spLocks/>
          </p:cNvSpPr>
          <p:nvPr/>
        </p:nvSpPr>
        <p:spPr bwMode="auto">
          <a:xfrm>
            <a:off x="4697609" y="2201146"/>
            <a:ext cx="2953217" cy="3432890"/>
          </a:xfrm>
          <a:custGeom>
            <a:avLst/>
            <a:gdLst>
              <a:gd name="T0" fmla="*/ 553107085 w 5977"/>
              <a:gd name="T1" fmla="*/ 70285550 h 6949"/>
              <a:gd name="T2" fmla="*/ 487233550 w 5977"/>
              <a:gd name="T3" fmla="*/ 359685891 h 6949"/>
              <a:gd name="T4" fmla="*/ 350301198 w 5977"/>
              <a:gd name="T5" fmla="*/ 115798432 h 6949"/>
              <a:gd name="T6" fmla="*/ 336665723 w 5977"/>
              <a:gd name="T7" fmla="*/ 128664779 h 6949"/>
              <a:gd name="T8" fmla="*/ 487425501 w 5977"/>
              <a:gd name="T9" fmla="*/ 487966836 h 6949"/>
              <a:gd name="T10" fmla="*/ 426737689 w 5977"/>
              <a:gd name="T11" fmla="*/ 535784040 h 6949"/>
              <a:gd name="T12" fmla="*/ 102747252 w 5977"/>
              <a:gd name="T13" fmla="*/ 361990214 h 6949"/>
              <a:gd name="T14" fmla="*/ 72211396 w 5977"/>
              <a:gd name="T15" fmla="*/ 375625106 h 6949"/>
              <a:gd name="T16" fmla="*/ 300559805 w 5977"/>
              <a:gd name="T17" fmla="*/ 476252431 h 6949"/>
              <a:gd name="T18" fmla="*/ 458810023 w 5977"/>
              <a:gd name="T19" fmla="*/ 679236091 h 6949"/>
              <a:gd name="T20" fmla="*/ 410029258 w 5977"/>
              <a:gd name="T21" fmla="*/ 814238084 h 6949"/>
              <a:gd name="T22" fmla="*/ 2304717 w 5977"/>
              <a:gd name="T23" fmla="*/ 744144451 h 6949"/>
              <a:gd name="T24" fmla="*/ 0 w 5977"/>
              <a:gd name="T25" fmla="*/ 778519119 h 6949"/>
              <a:gd name="T26" fmla="*/ 419439638 w 5977"/>
              <a:gd name="T27" fmla="*/ 879530717 h 6949"/>
              <a:gd name="T28" fmla="*/ 430770396 w 5977"/>
              <a:gd name="T29" fmla="*/ 1158560951 h 6949"/>
              <a:gd name="T30" fmla="*/ 300559805 w 5977"/>
              <a:gd name="T31" fmla="*/ 1274167466 h 6949"/>
              <a:gd name="T32" fmla="*/ 174382360 w 5977"/>
              <a:gd name="T33" fmla="*/ 1298364383 h 6949"/>
              <a:gd name="T34" fmla="*/ 763979262 w 5977"/>
              <a:gd name="T35" fmla="*/ 1322752778 h 6949"/>
              <a:gd name="T36" fmla="*/ 853474940 w 5977"/>
              <a:gd name="T37" fmla="*/ 1303164944 h 6949"/>
              <a:gd name="T38" fmla="*/ 766283979 w 5977"/>
              <a:gd name="T39" fmla="*/ 1282233251 h 6949"/>
              <a:gd name="T40" fmla="*/ 599391621 w 5977"/>
              <a:gd name="T41" fmla="*/ 1171043463 h 6949"/>
              <a:gd name="T42" fmla="*/ 595934326 w 5977"/>
              <a:gd name="T43" fmla="*/ 916593980 h 6949"/>
              <a:gd name="T44" fmla="*/ 886123563 w 5977"/>
              <a:gd name="T45" fmla="*/ 798298870 h 6949"/>
              <a:gd name="T46" fmla="*/ 1147889272 w 5977"/>
              <a:gd name="T47" fmla="*/ 773910474 h 6949"/>
              <a:gd name="T48" fmla="*/ 1146544744 w 5977"/>
              <a:gd name="T49" fmla="*/ 735310997 h 6949"/>
              <a:gd name="T50" fmla="*/ 1096611840 w 5977"/>
              <a:gd name="T51" fmla="*/ 748561178 h 6949"/>
              <a:gd name="T52" fmla="*/ 589788853 w 5977"/>
              <a:gd name="T53" fmla="*/ 814814274 h 6949"/>
              <a:gd name="T54" fmla="*/ 635305150 w 5977"/>
              <a:gd name="T55" fmla="*/ 568238220 h 6949"/>
              <a:gd name="T56" fmla="*/ 1048982776 w 5977"/>
              <a:gd name="T57" fmla="*/ 422866120 h 6949"/>
              <a:gd name="T58" fmla="*/ 1035347301 w 5977"/>
              <a:gd name="T59" fmla="*/ 406926906 h 6949"/>
              <a:gd name="T60" fmla="*/ 734403157 w 5977"/>
              <a:gd name="T61" fmla="*/ 474524299 h 6949"/>
              <a:gd name="T62" fmla="*/ 560020797 w 5977"/>
              <a:gd name="T63" fmla="*/ 545386039 h 6949"/>
              <a:gd name="T64" fmla="*/ 592093570 w 5977"/>
              <a:gd name="T65" fmla="*/ 456472680 h 6949"/>
              <a:gd name="T66" fmla="*/ 779535115 w 5977"/>
              <a:gd name="T67" fmla="*/ 194533602 h 6949"/>
              <a:gd name="T68" fmla="*/ 656430626 w 5977"/>
              <a:gd name="T69" fmla="*/ 351812462 h 6949"/>
              <a:gd name="T70" fmla="*/ 538895321 w 5977"/>
              <a:gd name="T71" fmla="*/ 408463120 h 6949"/>
              <a:gd name="T72" fmla="*/ 572120233 w 5977"/>
              <a:gd name="T73" fmla="*/ 103700193 h 6949"/>
              <a:gd name="T74" fmla="*/ 563093753 w 5977"/>
              <a:gd name="T75" fmla="*/ 191917 h 6949"/>
              <a:gd name="T76" fmla="*/ 534862176 w 5977"/>
              <a:gd name="T77" fmla="*/ 0 h 69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977" h="6949">
                <a:moveTo>
                  <a:pt x="2785" y="0"/>
                </a:moveTo>
                <a:cubicBezTo>
                  <a:pt x="2841" y="42"/>
                  <a:pt x="2858" y="134"/>
                  <a:pt x="2880" y="366"/>
                </a:cubicBezTo>
                <a:cubicBezTo>
                  <a:pt x="2910" y="674"/>
                  <a:pt x="2891" y="857"/>
                  <a:pt x="2760" y="1513"/>
                </a:cubicBezTo>
                <a:cubicBezTo>
                  <a:pt x="2638" y="2133"/>
                  <a:pt x="2639" y="2130"/>
                  <a:pt x="2537" y="1873"/>
                </a:cubicBezTo>
                <a:cubicBezTo>
                  <a:pt x="2413" y="1562"/>
                  <a:pt x="2149" y="1060"/>
                  <a:pt x="1997" y="847"/>
                </a:cubicBezTo>
                <a:cubicBezTo>
                  <a:pt x="1912" y="730"/>
                  <a:pt x="1834" y="619"/>
                  <a:pt x="1824" y="603"/>
                </a:cubicBezTo>
                <a:cubicBezTo>
                  <a:pt x="1821" y="599"/>
                  <a:pt x="1822" y="588"/>
                  <a:pt x="1825" y="573"/>
                </a:cubicBezTo>
                <a:cubicBezTo>
                  <a:pt x="1802" y="607"/>
                  <a:pt x="1779" y="639"/>
                  <a:pt x="1753" y="670"/>
                </a:cubicBezTo>
                <a:cubicBezTo>
                  <a:pt x="1818" y="723"/>
                  <a:pt x="2054" y="1118"/>
                  <a:pt x="2190" y="1400"/>
                </a:cubicBezTo>
                <a:cubicBezTo>
                  <a:pt x="2346" y="1724"/>
                  <a:pt x="2539" y="2359"/>
                  <a:pt x="2538" y="2541"/>
                </a:cubicBezTo>
                <a:cubicBezTo>
                  <a:pt x="2537" y="2685"/>
                  <a:pt x="2494" y="2855"/>
                  <a:pt x="2446" y="2903"/>
                </a:cubicBezTo>
                <a:cubicBezTo>
                  <a:pt x="2409" y="2940"/>
                  <a:pt x="2382" y="2926"/>
                  <a:pt x="2222" y="2790"/>
                </a:cubicBezTo>
                <a:cubicBezTo>
                  <a:pt x="1978" y="2584"/>
                  <a:pt x="1756" y="2436"/>
                  <a:pt x="1436" y="2266"/>
                </a:cubicBezTo>
                <a:cubicBezTo>
                  <a:pt x="1187" y="2133"/>
                  <a:pt x="694" y="1925"/>
                  <a:pt x="535" y="1885"/>
                </a:cubicBezTo>
                <a:cubicBezTo>
                  <a:pt x="470" y="1868"/>
                  <a:pt x="435" y="1856"/>
                  <a:pt x="420" y="1823"/>
                </a:cubicBezTo>
                <a:cubicBezTo>
                  <a:pt x="408" y="1868"/>
                  <a:pt x="393" y="1913"/>
                  <a:pt x="376" y="1956"/>
                </a:cubicBezTo>
                <a:cubicBezTo>
                  <a:pt x="383" y="1953"/>
                  <a:pt x="389" y="1951"/>
                  <a:pt x="395" y="1951"/>
                </a:cubicBezTo>
                <a:cubicBezTo>
                  <a:pt x="549" y="1951"/>
                  <a:pt x="1204" y="2247"/>
                  <a:pt x="1565" y="2480"/>
                </a:cubicBezTo>
                <a:cubicBezTo>
                  <a:pt x="1801" y="2632"/>
                  <a:pt x="2168" y="2981"/>
                  <a:pt x="2287" y="3167"/>
                </a:cubicBezTo>
                <a:cubicBezTo>
                  <a:pt x="2358" y="3279"/>
                  <a:pt x="2375" y="3338"/>
                  <a:pt x="2389" y="3537"/>
                </a:cubicBezTo>
                <a:cubicBezTo>
                  <a:pt x="2407" y="3784"/>
                  <a:pt x="2356" y="4253"/>
                  <a:pt x="2309" y="4282"/>
                </a:cubicBezTo>
                <a:cubicBezTo>
                  <a:pt x="2294" y="4291"/>
                  <a:pt x="2216" y="4272"/>
                  <a:pt x="2135" y="4240"/>
                </a:cubicBezTo>
                <a:cubicBezTo>
                  <a:pt x="1771" y="4095"/>
                  <a:pt x="1129" y="3975"/>
                  <a:pt x="401" y="3915"/>
                </a:cubicBezTo>
                <a:cubicBezTo>
                  <a:pt x="234" y="3901"/>
                  <a:pt x="89" y="3886"/>
                  <a:pt x="12" y="3875"/>
                </a:cubicBezTo>
                <a:cubicBezTo>
                  <a:pt x="12" y="3877"/>
                  <a:pt x="12" y="3878"/>
                  <a:pt x="12" y="3880"/>
                </a:cubicBezTo>
                <a:cubicBezTo>
                  <a:pt x="12" y="3939"/>
                  <a:pt x="8" y="3997"/>
                  <a:pt x="0" y="4054"/>
                </a:cubicBezTo>
                <a:lnTo>
                  <a:pt x="229" y="4057"/>
                </a:lnTo>
                <a:cubicBezTo>
                  <a:pt x="1035" y="4066"/>
                  <a:pt x="1849" y="4284"/>
                  <a:pt x="2184" y="4580"/>
                </a:cubicBezTo>
                <a:cubicBezTo>
                  <a:pt x="2296" y="4678"/>
                  <a:pt x="2311" y="4707"/>
                  <a:pt x="2329" y="4848"/>
                </a:cubicBezTo>
                <a:cubicBezTo>
                  <a:pt x="2353" y="5035"/>
                  <a:pt x="2303" y="5720"/>
                  <a:pt x="2243" y="6033"/>
                </a:cubicBezTo>
                <a:cubicBezTo>
                  <a:pt x="2219" y="6155"/>
                  <a:pt x="2177" y="6286"/>
                  <a:pt x="2148" y="6324"/>
                </a:cubicBezTo>
                <a:cubicBezTo>
                  <a:pt x="2078" y="6419"/>
                  <a:pt x="1739" y="6599"/>
                  <a:pt x="1565" y="6635"/>
                </a:cubicBezTo>
                <a:cubicBezTo>
                  <a:pt x="1488" y="6651"/>
                  <a:pt x="1312" y="6682"/>
                  <a:pt x="1175" y="6704"/>
                </a:cubicBezTo>
                <a:cubicBezTo>
                  <a:pt x="1037" y="6727"/>
                  <a:pt x="917" y="6752"/>
                  <a:pt x="908" y="6761"/>
                </a:cubicBezTo>
                <a:cubicBezTo>
                  <a:pt x="846" y="6823"/>
                  <a:pt x="1154" y="6882"/>
                  <a:pt x="1733" y="6919"/>
                </a:cubicBezTo>
                <a:cubicBezTo>
                  <a:pt x="2214" y="6949"/>
                  <a:pt x="3600" y="6930"/>
                  <a:pt x="3978" y="6888"/>
                </a:cubicBezTo>
                <a:cubicBezTo>
                  <a:pt x="4141" y="6870"/>
                  <a:pt x="4313" y="6840"/>
                  <a:pt x="4359" y="6821"/>
                </a:cubicBezTo>
                <a:lnTo>
                  <a:pt x="4444" y="6786"/>
                </a:lnTo>
                <a:lnTo>
                  <a:pt x="4380" y="6752"/>
                </a:lnTo>
                <a:cubicBezTo>
                  <a:pt x="4344" y="6733"/>
                  <a:pt x="4169" y="6699"/>
                  <a:pt x="3990" y="6677"/>
                </a:cubicBezTo>
                <a:cubicBezTo>
                  <a:pt x="3636" y="6633"/>
                  <a:pt x="3384" y="6538"/>
                  <a:pt x="3223" y="6387"/>
                </a:cubicBezTo>
                <a:cubicBezTo>
                  <a:pt x="3147" y="6317"/>
                  <a:pt x="3136" y="6284"/>
                  <a:pt x="3121" y="6098"/>
                </a:cubicBezTo>
                <a:cubicBezTo>
                  <a:pt x="3098" y="5808"/>
                  <a:pt x="3092" y="5584"/>
                  <a:pt x="3098" y="5147"/>
                </a:cubicBezTo>
                <a:lnTo>
                  <a:pt x="3103" y="4773"/>
                </a:lnTo>
                <a:lnTo>
                  <a:pt x="3201" y="4665"/>
                </a:lnTo>
                <a:cubicBezTo>
                  <a:pt x="3389" y="4458"/>
                  <a:pt x="3879" y="4281"/>
                  <a:pt x="4614" y="4157"/>
                </a:cubicBezTo>
                <a:cubicBezTo>
                  <a:pt x="4997" y="4092"/>
                  <a:pt x="5912" y="4000"/>
                  <a:pt x="5966" y="4021"/>
                </a:cubicBezTo>
                <a:cubicBezTo>
                  <a:pt x="5969" y="4022"/>
                  <a:pt x="5973" y="4026"/>
                  <a:pt x="5977" y="4030"/>
                </a:cubicBezTo>
                <a:cubicBezTo>
                  <a:pt x="5971" y="3983"/>
                  <a:pt x="5968" y="3935"/>
                  <a:pt x="5968" y="3887"/>
                </a:cubicBezTo>
                <a:cubicBezTo>
                  <a:pt x="5968" y="3867"/>
                  <a:pt x="5969" y="3848"/>
                  <a:pt x="5970" y="3829"/>
                </a:cubicBezTo>
                <a:cubicBezTo>
                  <a:pt x="5961" y="3854"/>
                  <a:pt x="5951" y="3871"/>
                  <a:pt x="5942" y="3877"/>
                </a:cubicBezTo>
                <a:cubicBezTo>
                  <a:pt x="5925" y="3888"/>
                  <a:pt x="5821" y="3898"/>
                  <a:pt x="5710" y="3898"/>
                </a:cubicBezTo>
                <a:cubicBezTo>
                  <a:pt x="5247" y="3899"/>
                  <a:pt x="4355" y="4013"/>
                  <a:pt x="3586" y="4169"/>
                </a:cubicBezTo>
                <a:cubicBezTo>
                  <a:pt x="3302" y="4226"/>
                  <a:pt x="3085" y="4257"/>
                  <a:pt x="3071" y="4243"/>
                </a:cubicBezTo>
                <a:cubicBezTo>
                  <a:pt x="3043" y="4215"/>
                  <a:pt x="2962" y="3612"/>
                  <a:pt x="2962" y="3431"/>
                </a:cubicBezTo>
                <a:cubicBezTo>
                  <a:pt x="2962" y="3287"/>
                  <a:pt x="3037" y="3185"/>
                  <a:pt x="3308" y="2959"/>
                </a:cubicBezTo>
                <a:cubicBezTo>
                  <a:pt x="3708" y="2626"/>
                  <a:pt x="4264" y="2412"/>
                  <a:pt x="5130" y="2260"/>
                </a:cubicBezTo>
                <a:lnTo>
                  <a:pt x="5462" y="2202"/>
                </a:lnTo>
                <a:cubicBezTo>
                  <a:pt x="5441" y="2169"/>
                  <a:pt x="5420" y="2136"/>
                  <a:pt x="5403" y="2101"/>
                </a:cubicBezTo>
                <a:cubicBezTo>
                  <a:pt x="5400" y="2110"/>
                  <a:pt x="5397" y="2116"/>
                  <a:pt x="5391" y="2119"/>
                </a:cubicBezTo>
                <a:cubicBezTo>
                  <a:pt x="5374" y="2130"/>
                  <a:pt x="5204" y="2161"/>
                  <a:pt x="5015" y="2189"/>
                </a:cubicBezTo>
                <a:cubicBezTo>
                  <a:pt x="4603" y="2249"/>
                  <a:pt x="4090" y="2371"/>
                  <a:pt x="3824" y="2471"/>
                </a:cubicBezTo>
                <a:cubicBezTo>
                  <a:pt x="3718" y="2511"/>
                  <a:pt x="3480" y="2623"/>
                  <a:pt x="3296" y="2720"/>
                </a:cubicBezTo>
                <a:cubicBezTo>
                  <a:pt x="2967" y="2892"/>
                  <a:pt x="2959" y="2895"/>
                  <a:pt x="2916" y="2840"/>
                </a:cubicBezTo>
                <a:cubicBezTo>
                  <a:pt x="2888" y="2802"/>
                  <a:pt x="2878" y="2747"/>
                  <a:pt x="2887" y="2673"/>
                </a:cubicBezTo>
                <a:cubicBezTo>
                  <a:pt x="2899" y="2585"/>
                  <a:pt x="2938" y="2526"/>
                  <a:pt x="3083" y="2377"/>
                </a:cubicBezTo>
                <a:cubicBezTo>
                  <a:pt x="3474" y="1976"/>
                  <a:pt x="3779" y="1561"/>
                  <a:pt x="3990" y="1139"/>
                </a:cubicBezTo>
                <a:cubicBezTo>
                  <a:pt x="4014" y="1091"/>
                  <a:pt x="4038" y="1048"/>
                  <a:pt x="4059" y="1013"/>
                </a:cubicBezTo>
                <a:cubicBezTo>
                  <a:pt x="4029" y="994"/>
                  <a:pt x="4001" y="975"/>
                  <a:pt x="3973" y="953"/>
                </a:cubicBezTo>
                <a:cubicBezTo>
                  <a:pt x="3895" y="1157"/>
                  <a:pt x="3635" y="1579"/>
                  <a:pt x="3418" y="1832"/>
                </a:cubicBezTo>
                <a:cubicBezTo>
                  <a:pt x="3264" y="2012"/>
                  <a:pt x="2893" y="2318"/>
                  <a:pt x="2830" y="2318"/>
                </a:cubicBezTo>
                <a:cubicBezTo>
                  <a:pt x="2793" y="2318"/>
                  <a:pt x="2789" y="2289"/>
                  <a:pt x="2806" y="2127"/>
                </a:cubicBezTo>
                <a:cubicBezTo>
                  <a:pt x="2817" y="2022"/>
                  <a:pt x="2845" y="1835"/>
                  <a:pt x="2867" y="1711"/>
                </a:cubicBezTo>
                <a:cubicBezTo>
                  <a:pt x="2974" y="1120"/>
                  <a:pt x="2996" y="891"/>
                  <a:pt x="2979" y="540"/>
                </a:cubicBezTo>
                <a:cubicBezTo>
                  <a:pt x="2970" y="346"/>
                  <a:pt x="2955" y="140"/>
                  <a:pt x="2946" y="84"/>
                </a:cubicBezTo>
                <a:lnTo>
                  <a:pt x="2932" y="1"/>
                </a:lnTo>
                <a:cubicBezTo>
                  <a:pt x="2909" y="2"/>
                  <a:pt x="2886" y="3"/>
                  <a:pt x="2863" y="3"/>
                </a:cubicBezTo>
                <a:cubicBezTo>
                  <a:pt x="2836" y="3"/>
                  <a:pt x="2811" y="2"/>
                  <a:pt x="2785" y="0"/>
                </a:cubicBezTo>
                <a:close/>
              </a:path>
            </a:pathLst>
          </a:custGeom>
          <a:solidFill>
            <a:srgbClr val="0F74E3"/>
          </a:solidFill>
          <a:ln>
            <a:noFill/>
          </a:ln>
        </p:spPr>
        <p:txBody>
          <a:bodyPr/>
          <a:lstStyle/>
          <a:p>
            <a:endParaRPr lang="zh-CN" altLang="en-US" dirty="0">
              <a:solidFill>
                <a:schemeClr val="tx1">
                  <a:lumMod val="65000"/>
                  <a:lumOff val="35000"/>
                </a:schemeClr>
              </a:solidFill>
              <a:cs typeface="+mn-ea"/>
              <a:sym typeface="+mn-lt"/>
            </a:endParaRPr>
          </a:p>
        </p:txBody>
      </p:sp>
      <p:sp>
        <p:nvSpPr>
          <p:cNvPr id="37" name="橢圓 6"/>
          <p:cNvSpPr/>
          <p:nvPr/>
        </p:nvSpPr>
        <p:spPr>
          <a:xfrm>
            <a:off x="5946277" y="1792835"/>
            <a:ext cx="473634" cy="473634"/>
          </a:xfrm>
          <a:prstGeom prst="ellipse">
            <a:avLst/>
          </a:prstGeom>
          <a:solidFill>
            <a:srgbClr val="04EEE8"/>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cs typeface="+mn-ea"/>
              <a:sym typeface="+mn-lt"/>
            </a:endParaRPr>
          </a:p>
        </p:txBody>
      </p:sp>
      <p:grpSp>
        <p:nvGrpSpPr>
          <p:cNvPr id="5" name="组合 4"/>
          <p:cNvGrpSpPr/>
          <p:nvPr/>
        </p:nvGrpSpPr>
        <p:grpSpPr>
          <a:xfrm>
            <a:off x="4968767" y="1887031"/>
            <a:ext cx="803634" cy="801843"/>
            <a:chOff x="4829067" y="2164824"/>
            <a:chExt cx="803634" cy="801843"/>
          </a:xfrm>
        </p:grpSpPr>
        <p:sp>
          <p:nvSpPr>
            <p:cNvPr id="67" name="橢圓 5"/>
            <p:cNvSpPr/>
            <p:nvPr/>
          </p:nvSpPr>
          <p:spPr>
            <a:xfrm>
              <a:off x="4829067" y="2164824"/>
              <a:ext cx="803634" cy="801843"/>
            </a:xfrm>
            <a:prstGeom prst="ellipse">
              <a:avLst/>
            </a:prstGeom>
            <a:solidFill>
              <a:srgbClr val="0F74E3"/>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cs typeface="+mn-ea"/>
                <a:sym typeface="+mn-lt"/>
              </a:endParaRPr>
            </a:p>
          </p:txBody>
        </p:sp>
        <p:sp>
          <p:nvSpPr>
            <p:cNvPr id="83" name="Freeform 160"/>
            <p:cNvSpPr>
              <a:spLocks noChangeArrowheads="1"/>
            </p:cNvSpPr>
            <p:nvPr/>
          </p:nvSpPr>
          <p:spPr bwMode="auto">
            <a:xfrm>
              <a:off x="5091841" y="2451082"/>
              <a:ext cx="315495" cy="220381"/>
            </a:xfrm>
            <a:custGeom>
              <a:avLst/>
              <a:gdLst>
                <a:gd name="T0" fmla="*/ 147281 w 601"/>
                <a:gd name="T1" fmla="*/ 68912 h 418"/>
                <a:gd name="T2" fmla="*/ 147281 w 601"/>
                <a:gd name="T3" fmla="*/ 68912 h 418"/>
                <a:gd name="T4" fmla="*/ 213018 w 601"/>
                <a:gd name="T5" fmla="*/ 2526 h 418"/>
                <a:gd name="T6" fmla="*/ 215533 w 601"/>
                <a:gd name="T7" fmla="*/ 10102 h 418"/>
                <a:gd name="T8" fmla="*/ 215533 w 601"/>
                <a:gd name="T9" fmla="*/ 139989 h 418"/>
                <a:gd name="T10" fmla="*/ 213018 w 601"/>
                <a:gd name="T11" fmla="*/ 147927 h 418"/>
                <a:gd name="T12" fmla="*/ 147281 w 601"/>
                <a:gd name="T13" fmla="*/ 68912 h 418"/>
                <a:gd name="T14" fmla="*/ 2515 w 601"/>
                <a:gd name="T15" fmla="*/ 2526 h 418"/>
                <a:gd name="T16" fmla="*/ 2515 w 601"/>
                <a:gd name="T17" fmla="*/ 2526 h 418"/>
                <a:gd name="T18" fmla="*/ 10058 w 601"/>
                <a:gd name="T19" fmla="*/ 0 h 418"/>
                <a:gd name="T20" fmla="*/ 205475 w 601"/>
                <a:gd name="T21" fmla="*/ 0 h 418"/>
                <a:gd name="T22" fmla="*/ 213018 w 601"/>
                <a:gd name="T23" fmla="*/ 2526 h 418"/>
                <a:gd name="T24" fmla="*/ 106689 w 601"/>
                <a:gd name="T25" fmla="*/ 86591 h 418"/>
                <a:gd name="T26" fmla="*/ 2515 w 601"/>
                <a:gd name="T27" fmla="*/ 2526 h 418"/>
                <a:gd name="T28" fmla="*/ 2515 w 601"/>
                <a:gd name="T29" fmla="*/ 147927 h 418"/>
                <a:gd name="T30" fmla="*/ 2515 w 601"/>
                <a:gd name="T31" fmla="*/ 147927 h 418"/>
                <a:gd name="T32" fmla="*/ 0 w 601"/>
                <a:gd name="T33" fmla="*/ 139989 h 418"/>
                <a:gd name="T34" fmla="*/ 0 w 601"/>
                <a:gd name="T35" fmla="*/ 10102 h 418"/>
                <a:gd name="T36" fmla="*/ 2515 w 601"/>
                <a:gd name="T37" fmla="*/ 2526 h 418"/>
                <a:gd name="T38" fmla="*/ 68611 w 601"/>
                <a:gd name="T39" fmla="*/ 68912 h 418"/>
                <a:gd name="T40" fmla="*/ 2515 w 601"/>
                <a:gd name="T41" fmla="*/ 147927 h 418"/>
                <a:gd name="T42" fmla="*/ 106689 w 601"/>
                <a:gd name="T43" fmla="*/ 107157 h 418"/>
                <a:gd name="T44" fmla="*/ 106689 w 601"/>
                <a:gd name="T45" fmla="*/ 107157 h 418"/>
                <a:gd name="T46" fmla="*/ 134349 w 601"/>
                <a:gd name="T47" fmla="*/ 79014 h 418"/>
                <a:gd name="T48" fmla="*/ 213018 w 601"/>
                <a:gd name="T49" fmla="*/ 147927 h 418"/>
                <a:gd name="T50" fmla="*/ 205475 w 601"/>
                <a:gd name="T51" fmla="*/ 150452 h 418"/>
                <a:gd name="T52" fmla="*/ 10058 w 601"/>
                <a:gd name="T53" fmla="*/ 150452 h 418"/>
                <a:gd name="T54" fmla="*/ 2515 w 601"/>
                <a:gd name="T55" fmla="*/ 147927 h 418"/>
                <a:gd name="T56" fmla="*/ 78669 w 601"/>
                <a:gd name="T57" fmla="*/ 79014 h 418"/>
                <a:gd name="T58" fmla="*/ 106689 w 601"/>
                <a:gd name="T59" fmla="*/ 107157 h 4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1" h="418">
                  <a:moveTo>
                    <a:pt x="410" y="191"/>
                  </a:moveTo>
                  <a:lnTo>
                    <a:pt x="410" y="191"/>
                  </a:lnTo>
                  <a:cubicBezTo>
                    <a:pt x="593" y="7"/>
                    <a:pt x="593" y="7"/>
                    <a:pt x="593" y="7"/>
                  </a:cubicBezTo>
                  <a:cubicBezTo>
                    <a:pt x="600" y="14"/>
                    <a:pt x="600" y="21"/>
                    <a:pt x="600" y="28"/>
                  </a:cubicBezTo>
                  <a:cubicBezTo>
                    <a:pt x="600" y="388"/>
                    <a:pt x="600" y="388"/>
                    <a:pt x="600" y="388"/>
                  </a:cubicBezTo>
                  <a:cubicBezTo>
                    <a:pt x="600" y="395"/>
                    <a:pt x="600" y="403"/>
                    <a:pt x="593" y="410"/>
                  </a:cubicBezTo>
                  <a:lnTo>
                    <a:pt x="410" y="191"/>
                  </a:lnTo>
                  <a:close/>
                  <a:moveTo>
                    <a:pt x="7" y="7"/>
                  </a:moveTo>
                  <a:lnTo>
                    <a:pt x="7" y="7"/>
                  </a:lnTo>
                  <a:cubicBezTo>
                    <a:pt x="14" y="7"/>
                    <a:pt x="21" y="0"/>
                    <a:pt x="28" y="0"/>
                  </a:cubicBezTo>
                  <a:cubicBezTo>
                    <a:pt x="572" y="0"/>
                    <a:pt x="572" y="0"/>
                    <a:pt x="572" y="0"/>
                  </a:cubicBezTo>
                  <a:cubicBezTo>
                    <a:pt x="579" y="0"/>
                    <a:pt x="586" y="7"/>
                    <a:pt x="593" y="7"/>
                  </a:cubicBezTo>
                  <a:cubicBezTo>
                    <a:pt x="297" y="240"/>
                    <a:pt x="297" y="240"/>
                    <a:pt x="297" y="240"/>
                  </a:cubicBezTo>
                  <a:lnTo>
                    <a:pt x="7" y="7"/>
                  </a:lnTo>
                  <a:close/>
                  <a:moveTo>
                    <a:pt x="7" y="410"/>
                  </a:moveTo>
                  <a:lnTo>
                    <a:pt x="7" y="410"/>
                  </a:lnTo>
                  <a:cubicBezTo>
                    <a:pt x="0" y="403"/>
                    <a:pt x="0" y="395"/>
                    <a:pt x="0" y="388"/>
                  </a:cubicBezTo>
                  <a:cubicBezTo>
                    <a:pt x="0" y="28"/>
                    <a:pt x="0" y="28"/>
                    <a:pt x="0" y="28"/>
                  </a:cubicBezTo>
                  <a:cubicBezTo>
                    <a:pt x="0" y="21"/>
                    <a:pt x="0" y="14"/>
                    <a:pt x="7" y="7"/>
                  </a:cubicBezTo>
                  <a:cubicBezTo>
                    <a:pt x="191" y="191"/>
                    <a:pt x="191" y="191"/>
                    <a:pt x="191" y="191"/>
                  </a:cubicBezTo>
                  <a:lnTo>
                    <a:pt x="7" y="410"/>
                  </a:lnTo>
                  <a:close/>
                  <a:moveTo>
                    <a:pt x="297" y="297"/>
                  </a:moveTo>
                  <a:lnTo>
                    <a:pt x="297" y="297"/>
                  </a:lnTo>
                  <a:cubicBezTo>
                    <a:pt x="374" y="219"/>
                    <a:pt x="374" y="219"/>
                    <a:pt x="374" y="219"/>
                  </a:cubicBezTo>
                  <a:cubicBezTo>
                    <a:pt x="593" y="410"/>
                    <a:pt x="593" y="410"/>
                    <a:pt x="593" y="410"/>
                  </a:cubicBezTo>
                  <a:cubicBezTo>
                    <a:pt x="586" y="417"/>
                    <a:pt x="579" y="417"/>
                    <a:pt x="572" y="417"/>
                  </a:cubicBezTo>
                  <a:cubicBezTo>
                    <a:pt x="28" y="417"/>
                    <a:pt x="28" y="417"/>
                    <a:pt x="28" y="417"/>
                  </a:cubicBezTo>
                  <a:cubicBezTo>
                    <a:pt x="21" y="417"/>
                    <a:pt x="14" y="417"/>
                    <a:pt x="7" y="410"/>
                  </a:cubicBezTo>
                  <a:cubicBezTo>
                    <a:pt x="219" y="219"/>
                    <a:pt x="219" y="219"/>
                    <a:pt x="219" y="219"/>
                  </a:cubicBezTo>
                  <a:lnTo>
                    <a:pt x="297" y="297"/>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grpSp>
      <p:grpSp>
        <p:nvGrpSpPr>
          <p:cNvPr id="7" name="组合 6"/>
          <p:cNvGrpSpPr/>
          <p:nvPr/>
        </p:nvGrpSpPr>
        <p:grpSpPr>
          <a:xfrm>
            <a:off x="6537867" y="2073530"/>
            <a:ext cx="803634" cy="803632"/>
            <a:chOff x="6398167" y="2351323"/>
            <a:chExt cx="803634" cy="803632"/>
          </a:xfrm>
        </p:grpSpPr>
        <p:sp>
          <p:nvSpPr>
            <p:cNvPr id="73" name="橢圓 7"/>
            <p:cNvSpPr/>
            <p:nvPr/>
          </p:nvSpPr>
          <p:spPr>
            <a:xfrm>
              <a:off x="6398167" y="2351323"/>
              <a:ext cx="803634" cy="803632"/>
            </a:xfrm>
            <a:prstGeom prst="ellipse">
              <a:avLst/>
            </a:prstGeom>
            <a:solidFill>
              <a:srgbClr val="0F74E3"/>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cs typeface="+mn-ea"/>
                <a:sym typeface="+mn-lt"/>
              </a:endParaRPr>
            </a:p>
          </p:txBody>
        </p:sp>
        <p:sp>
          <p:nvSpPr>
            <p:cNvPr id="84" name="Freeform 10"/>
            <p:cNvSpPr>
              <a:spLocks noChangeArrowheads="1"/>
            </p:cNvSpPr>
            <p:nvPr/>
          </p:nvSpPr>
          <p:spPr bwMode="auto">
            <a:xfrm>
              <a:off x="6701392" y="2585466"/>
              <a:ext cx="197184" cy="320133"/>
            </a:xfrm>
            <a:custGeom>
              <a:avLst/>
              <a:gdLst>
                <a:gd name="T0" fmla="*/ 134573 w 376"/>
                <a:gd name="T1" fmla="*/ 205765 h 609"/>
                <a:gd name="T2" fmla="*/ 134573 w 376"/>
                <a:gd name="T3" fmla="*/ 205765 h 609"/>
                <a:gd name="T4" fmla="*/ 109094 w 376"/>
                <a:gd name="T5" fmla="*/ 216197 h 609"/>
                <a:gd name="T6" fmla="*/ 86486 w 376"/>
                <a:gd name="T7" fmla="*/ 218715 h 609"/>
                <a:gd name="T8" fmla="*/ 61006 w 376"/>
                <a:gd name="T9" fmla="*/ 213679 h 609"/>
                <a:gd name="T10" fmla="*/ 43063 w 376"/>
                <a:gd name="T11" fmla="*/ 203247 h 609"/>
                <a:gd name="T12" fmla="*/ 30503 w 376"/>
                <a:gd name="T13" fmla="*/ 188138 h 609"/>
                <a:gd name="T14" fmla="*/ 27991 w 376"/>
                <a:gd name="T15" fmla="*/ 165116 h 609"/>
                <a:gd name="T16" fmla="*/ 27991 w 376"/>
                <a:gd name="T17" fmla="*/ 88853 h 609"/>
                <a:gd name="T18" fmla="*/ 0 w 376"/>
                <a:gd name="T19" fmla="*/ 88853 h 609"/>
                <a:gd name="T20" fmla="*/ 0 w 376"/>
                <a:gd name="T21" fmla="*/ 58276 h 609"/>
                <a:gd name="T22" fmla="*/ 22967 w 376"/>
                <a:gd name="T23" fmla="*/ 48204 h 609"/>
                <a:gd name="T24" fmla="*/ 38039 w 376"/>
                <a:gd name="T25" fmla="*/ 28059 h 609"/>
                <a:gd name="T26" fmla="*/ 45575 w 376"/>
                <a:gd name="T27" fmla="*/ 0 h 609"/>
                <a:gd name="T28" fmla="*/ 76079 w 376"/>
                <a:gd name="T29" fmla="*/ 0 h 609"/>
                <a:gd name="T30" fmla="*/ 76079 w 376"/>
                <a:gd name="T31" fmla="*/ 50722 h 609"/>
                <a:gd name="T32" fmla="*/ 127037 w 376"/>
                <a:gd name="T33" fmla="*/ 50722 h 609"/>
                <a:gd name="T34" fmla="*/ 127037 w 376"/>
                <a:gd name="T35" fmla="*/ 88853 h 609"/>
                <a:gd name="T36" fmla="*/ 76079 w 376"/>
                <a:gd name="T37" fmla="*/ 88853 h 609"/>
                <a:gd name="T38" fmla="*/ 76079 w 376"/>
                <a:gd name="T39" fmla="*/ 144971 h 609"/>
                <a:gd name="T40" fmla="*/ 78591 w 376"/>
                <a:gd name="T41" fmla="*/ 167634 h 609"/>
                <a:gd name="T42" fmla="*/ 86486 w 376"/>
                <a:gd name="T43" fmla="*/ 178066 h 609"/>
                <a:gd name="T44" fmla="*/ 101558 w 376"/>
                <a:gd name="T45" fmla="*/ 183102 h 609"/>
                <a:gd name="T46" fmla="*/ 134573 w 376"/>
                <a:gd name="T47" fmla="*/ 172670 h 609"/>
                <a:gd name="T48" fmla="*/ 134573 w 376"/>
                <a:gd name="T49" fmla="*/ 205765 h 60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76" h="609">
                  <a:moveTo>
                    <a:pt x="375" y="572"/>
                  </a:moveTo>
                  <a:lnTo>
                    <a:pt x="375" y="572"/>
                  </a:lnTo>
                  <a:cubicBezTo>
                    <a:pt x="347" y="587"/>
                    <a:pt x="325" y="594"/>
                    <a:pt x="304" y="601"/>
                  </a:cubicBezTo>
                  <a:cubicBezTo>
                    <a:pt x="283" y="601"/>
                    <a:pt x="262" y="608"/>
                    <a:pt x="241" y="608"/>
                  </a:cubicBezTo>
                  <a:cubicBezTo>
                    <a:pt x="212" y="608"/>
                    <a:pt x="191" y="601"/>
                    <a:pt x="170" y="594"/>
                  </a:cubicBezTo>
                  <a:cubicBezTo>
                    <a:pt x="156" y="587"/>
                    <a:pt x="135" y="580"/>
                    <a:pt x="120" y="565"/>
                  </a:cubicBezTo>
                  <a:cubicBezTo>
                    <a:pt x="106" y="551"/>
                    <a:pt x="92" y="537"/>
                    <a:pt x="85" y="523"/>
                  </a:cubicBezTo>
                  <a:cubicBezTo>
                    <a:pt x="85" y="509"/>
                    <a:pt x="78" y="488"/>
                    <a:pt x="78" y="459"/>
                  </a:cubicBezTo>
                  <a:cubicBezTo>
                    <a:pt x="78" y="247"/>
                    <a:pt x="78" y="247"/>
                    <a:pt x="78" y="247"/>
                  </a:cubicBezTo>
                  <a:cubicBezTo>
                    <a:pt x="0" y="247"/>
                    <a:pt x="0" y="247"/>
                    <a:pt x="0" y="247"/>
                  </a:cubicBezTo>
                  <a:cubicBezTo>
                    <a:pt x="0" y="162"/>
                    <a:pt x="0" y="162"/>
                    <a:pt x="0" y="162"/>
                  </a:cubicBezTo>
                  <a:cubicBezTo>
                    <a:pt x="22" y="155"/>
                    <a:pt x="50" y="148"/>
                    <a:pt x="64" y="134"/>
                  </a:cubicBezTo>
                  <a:cubicBezTo>
                    <a:pt x="85" y="113"/>
                    <a:pt x="99" y="99"/>
                    <a:pt x="106" y="78"/>
                  </a:cubicBezTo>
                  <a:cubicBezTo>
                    <a:pt x="113" y="56"/>
                    <a:pt x="120" y="35"/>
                    <a:pt x="127" y="0"/>
                  </a:cubicBezTo>
                  <a:cubicBezTo>
                    <a:pt x="212" y="0"/>
                    <a:pt x="212" y="0"/>
                    <a:pt x="212" y="0"/>
                  </a:cubicBezTo>
                  <a:cubicBezTo>
                    <a:pt x="212" y="141"/>
                    <a:pt x="212" y="141"/>
                    <a:pt x="212" y="141"/>
                  </a:cubicBezTo>
                  <a:cubicBezTo>
                    <a:pt x="354" y="141"/>
                    <a:pt x="354" y="141"/>
                    <a:pt x="354" y="141"/>
                  </a:cubicBezTo>
                  <a:cubicBezTo>
                    <a:pt x="354" y="247"/>
                    <a:pt x="354" y="247"/>
                    <a:pt x="354" y="247"/>
                  </a:cubicBezTo>
                  <a:cubicBezTo>
                    <a:pt x="212" y="247"/>
                    <a:pt x="212" y="247"/>
                    <a:pt x="212" y="247"/>
                  </a:cubicBezTo>
                  <a:cubicBezTo>
                    <a:pt x="212" y="403"/>
                    <a:pt x="212" y="403"/>
                    <a:pt x="212" y="403"/>
                  </a:cubicBezTo>
                  <a:cubicBezTo>
                    <a:pt x="212" y="438"/>
                    <a:pt x="212" y="459"/>
                    <a:pt x="219" y="466"/>
                  </a:cubicBezTo>
                  <a:cubicBezTo>
                    <a:pt x="219" y="480"/>
                    <a:pt x="227" y="488"/>
                    <a:pt x="241" y="495"/>
                  </a:cubicBezTo>
                  <a:cubicBezTo>
                    <a:pt x="255" y="502"/>
                    <a:pt x="269" y="509"/>
                    <a:pt x="283" y="509"/>
                  </a:cubicBezTo>
                  <a:cubicBezTo>
                    <a:pt x="318" y="509"/>
                    <a:pt x="347" y="495"/>
                    <a:pt x="375" y="480"/>
                  </a:cubicBezTo>
                  <a:lnTo>
                    <a:pt x="375" y="57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grpSp>
      <p:grpSp>
        <p:nvGrpSpPr>
          <p:cNvPr id="4" name="组合 3"/>
          <p:cNvGrpSpPr/>
          <p:nvPr/>
        </p:nvGrpSpPr>
        <p:grpSpPr>
          <a:xfrm>
            <a:off x="3940511" y="3730542"/>
            <a:ext cx="801843" cy="803632"/>
            <a:chOff x="3800811" y="4008335"/>
            <a:chExt cx="801843" cy="803632"/>
          </a:xfrm>
        </p:grpSpPr>
        <p:sp>
          <p:nvSpPr>
            <p:cNvPr id="64" name="橢圓 3"/>
            <p:cNvSpPr/>
            <p:nvPr/>
          </p:nvSpPr>
          <p:spPr>
            <a:xfrm>
              <a:off x="3800811" y="4008335"/>
              <a:ext cx="801843" cy="803632"/>
            </a:xfrm>
            <a:prstGeom prst="ellipse">
              <a:avLst/>
            </a:prstGeom>
            <a:solidFill>
              <a:srgbClr val="0F74E3"/>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cs typeface="+mn-ea"/>
                <a:sym typeface="+mn-lt"/>
              </a:endParaRPr>
            </a:p>
          </p:txBody>
        </p:sp>
        <p:sp>
          <p:nvSpPr>
            <p:cNvPr id="85" name="Freeform 22"/>
            <p:cNvSpPr>
              <a:spLocks noChangeArrowheads="1"/>
            </p:cNvSpPr>
            <p:nvPr/>
          </p:nvSpPr>
          <p:spPr bwMode="auto">
            <a:xfrm>
              <a:off x="4042826" y="4237002"/>
              <a:ext cx="317815" cy="301575"/>
            </a:xfrm>
            <a:custGeom>
              <a:avLst/>
              <a:gdLst>
                <a:gd name="T0" fmla="*/ 212060 w 602"/>
                <a:gd name="T1" fmla="*/ 129660 h 573"/>
                <a:gd name="T2" fmla="*/ 186411 w 602"/>
                <a:gd name="T3" fmla="*/ 124617 h 573"/>
                <a:gd name="T4" fmla="*/ 168709 w 602"/>
                <a:gd name="T5" fmla="*/ 88961 h 573"/>
                <a:gd name="T6" fmla="*/ 217118 w 602"/>
                <a:gd name="T7" fmla="*/ 94003 h 573"/>
                <a:gd name="T8" fmla="*/ 212060 w 602"/>
                <a:gd name="T9" fmla="*/ 129660 h 573"/>
                <a:gd name="T10" fmla="*/ 168709 w 602"/>
                <a:gd name="T11" fmla="*/ 112012 h 573"/>
                <a:gd name="T12" fmla="*/ 171238 w 602"/>
                <a:gd name="T13" fmla="*/ 112012 h 573"/>
                <a:gd name="T14" fmla="*/ 178824 w 602"/>
                <a:gd name="T15" fmla="*/ 129660 h 573"/>
                <a:gd name="T16" fmla="*/ 161122 w 602"/>
                <a:gd name="T17" fmla="*/ 142626 h 573"/>
                <a:gd name="T18" fmla="*/ 102237 w 602"/>
                <a:gd name="T19" fmla="*/ 2521 h 573"/>
                <a:gd name="T20" fmla="*/ 163651 w 602"/>
                <a:gd name="T21" fmla="*/ 101927 h 573"/>
                <a:gd name="T22" fmla="*/ 166180 w 602"/>
                <a:gd name="T23" fmla="*/ 106969 h 573"/>
                <a:gd name="T24" fmla="*/ 168709 w 602"/>
                <a:gd name="T25" fmla="*/ 109490 h 573"/>
                <a:gd name="T26" fmla="*/ 168709 w 602"/>
                <a:gd name="T27" fmla="*/ 112012 h 573"/>
                <a:gd name="T28" fmla="*/ 107294 w 602"/>
                <a:gd name="T29" fmla="*/ 68792 h 573"/>
                <a:gd name="T30" fmla="*/ 71530 w 602"/>
                <a:gd name="T31" fmla="*/ 129660 h 573"/>
                <a:gd name="T32" fmla="*/ 38294 w 602"/>
                <a:gd name="T33" fmla="*/ 175761 h 573"/>
                <a:gd name="T34" fmla="*/ 25650 w 602"/>
                <a:gd name="T35" fmla="*/ 160274 h 573"/>
                <a:gd name="T36" fmla="*/ 66472 w 602"/>
                <a:gd name="T37" fmla="*/ 88961 h 573"/>
                <a:gd name="T38" fmla="*/ 92122 w 602"/>
                <a:gd name="T39" fmla="*/ 53305 h 573"/>
                <a:gd name="T40" fmla="*/ 107294 w 602"/>
                <a:gd name="T41" fmla="*/ 68792 h 573"/>
                <a:gd name="T42" fmla="*/ 2529 w 602"/>
                <a:gd name="T43" fmla="*/ 129660 h 573"/>
                <a:gd name="T44" fmla="*/ 0 w 602"/>
                <a:gd name="T45" fmla="*/ 94003 h 573"/>
                <a:gd name="T46" fmla="*/ 53828 w 602"/>
                <a:gd name="T47" fmla="*/ 88961 h 573"/>
                <a:gd name="T48" fmla="*/ 2529 w 602"/>
                <a:gd name="T49" fmla="*/ 129660 h 573"/>
                <a:gd name="T50" fmla="*/ 23121 w 602"/>
                <a:gd name="T51" fmla="*/ 173240 h 573"/>
                <a:gd name="T52" fmla="*/ 35765 w 602"/>
                <a:gd name="T53" fmla="*/ 185846 h 573"/>
                <a:gd name="T54" fmla="*/ 15534 w 602"/>
                <a:gd name="T55" fmla="*/ 195930 h 573"/>
                <a:gd name="T56" fmla="*/ 23121 w 602"/>
                <a:gd name="T57" fmla="*/ 173240 h 573"/>
                <a:gd name="T58" fmla="*/ 125357 w 602"/>
                <a:gd name="T59" fmla="*/ 88961 h 573"/>
                <a:gd name="T60" fmla="*/ 81645 w 602"/>
                <a:gd name="T61" fmla="*/ 129660 h 573"/>
                <a:gd name="T62" fmla="*/ 125357 w 602"/>
                <a:gd name="T63" fmla="*/ 88961 h 573"/>
                <a:gd name="T64" fmla="*/ 171238 w 602"/>
                <a:gd name="T65" fmla="*/ 150189 h 573"/>
                <a:gd name="T66" fmla="*/ 186411 w 602"/>
                <a:gd name="T67" fmla="*/ 147668 h 573"/>
                <a:gd name="T68" fmla="*/ 191468 w 602"/>
                <a:gd name="T69" fmla="*/ 167837 h 573"/>
                <a:gd name="T70" fmla="*/ 178824 w 602"/>
                <a:gd name="T71" fmla="*/ 170358 h 573"/>
                <a:gd name="T72" fmla="*/ 171238 w 602"/>
                <a:gd name="T73" fmla="*/ 150189 h 573"/>
                <a:gd name="T74" fmla="*/ 209531 w 602"/>
                <a:gd name="T75" fmla="*/ 206015 h 573"/>
                <a:gd name="T76" fmla="*/ 191468 w 602"/>
                <a:gd name="T77" fmla="*/ 178282 h 57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2" h="573">
                  <a:moveTo>
                    <a:pt x="587" y="360"/>
                  </a:moveTo>
                  <a:lnTo>
                    <a:pt x="587" y="360"/>
                  </a:lnTo>
                  <a:cubicBezTo>
                    <a:pt x="523" y="360"/>
                    <a:pt x="523" y="360"/>
                    <a:pt x="523" y="360"/>
                  </a:cubicBezTo>
                  <a:cubicBezTo>
                    <a:pt x="516" y="353"/>
                    <a:pt x="516" y="353"/>
                    <a:pt x="516" y="346"/>
                  </a:cubicBezTo>
                  <a:cubicBezTo>
                    <a:pt x="516" y="346"/>
                    <a:pt x="509" y="332"/>
                    <a:pt x="502" y="318"/>
                  </a:cubicBezTo>
                  <a:cubicBezTo>
                    <a:pt x="495" y="304"/>
                    <a:pt x="481" y="275"/>
                    <a:pt x="467" y="247"/>
                  </a:cubicBezTo>
                  <a:cubicBezTo>
                    <a:pt x="587" y="247"/>
                    <a:pt x="587" y="247"/>
                    <a:pt x="587" y="247"/>
                  </a:cubicBezTo>
                  <a:cubicBezTo>
                    <a:pt x="594" y="247"/>
                    <a:pt x="601" y="254"/>
                    <a:pt x="601" y="261"/>
                  </a:cubicBezTo>
                  <a:cubicBezTo>
                    <a:pt x="601" y="346"/>
                    <a:pt x="601" y="346"/>
                    <a:pt x="601" y="346"/>
                  </a:cubicBezTo>
                  <a:cubicBezTo>
                    <a:pt x="601" y="353"/>
                    <a:pt x="594" y="360"/>
                    <a:pt x="587" y="360"/>
                  </a:cubicBezTo>
                  <a:close/>
                  <a:moveTo>
                    <a:pt x="467" y="311"/>
                  </a:moveTo>
                  <a:lnTo>
                    <a:pt x="467" y="311"/>
                  </a:lnTo>
                  <a:cubicBezTo>
                    <a:pt x="474" y="311"/>
                    <a:pt x="474" y="311"/>
                    <a:pt x="474" y="311"/>
                  </a:cubicBezTo>
                  <a:cubicBezTo>
                    <a:pt x="481" y="332"/>
                    <a:pt x="488" y="353"/>
                    <a:pt x="495" y="360"/>
                  </a:cubicBezTo>
                  <a:cubicBezTo>
                    <a:pt x="502" y="375"/>
                    <a:pt x="488" y="389"/>
                    <a:pt x="474" y="396"/>
                  </a:cubicBezTo>
                  <a:cubicBezTo>
                    <a:pt x="467" y="396"/>
                    <a:pt x="460" y="403"/>
                    <a:pt x="446" y="396"/>
                  </a:cubicBezTo>
                  <a:cubicBezTo>
                    <a:pt x="431" y="389"/>
                    <a:pt x="361" y="219"/>
                    <a:pt x="340" y="177"/>
                  </a:cubicBezTo>
                  <a:cubicBezTo>
                    <a:pt x="325" y="127"/>
                    <a:pt x="269" y="14"/>
                    <a:pt x="283" y="7"/>
                  </a:cubicBezTo>
                  <a:cubicBezTo>
                    <a:pt x="297" y="0"/>
                    <a:pt x="347" y="92"/>
                    <a:pt x="375" y="148"/>
                  </a:cubicBezTo>
                  <a:cubicBezTo>
                    <a:pt x="396" y="177"/>
                    <a:pt x="431" y="233"/>
                    <a:pt x="453" y="283"/>
                  </a:cubicBezTo>
                  <a:lnTo>
                    <a:pt x="460" y="290"/>
                  </a:lnTo>
                  <a:cubicBezTo>
                    <a:pt x="460" y="290"/>
                    <a:pt x="460" y="290"/>
                    <a:pt x="460" y="297"/>
                  </a:cubicBezTo>
                  <a:cubicBezTo>
                    <a:pt x="460" y="297"/>
                    <a:pt x="460" y="297"/>
                    <a:pt x="467" y="304"/>
                  </a:cubicBezTo>
                  <a:cubicBezTo>
                    <a:pt x="467" y="304"/>
                    <a:pt x="467" y="304"/>
                    <a:pt x="467" y="311"/>
                  </a:cubicBezTo>
                  <a:close/>
                  <a:moveTo>
                    <a:pt x="297" y="191"/>
                  </a:moveTo>
                  <a:lnTo>
                    <a:pt x="297" y="191"/>
                  </a:lnTo>
                  <a:cubicBezTo>
                    <a:pt x="248" y="275"/>
                    <a:pt x="248" y="275"/>
                    <a:pt x="248" y="275"/>
                  </a:cubicBezTo>
                  <a:cubicBezTo>
                    <a:pt x="198" y="360"/>
                    <a:pt x="198" y="360"/>
                    <a:pt x="198" y="360"/>
                  </a:cubicBezTo>
                  <a:cubicBezTo>
                    <a:pt x="127" y="481"/>
                    <a:pt x="127" y="481"/>
                    <a:pt x="127" y="481"/>
                  </a:cubicBezTo>
                  <a:cubicBezTo>
                    <a:pt x="127" y="488"/>
                    <a:pt x="113" y="488"/>
                    <a:pt x="106" y="488"/>
                  </a:cubicBezTo>
                  <a:cubicBezTo>
                    <a:pt x="71" y="466"/>
                    <a:pt x="71" y="466"/>
                    <a:pt x="71" y="466"/>
                  </a:cubicBezTo>
                  <a:cubicBezTo>
                    <a:pt x="64" y="459"/>
                    <a:pt x="64" y="452"/>
                    <a:pt x="71" y="445"/>
                  </a:cubicBezTo>
                  <a:cubicBezTo>
                    <a:pt x="120" y="360"/>
                    <a:pt x="120" y="360"/>
                    <a:pt x="120" y="360"/>
                  </a:cubicBezTo>
                  <a:cubicBezTo>
                    <a:pt x="184" y="247"/>
                    <a:pt x="184" y="247"/>
                    <a:pt x="184" y="247"/>
                  </a:cubicBezTo>
                  <a:cubicBezTo>
                    <a:pt x="233" y="155"/>
                    <a:pt x="233" y="155"/>
                    <a:pt x="233" y="155"/>
                  </a:cubicBezTo>
                  <a:cubicBezTo>
                    <a:pt x="240" y="148"/>
                    <a:pt x="248" y="141"/>
                    <a:pt x="255" y="148"/>
                  </a:cubicBezTo>
                  <a:cubicBezTo>
                    <a:pt x="290" y="170"/>
                    <a:pt x="290" y="170"/>
                    <a:pt x="290" y="170"/>
                  </a:cubicBezTo>
                  <a:cubicBezTo>
                    <a:pt x="297" y="170"/>
                    <a:pt x="304" y="184"/>
                    <a:pt x="297" y="191"/>
                  </a:cubicBezTo>
                  <a:close/>
                  <a:moveTo>
                    <a:pt x="7" y="360"/>
                  </a:moveTo>
                  <a:lnTo>
                    <a:pt x="7" y="360"/>
                  </a:lnTo>
                  <a:cubicBezTo>
                    <a:pt x="0" y="360"/>
                    <a:pt x="0" y="353"/>
                    <a:pt x="0" y="346"/>
                  </a:cubicBezTo>
                  <a:cubicBezTo>
                    <a:pt x="0" y="261"/>
                    <a:pt x="0" y="261"/>
                    <a:pt x="0" y="261"/>
                  </a:cubicBezTo>
                  <a:cubicBezTo>
                    <a:pt x="0" y="254"/>
                    <a:pt x="0" y="247"/>
                    <a:pt x="7" y="247"/>
                  </a:cubicBezTo>
                  <a:cubicBezTo>
                    <a:pt x="149" y="247"/>
                    <a:pt x="149" y="247"/>
                    <a:pt x="149" y="247"/>
                  </a:cubicBezTo>
                  <a:cubicBezTo>
                    <a:pt x="92" y="360"/>
                    <a:pt x="92" y="360"/>
                    <a:pt x="92" y="360"/>
                  </a:cubicBezTo>
                  <a:lnTo>
                    <a:pt x="7" y="360"/>
                  </a:lnTo>
                  <a:close/>
                  <a:moveTo>
                    <a:pt x="64" y="481"/>
                  </a:moveTo>
                  <a:lnTo>
                    <a:pt x="64" y="481"/>
                  </a:lnTo>
                  <a:cubicBezTo>
                    <a:pt x="99" y="502"/>
                    <a:pt x="99" y="502"/>
                    <a:pt x="99" y="502"/>
                  </a:cubicBezTo>
                  <a:cubicBezTo>
                    <a:pt x="106" y="509"/>
                    <a:pt x="106" y="516"/>
                    <a:pt x="99" y="516"/>
                  </a:cubicBezTo>
                  <a:cubicBezTo>
                    <a:pt x="50" y="551"/>
                    <a:pt x="50" y="551"/>
                    <a:pt x="50" y="551"/>
                  </a:cubicBezTo>
                  <a:cubicBezTo>
                    <a:pt x="43" y="551"/>
                    <a:pt x="43" y="551"/>
                    <a:pt x="43" y="544"/>
                  </a:cubicBezTo>
                  <a:cubicBezTo>
                    <a:pt x="50" y="488"/>
                    <a:pt x="50" y="488"/>
                    <a:pt x="50" y="488"/>
                  </a:cubicBezTo>
                  <a:cubicBezTo>
                    <a:pt x="50" y="481"/>
                    <a:pt x="57" y="481"/>
                    <a:pt x="64" y="481"/>
                  </a:cubicBezTo>
                  <a:close/>
                  <a:moveTo>
                    <a:pt x="347" y="247"/>
                  </a:moveTo>
                  <a:lnTo>
                    <a:pt x="347" y="247"/>
                  </a:lnTo>
                  <a:cubicBezTo>
                    <a:pt x="368" y="297"/>
                    <a:pt x="382" y="332"/>
                    <a:pt x="396" y="360"/>
                  </a:cubicBezTo>
                  <a:cubicBezTo>
                    <a:pt x="226" y="360"/>
                    <a:pt x="226" y="360"/>
                    <a:pt x="226" y="360"/>
                  </a:cubicBezTo>
                  <a:cubicBezTo>
                    <a:pt x="290" y="247"/>
                    <a:pt x="290" y="247"/>
                    <a:pt x="290" y="247"/>
                  </a:cubicBezTo>
                  <a:lnTo>
                    <a:pt x="347" y="247"/>
                  </a:lnTo>
                  <a:close/>
                  <a:moveTo>
                    <a:pt x="474" y="417"/>
                  </a:moveTo>
                  <a:lnTo>
                    <a:pt x="474" y="417"/>
                  </a:lnTo>
                  <a:cubicBezTo>
                    <a:pt x="495" y="403"/>
                    <a:pt x="495" y="403"/>
                    <a:pt x="495" y="403"/>
                  </a:cubicBezTo>
                  <a:cubicBezTo>
                    <a:pt x="502" y="403"/>
                    <a:pt x="516" y="403"/>
                    <a:pt x="516" y="410"/>
                  </a:cubicBezTo>
                  <a:cubicBezTo>
                    <a:pt x="537" y="445"/>
                    <a:pt x="537" y="445"/>
                    <a:pt x="537" y="445"/>
                  </a:cubicBezTo>
                  <a:cubicBezTo>
                    <a:pt x="537" y="452"/>
                    <a:pt x="537" y="459"/>
                    <a:pt x="530" y="466"/>
                  </a:cubicBezTo>
                  <a:cubicBezTo>
                    <a:pt x="516" y="473"/>
                    <a:pt x="516" y="473"/>
                    <a:pt x="516" y="473"/>
                  </a:cubicBezTo>
                  <a:cubicBezTo>
                    <a:pt x="509" y="481"/>
                    <a:pt x="495" y="481"/>
                    <a:pt x="495" y="473"/>
                  </a:cubicBezTo>
                  <a:cubicBezTo>
                    <a:pt x="474" y="438"/>
                    <a:pt x="474" y="438"/>
                    <a:pt x="474" y="438"/>
                  </a:cubicBezTo>
                  <a:cubicBezTo>
                    <a:pt x="467" y="431"/>
                    <a:pt x="467" y="417"/>
                    <a:pt x="474" y="417"/>
                  </a:cubicBezTo>
                  <a:close/>
                  <a:moveTo>
                    <a:pt x="580" y="572"/>
                  </a:moveTo>
                  <a:lnTo>
                    <a:pt x="580" y="572"/>
                  </a:lnTo>
                  <a:cubicBezTo>
                    <a:pt x="580" y="558"/>
                    <a:pt x="544" y="551"/>
                    <a:pt x="530" y="530"/>
                  </a:cubicBezTo>
                  <a:cubicBezTo>
                    <a:pt x="509" y="509"/>
                    <a:pt x="523" y="502"/>
                    <a:pt x="530" y="495"/>
                  </a:cubicBezTo>
                  <a:cubicBezTo>
                    <a:pt x="594" y="459"/>
                    <a:pt x="580" y="572"/>
                    <a:pt x="580" y="572"/>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grpSp>
      <p:grpSp>
        <p:nvGrpSpPr>
          <p:cNvPr id="6" name="组合 5"/>
          <p:cNvGrpSpPr/>
          <p:nvPr/>
        </p:nvGrpSpPr>
        <p:grpSpPr>
          <a:xfrm>
            <a:off x="7368034" y="3855712"/>
            <a:ext cx="801843" cy="801843"/>
            <a:chOff x="7228334" y="4133505"/>
            <a:chExt cx="801843" cy="801843"/>
          </a:xfrm>
        </p:grpSpPr>
        <p:sp>
          <p:nvSpPr>
            <p:cNvPr id="77" name="橢圓 9"/>
            <p:cNvSpPr/>
            <p:nvPr/>
          </p:nvSpPr>
          <p:spPr>
            <a:xfrm>
              <a:off x="7228334" y="4133505"/>
              <a:ext cx="801843" cy="801843"/>
            </a:xfrm>
            <a:prstGeom prst="ellipse">
              <a:avLst/>
            </a:prstGeom>
            <a:solidFill>
              <a:srgbClr val="0F74E3"/>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cs typeface="+mn-ea"/>
                <a:sym typeface="+mn-lt"/>
              </a:endParaRPr>
            </a:p>
          </p:txBody>
        </p:sp>
        <p:sp>
          <p:nvSpPr>
            <p:cNvPr id="86" name="Freeform 16"/>
            <p:cNvSpPr>
              <a:spLocks noChangeArrowheads="1"/>
            </p:cNvSpPr>
            <p:nvPr/>
          </p:nvSpPr>
          <p:spPr bwMode="auto">
            <a:xfrm>
              <a:off x="7510231" y="4387789"/>
              <a:ext cx="243581" cy="320133"/>
            </a:xfrm>
            <a:custGeom>
              <a:avLst/>
              <a:gdLst>
                <a:gd name="T0" fmla="*/ 69059 w 461"/>
                <a:gd name="T1" fmla="*/ 142453 h 609"/>
                <a:gd name="T2" fmla="*/ 69059 w 461"/>
                <a:gd name="T3" fmla="*/ 142453 h 609"/>
                <a:gd name="T4" fmla="*/ 63997 w 461"/>
                <a:gd name="T5" fmla="*/ 162598 h 609"/>
                <a:gd name="T6" fmla="*/ 58935 w 461"/>
                <a:gd name="T7" fmla="*/ 183102 h 609"/>
                <a:gd name="T8" fmla="*/ 40857 w 461"/>
                <a:gd name="T9" fmla="*/ 213319 h 609"/>
                <a:gd name="T10" fmla="*/ 35795 w 461"/>
                <a:gd name="T11" fmla="*/ 215837 h 609"/>
                <a:gd name="T12" fmla="*/ 33264 w 461"/>
                <a:gd name="T13" fmla="*/ 213319 h 609"/>
                <a:gd name="T14" fmla="*/ 33264 w 461"/>
                <a:gd name="T15" fmla="*/ 185620 h 609"/>
                <a:gd name="T16" fmla="*/ 38326 w 461"/>
                <a:gd name="T17" fmla="*/ 155043 h 609"/>
                <a:gd name="T18" fmla="*/ 51342 w 461"/>
                <a:gd name="T19" fmla="*/ 103962 h 609"/>
                <a:gd name="T20" fmla="*/ 51342 w 461"/>
                <a:gd name="T21" fmla="*/ 98925 h 609"/>
                <a:gd name="T22" fmla="*/ 48811 w 461"/>
                <a:gd name="T23" fmla="*/ 86335 h 609"/>
                <a:gd name="T24" fmla="*/ 48811 w 461"/>
                <a:gd name="T25" fmla="*/ 68708 h 609"/>
                <a:gd name="T26" fmla="*/ 66528 w 461"/>
                <a:gd name="T27" fmla="*/ 48204 h 609"/>
                <a:gd name="T28" fmla="*/ 79544 w 461"/>
                <a:gd name="T29" fmla="*/ 50722 h 609"/>
                <a:gd name="T30" fmla="*/ 87137 w 461"/>
                <a:gd name="T31" fmla="*/ 60794 h 609"/>
                <a:gd name="T32" fmla="*/ 87137 w 461"/>
                <a:gd name="T33" fmla="*/ 76263 h 609"/>
                <a:gd name="T34" fmla="*/ 79544 w 461"/>
                <a:gd name="T35" fmla="*/ 103962 h 609"/>
                <a:gd name="T36" fmla="*/ 77013 w 461"/>
                <a:gd name="T37" fmla="*/ 119430 h 609"/>
                <a:gd name="T38" fmla="*/ 84606 w 461"/>
                <a:gd name="T39" fmla="*/ 132021 h 609"/>
                <a:gd name="T40" fmla="*/ 97261 w 461"/>
                <a:gd name="T41" fmla="*/ 134539 h 609"/>
                <a:gd name="T42" fmla="*/ 120401 w 461"/>
                <a:gd name="T43" fmla="*/ 121948 h 609"/>
                <a:gd name="T44" fmla="*/ 135586 w 461"/>
                <a:gd name="T45" fmla="*/ 81299 h 609"/>
                <a:gd name="T46" fmla="*/ 135586 w 461"/>
                <a:gd name="T47" fmla="*/ 66190 h 609"/>
                <a:gd name="T48" fmla="*/ 125463 w 461"/>
                <a:gd name="T49" fmla="*/ 38131 h 609"/>
                <a:gd name="T50" fmla="*/ 104854 w 461"/>
                <a:gd name="T51" fmla="*/ 22663 h 609"/>
                <a:gd name="T52" fmla="*/ 74121 w 461"/>
                <a:gd name="T53" fmla="*/ 22663 h 609"/>
                <a:gd name="T54" fmla="*/ 30733 w 461"/>
                <a:gd name="T55" fmla="*/ 50722 h 609"/>
                <a:gd name="T56" fmla="*/ 23140 w 461"/>
                <a:gd name="T57" fmla="*/ 81299 h 609"/>
                <a:gd name="T58" fmla="*/ 30733 w 461"/>
                <a:gd name="T59" fmla="*/ 101444 h 609"/>
                <a:gd name="T60" fmla="*/ 33264 w 461"/>
                <a:gd name="T61" fmla="*/ 106840 h 609"/>
                <a:gd name="T62" fmla="*/ 33264 w 461"/>
                <a:gd name="T63" fmla="*/ 116912 h 609"/>
                <a:gd name="T64" fmla="*/ 28202 w 461"/>
                <a:gd name="T65" fmla="*/ 124466 h 609"/>
                <a:gd name="T66" fmla="*/ 23140 w 461"/>
                <a:gd name="T67" fmla="*/ 124466 h 609"/>
                <a:gd name="T68" fmla="*/ 0 w 461"/>
                <a:gd name="T69" fmla="*/ 91371 h 609"/>
                <a:gd name="T70" fmla="*/ 0 w 461"/>
                <a:gd name="T71" fmla="*/ 63312 h 609"/>
                <a:gd name="T72" fmla="*/ 10485 w 461"/>
                <a:gd name="T73" fmla="*/ 43167 h 609"/>
                <a:gd name="T74" fmla="*/ 38326 w 461"/>
                <a:gd name="T75" fmla="*/ 12591 h 609"/>
                <a:gd name="T76" fmla="*/ 71590 w 461"/>
                <a:gd name="T77" fmla="*/ 0 h 609"/>
                <a:gd name="T78" fmla="*/ 87137 w 461"/>
                <a:gd name="T79" fmla="*/ 0 h 609"/>
                <a:gd name="T80" fmla="*/ 122932 w 461"/>
                <a:gd name="T81" fmla="*/ 7554 h 609"/>
                <a:gd name="T82" fmla="*/ 148241 w 461"/>
                <a:gd name="T83" fmla="*/ 25541 h 609"/>
                <a:gd name="T84" fmla="*/ 163788 w 461"/>
                <a:gd name="T85" fmla="*/ 53240 h 609"/>
                <a:gd name="T86" fmla="*/ 166319 w 461"/>
                <a:gd name="T87" fmla="*/ 73744 h 609"/>
                <a:gd name="T88" fmla="*/ 163788 w 461"/>
                <a:gd name="T89" fmla="*/ 91371 h 609"/>
                <a:gd name="T90" fmla="*/ 130525 w 461"/>
                <a:gd name="T91" fmla="*/ 147489 h 609"/>
                <a:gd name="T92" fmla="*/ 117870 w 461"/>
                <a:gd name="T93" fmla="*/ 155043 h 609"/>
                <a:gd name="T94" fmla="*/ 97261 w 461"/>
                <a:gd name="T95" fmla="*/ 157561 h 609"/>
                <a:gd name="T96" fmla="*/ 82075 w 461"/>
                <a:gd name="T97" fmla="*/ 152525 h 609"/>
                <a:gd name="T98" fmla="*/ 69059 w 461"/>
                <a:gd name="T99" fmla="*/ 142453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61" h="609">
                  <a:moveTo>
                    <a:pt x="191" y="396"/>
                  </a:moveTo>
                  <a:lnTo>
                    <a:pt x="191" y="396"/>
                  </a:lnTo>
                  <a:cubicBezTo>
                    <a:pt x="184" y="410"/>
                    <a:pt x="184" y="431"/>
                    <a:pt x="177" y="452"/>
                  </a:cubicBezTo>
                  <a:cubicBezTo>
                    <a:pt x="170" y="473"/>
                    <a:pt x="170" y="495"/>
                    <a:pt x="163" y="509"/>
                  </a:cubicBezTo>
                  <a:cubicBezTo>
                    <a:pt x="149" y="544"/>
                    <a:pt x="135" y="572"/>
                    <a:pt x="113" y="593"/>
                  </a:cubicBezTo>
                  <a:cubicBezTo>
                    <a:pt x="99" y="608"/>
                    <a:pt x="99" y="600"/>
                    <a:pt x="99" y="600"/>
                  </a:cubicBezTo>
                  <a:cubicBezTo>
                    <a:pt x="92" y="600"/>
                    <a:pt x="92" y="600"/>
                    <a:pt x="92" y="593"/>
                  </a:cubicBezTo>
                  <a:cubicBezTo>
                    <a:pt x="92" y="572"/>
                    <a:pt x="92" y="544"/>
                    <a:pt x="92" y="516"/>
                  </a:cubicBezTo>
                  <a:cubicBezTo>
                    <a:pt x="92" y="487"/>
                    <a:pt x="99" y="459"/>
                    <a:pt x="106" y="431"/>
                  </a:cubicBezTo>
                  <a:cubicBezTo>
                    <a:pt x="120" y="389"/>
                    <a:pt x="128" y="339"/>
                    <a:pt x="142" y="289"/>
                  </a:cubicBezTo>
                  <a:cubicBezTo>
                    <a:pt x="142" y="282"/>
                    <a:pt x="142" y="282"/>
                    <a:pt x="142" y="275"/>
                  </a:cubicBezTo>
                  <a:cubicBezTo>
                    <a:pt x="142" y="261"/>
                    <a:pt x="135" y="254"/>
                    <a:pt x="135" y="240"/>
                  </a:cubicBezTo>
                  <a:cubicBezTo>
                    <a:pt x="135" y="219"/>
                    <a:pt x="135" y="205"/>
                    <a:pt x="135" y="191"/>
                  </a:cubicBezTo>
                  <a:cubicBezTo>
                    <a:pt x="142" y="169"/>
                    <a:pt x="156" y="148"/>
                    <a:pt x="184" y="134"/>
                  </a:cubicBezTo>
                  <a:cubicBezTo>
                    <a:pt x="198" y="134"/>
                    <a:pt x="213" y="134"/>
                    <a:pt x="220" y="141"/>
                  </a:cubicBezTo>
                  <a:cubicBezTo>
                    <a:pt x="234" y="148"/>
                    <a:pt x="241" y="155"/>
                    <a:pt x="241" y="169"/>
                  </a:cubicBezTo>
                  <a:cubicBezTo>
                    <a:pt x="248" y="184"/>
                    <a:pt x="241" y="205"/>
                    <a:pt x="241" y="212"/>
                  </a:cubicBezTo>
                  <a:cubicBezTo>
                    <a:pt x="234" y="240"/>
                    <a:pt x="227" y="261"/>
                    <a:pt x="220" y="289"/>
                  </a:cubicBezTo>
                  <a:cubicBezTo>
                    <a:pt x="213" y="304"/>
                    <a:pt x="213" y="318"/>
                    <a:pt x="213" y="332"/>
                  </a:cubicBezTo>
                  <a:cubicBezTo>
                    <a:pt x="220" y="346"/>
                    <a:pt x="227" y="360"/>
                    <a:pt x="234" y="367"/>
                  </a:cubicBezTo>
                  <a:cubicBezTo>
                    <a:pt x="248" y="374"/>
                    <a:pt x="255" y="374"/>
                    <a:pt x="269" y="374"/>
                  </a:cubicBezTo>
                  <a:cubicBezTo>
                    <a:pt x="304" y="374"/>
                    <a:pt x="318" y="353"/>
                    <a:pt x="333" y="339"/>
                  </a:cubicBezTo>
                  <a:cubicBezTo>
                    <a:pt x="354" y="311"/>
                    <a:pt x="368" y="275"/>
                    <a:pt x="375" y="226"/>
                  </a:cubicBezTo>
                  <a:cubicBezTo>
                    <a:pt x="375" y="212"/>
                    <a:pt x="375" y="198"/>
                    <a:pt x="375" y="184"/>
                  </a:cubicBezTo>
                  <a:cubicBezTo>
                    <a:pt x="375" y="148"/>
                    <a:pt x="368" y="127"/>
                    <a:pt x="347" y="106"/>
                  </a:cubicBezTo>
                  <a:cubicBezTo>
                    <a:pt x="333" y="92"/>
                    <a:pt x="318" y="78"/>
                    <a:pt x="290" y="63"/>
                  </a:cubicBezTo>
                  <a:cubicBezTo>
                    <a:pt x="269" y="56"/>
                    <a:pt x="234" y="56"/>
                    <a:pt x="205" y="63"/>
                  </a:cubicBezTo>
                  <a:cubicBezTo>
                    <a:pt x="149" y="71"/>
                    <a:pt x="106" y="99"/>
                    <a:pt x="85" y="141"/>
                  </a:cubicBezTo>
                  <a:cubicBezTo>
                    <a:pt x="71" y="169"/>
                    <a:pt x="64" y="191"/>
                    <a:pt x="64" y="226"/>
                  </a:cubicBezTo>
                  <a:cubicBezTo>
                    <a:pt x="64" y="247"/>
                    <a:pt x="71" y="268"/>
                    <a:pt x="85" y="282"/>
                  </a:cubicBezTo>
                  <a:cubicBezTo>
                    <a:pt x="85" y="289"/>
                    <a:pt x="92" y="289"/>
                    <a:pt x="92" y="297"/>
                  </a:cubicBezTo>
                  <a:cubicBezTo>
                    <a:pt x="99" y="304"/>
                    <a:pt x="92" y="318"/>
                    <a:pt x="92" y="325"/>
                  </a:cubicBezTo>
                  <a:cubicBezTo>
                    <a:pt x="85" y="332"/>
                    <a:pt x="85" y="346"/>
                    <a:pt x="78" y="346"/>
                  </a:cubicBezTo>
                  <a:cubicBezTo>
                    <a:pt x="71" y="346"/>
                    <a:pt x="64" y="346"/>
                    <a:pt x="64" y="346"/>
                  </a:cubicBezTo>
                  <a:cubicBezTo>
                    <a:pt x="29" y="325"/>
                    <a:pt x="15" y="297"/>
                    <a:pt x="0" y="254"/>
                  </a:cubicBezTo>
                  <a:cubicBezTo>
                    <a:pt x="0" y="233"/>
                    <a:pt x="0" y="205"/>
                    <a:pt x="0" y="176"/>
                  </a:cubicBezTo>
                  <a:cubicBezTo>
                    <a:pt x="7" y="155"/>
                    <a:pt x="15" y="134"/>
                    <a:pt x="29" y="120"/>
                  </a:cubicBezTo>
                  <a:cubicBezTo>
                    <a:pt x="43" y="85"/>
                    <a:pt x="71" y="56"/>
                    <a:pt x="106" y="35"/>
                  </a:cubicBezTo>
                  <a:cubicBezTo>
                    <a:pt x="135" y="21"/>
                    <a:pt x="163" y="7"/>
                    <a:pt x="198" y="0"/>
                  </a:cubicBezTo>
                  <a:cubicBezTo>
                    <a:pt x="213" y="0"/>
                    <a:pt x="227" y="0"/>
                    <a:pt x="241" y="0"/>
                  </a:cubicBezTo>
                  <a:cubicBezTo>
                    <a:pt x="276" y="0"/>
                    <a:pt x="311" y="7"/>
                    <a:pt x="340" y="21"/>
                  </a:cubicBezTo>
                  <a:cubicBezTo>
                    <a:pt x="368" y="35"/>
                    <a:pt x="389" y="49"/>
                    <a:pt x="410" y="71"/>
                  </a:cubicBezTo>
                  <a:cubicBezTo>
                    <a:pt x="431" y="92"/>
                    <a:pt x="446" y="113"/>
                    <a:pt x="453" y="148"/>
                  </a:cubicBezTo>
                  <a:cubicBezTo>
                    <a:pt x="460" y="162"/>
                    <a:pt x="460" y="184"/>
                    <a:pt x="460" y="205"/>
                  </a:cubicBezTo>
                  <a:cubicBezTo>
                    <a:pt x="460" y="219"/>
                    <a:pt x="460" y="240"/>
                    <a:pt x="453" y="254"/>
                  </a:cubicBezTo>
                  <a:cubicBezTo>
                    <a:pt x="446" y="325"/>
                    <a:pt x="410" y="382"/>
                    <a:pt x="361" y="410"/>
                  </a:cubicBezTo>
                  <a:cubicBezTo>
                    <a:pt x="354" y="417"/>
                    <a:pt x="340" y="424"/>
                    <a:pt x="326" y="431"/>
                  </a:cubicBezTo>
                  <a:cubicBezTo>
                    <a:pt x="304" y="431"/>
                    <a:pt x="290" y="438"/>
                    <a:pt x="269" y="438"/>
                  </a:cubicBezTo>
                  <a:cubicBezTo>
                    <a:pt x="255" y="431"/>
                    <a:pt x="234" y="431"/>
                    <a:pt x="227" y="424"/>
                  </a:cubicBezTo>
                  <a:cubicBezTo>
                    <a:pt x="213" y="417"/>
                    <a:pt x="198" y="403"/>
                    <a:pt x="191" y="396"/>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hangingPunct="1">
                <a:defRPr/>
              </a:pPr>
              <a:endParaRPr lang="zh-CN" altLang="en-US">
                <a:cs typeface="+mn-ea"/>
                <a:sym typeface="+mn-lt"/>
              </a:endParaRPr>
            </a:p>
          </p:txBody>
        </p:sp>
      </p:grpSp>
      <p:sp>
        <p:nvSpPr>
          <p:cNvPr id="46" name="橢圓 6"/>
          <p:cNvSpPr/>
          <p:nvPr/>
        </p:nvSpPr>
        <p:spPr>
          <a:xfrm>
            <a:off x="4647013" y="2877162"/>
            <a:ext cx="473634" cy="473634"/>
          </a:xfrm>
          <a:prstGeom prst="ellipse">
            <a:avLst/>
          </a:prstGeom>
          <a:solidFill>
            <a:srgbClr val="04EEE8"/>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cs typeface="+mn-ea"/>
              <a:sym typeface="+mn-lt"/>
            </a:endParaRPr>
          </a:p>
        </p:txBody>
      </p:sp>
      <p:sp>
        <p:nvSpPr>
          <p:cNvPr id="48" name="橢圓 6"/>
          <p:cNvSpPr/>
          <p:nvPr/>
        </p:nvSpPr>
        <p:spPr>
          <a:xfrm>
            <a:off x="7125526" y="3034154"/>
            <a:ext cx="473634" cy="473634"/>
          </a:xfrm>
          <a:prstGeom prst="ellipse">
            <a:avLst/>
          </a:prstGeom>
          <a:solidFill>
            <a:srgbClr val="04EEE8"/>
          </a:solidFill>
          <a:ln w="25400" cap="flat" cmpd="sng" algn="ctr">
            <a:noFill/>
            <a:prstDash val="solid"/>
            <a:headEnd type="none" w="med" len="med"/>
            <a:tailEnd type="none" w="med" len="med"/>
          </a:ln>
          <a:effectLst/>
        </p:spPr>
        <p:txBody>
          <a:bodyPr/>
          <a:lstStyle/>
          <a:p>
            <a:pPr marL="233363" indent="-233363"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cs typeface="+mn-ea"/>
              <a:sym typeface="+mn-lt"/>
            </a:endParaRPr>
          </a:p>
        </p:txBody>
      </p:sp>
      <p:grpSp>
        <p:nvGrpSpPr>
          <p:cNvPr id="51" name="组合 50"/>
          <p:cNvGrpSpPr/>
          <p:nvPr/>
        </p:nvGrpSpPr>
        <p:grpSpPr>
          <a:xfrm>
            <a:off x="869248" y="4293627"/>
            <a:ext cx="3071263" cy="1099751"/>
            <a:chOff x="7483989" y="3291025"/>
            <a:chExt cx="3071263" cy="1099751"/>
          </a:xfrm>
        </p:grpSpPr>
        <p:sp>
          <p:nvSpPr>
            <p:cNvPr id="52" name="矩形 51"/>
            <p:cNvSpPr/>
            <p:nvPr/>
          </p:nvSpPr>
          <p:spPr>
            <a:xfrm>
              <a:off x="7483989" y="3732519"/>
              <a:ext cx="3071263" cy="658257"/>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a:t>
              </a:r>
            </a:p>
          </p:txBody>
        </p:sp>
        <p:sp>
          <p:nvSpPr>
            <p:cNvPr id="53" name="矩形 52"/>
            <p:cNvSpPr/>
            <p:nvPr/>
          </p:nvSpPr>
          <p:spPr>
            <a:xfrm>
              <a:off x="8504700" y="3291025"/>
              <a:ext cx="2050552" cy="487698"/>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54" name="组合 53"/>
          <p:cNvGrpSpPr/>
          <p:nvPr/>
        </p:nvGrpSpPr>
        <p:grpSpPr>
          <a:xfrm>
            <a:off x="8295090" y="4315611"/>
            <a:ext cx="3071263" cy="1099751"/>
            <a:chOff x="7483989" y="3291025"/>
            <a:chExt cx="3071263" cy="1099751"/>
          </a:xfrm>
        </p:grpSpPr>
        <p:sp>
          <p:nvSpPr>
            <p:cNvPr id="55" name="矩形 54"/>
            <p:cNvSpPr/>
            <p:nvPr/>
          </p:nvSpPr>
          <p:spPr>
            <a:xfrm>
              <a:off x="7483989" y="3732519"/>
              <a:ext cx="3071263" cy="658257"/>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a:t>
              </a:r>
            </a:p>
          </p:txBody>
        </p:sp>
        <p:sp>
          <p:nvSpPr>
            <p:cNvPr id="56" name="矩形 55"/>
            <p:cNvSpPr/>
            <p:nvPr/>
          </p:nvSpPr>
          <p:spPr>
            <a:xfrm>
              <a:off x="7483989" y="3291025"/>
              <a:ext cx="2050552" cy="487698"/>
            </a:xfrm>
            <a:prstGeom prst="rect">
              <a:avLst/>
            </a:prstGeom>
          </p:spPr>
          <p:txBody>
            <a:bodyPr wrap="square">
              <a:spAutoFit/>
              <a:scene3d>
                <a:camera prst="orthographicFront"/>
                <a:lightRig rig="threePt" dir="t"/>
              </a:scene3d>
              <a:sp3d contourW="12700"/>
            </a:bodyPr>
            <a:lstStyle/>
            <a:p>
              <a:pPr>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57" name="组合 56"/>
          <p:cNvGrpSpPr/>
          <p:nvPr/>
        </p:nvGrpSpPr>
        <p:grpSpPr>
          <a:xfrm>
            <a:off x="7780170" y="1835236"/>
            <a:ext cx="3071263" cy="1114881"/>
            <a:chOff x="7483989" y="3275895"/>
            <a:chExt cx="3071263" cy="1114881"/>
          </a:xfrm>
        </p:grpSpPr>
        <p:sp>
          <p:nvSpPr>
            <p:cNvPr id="58" name="矩形 57"/>
            <p:cNvSpPr/>
            <p:nvPr/>
          </p:nvSpPr>
          <p:spPr>
            <a:xfrm>
              <a:off x="7483989" y="3732519"/>
              <a:ext cx="3071263" cy="658257"/>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a:t>
              </a:r>
            </a:p>
          </p:txBody>
        </p:sp>
        <p:sp>
          <p:nvSpPr>
            <p:cNvPr id="59" name="矩形 58"/>
            <p:cNvSpPr/>
            <p:nvPr/>
          </p:nvSpPr>
          <p:spPr>
            <a:xfrm>
              <a:off x="7483989" y="3275895"/>
              <a:ext cx="2050552" cy="487698"/>
            </a:xfrm>
            <a:prstGeom prst="rect">
              <a:avLst/>
            </a:prstGeom>
          </p:spPr>
          <p:txBody>
            <a:bodyPr wrap="square">
              <a:spAutoFit/>
              <a:scene3d>
                <a:camera prst="orthographicFront"/>
                <a:lightRig rig="threePt" dir="t"/>
              </a:scene3d>
              <a:sp3d contourW="12700"/>
            </a:bodyPr>
            <a:lstStyle/>
            <a:p>
              <a:pPr>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60" name="组合 59"/>
          <p:cNvGrpSpPr/>
          <p:nvPr/>
        </p:nvGrpSpPr>
        <p:grpSpPr>
          <a:xfrm>
            <a:off x="1481296" y="1832983"/>
            <a:ext cx="3071263" cy="1117134"/>
            <a:chOff x="7483989" y="3273642"/>
            <a:chExt cx="3071263" cy="1117134"/>
          </a:xfrm>
        </p:grpSpPr>
        <p:sp>
          <p:nvSpPr>
            <p:cNvPr id="61" name="矩形 60"/>
            <p:cNvSpPr/>
            <p:nvPr/>
          </p:nvSpPr>
          <p:spPr>
            <a:xfrm>
              <a:off x="7483989" y="3732519"/>
              <a:ext cx="3071263" cy="658257"/>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dirty="0">
                  <a:latin typeface="思源黑体 CN Light" panose="020B0300000000000000" pitchFamily="34" charset="-122"/>
                  <a:ea typeface="思源黑体 CN Light" panose="020B0300000000000000" pitchFamily="34" charset="-122"/>
                  <a:cs typeface="Arial" panose="020B0604020202020204" pitchFamily="34" charset="0"/>
                  <a:sym typeface="+mn-lt"/>
                </a:rPr>
                <a:t>用户可以在投影仪或者计算机上进行演示也可以将演示文稿打印</a:t>
              </a:r>
            </a:p>
          </p:txBody>
        </p:sp>
        <p:sp>
          <p:nvSpPr>
            <p:cNvPr id="62" name="矩形 61"/>
            <p:cNvSpPr/>
            <p:nvPr/>
          </p:nvSpPr>
          <p:spPr>
            <a:xfrm>
              <a:off x="8504700" y="3273642"/>
              <a:ext cx="2050552" cy="487698"/>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sym typeface="+mn-lt"/>
                </a:rPr>
                <a:t>添加标题</a:t>
              </a:r>
            </a:p>
          </p:txBody>
        </p:sp>
      </p:grpSp>
      <p:grpSp>
        <p:nvGrpSpPr>
          <p:cNvPr id="38" name="组合 37">
            <a:extLst>
              <a:ext uri="{FF2B5EF4-FFF2-40B4-BE49-F238E27FC236}">
                <a16:creationId xmlns:a16="http://schemas.microsoft.com/office/drawing/2014/main" id="{92F463CE-B399-45CF-89D5-E7B98D608EE3}"/>
              </a:ext>
            </a:extLst>
          </p:cNvPr>
          <p:cNvGrpSpPr/>
          <p:nvPr/>
        </p:nvGrpSpPr>
        <p:grpSpPr>
          <a:xfrm>
            <a:off x="444056" y="246729"/>
            <a:ext cx="1415772" cy="433147"/>
            <a:chOff x="444056" y="262399"/>
            <a:chExt cx="1415772" cy="433147"/>
          </a:xfrm>
        </p:grpSpPr>
        <p:sp>
          <p:nvSpPr>
            <p:cNvPr id="39" name="TextBox 7">
              <a:extLst>
                <a:ext uri="{FF2B5EF4-FFF2-40B4-BE49-F238E27FC236}">
                  <a16:creationId xmlns:a16="http://schemas.microsoft.com/office/drawing/2014/main" id="{F9BB72A3-1BFF-4ECC-B0F1-9CE6BFF2B643}"/>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40" name="TextBox 8">
              <a:extLst>
                <a:ext uri="{FF2B5EF4-FFF2-40B4-BE49-F238E27FC236}">
                  <a16:creationId xmlns:a16="http://schemas.microsoft.com/office/drawing/2014/main" id="{3FC64CEF-EF55-47D1-A46F-5921B25D9B1F}"/>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41" name="矩形 40">
            <a:extLst>
              <a:ext uri="{FF2B5EF4-FFF2-40B4-BE49-F238E27FC236}">
                <a16:creationId xmlns:a16="http://schemas.microsoft.com/office/drawing/2014/main" id="{CCC89384-BDFE-4926-98E8-811736D5BCAF}"/>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DE242B08-ADCD-42BE-8EA6-4A6863E5229D}"/>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73961276"/>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ppt_x"/>
                                          </p:val>
                                        </p:tav>
                                        <p:tav tm="100000">
                                          <p:val>
                                            <p:strVal val="#ppt_x"/>
                                          </p:val>
                                        </p:tav>
                                      </p:tavLst>
                                    </p:anim>
                                    <p:anim calcmode="lin" valueType="num">
                                      <p:cBhvr additive="base">
                                        <p:cTn id="32" dur="500" fill="hold"/>
                                        <p:tgtEl>
                                          <p:spTgt spid="4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additive="base">
                                        <p:cTn id="35" dur="500" fill="hold"/>
                                        <p:tgtEl>
                                          <p:spTgt spid="48"/>
                                        </p:tgtEl>
                                        <p:attrNameLst>
                                          <p:attrName>ppt_x</p:attrName>
                                        </p:attrNameLst>
                                      </p:cBhvr>
                                      <p:tavLst>
                                        <p:tav tm="0">
                                          <p:val>
                                            <p:strVal val="#ppt_x"/>
                                          </p:val>
                                        </p:tav>
                                        <p:tav tm="100000">
                                          <p:val>
                                            <p:strVal val="#ppt_x"/>
                                          </p:val>
                                        </p:tav>
                                      </p:tavLst>
                                    </p:anim>
                                    <p:anim calcmode="lin" valueType="num">
                                      <p:cBhvr additive="base">
                                        <p:cTn id="36" dur="500" fill="hold"/>
                                        <p:tgtEl>
                                          <p:spTgt spid="48"/>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 presetClass="entr" presetSubtype="8" fill="hold" nodeType="afterEffect">
                                  <p:stCondLst>
                                    <p:cond delay="0"/>
                                  </p:stCondLst>
                                  <p:childTnLst>
                                    <p:set>
                                      <p:cBhvr>
                                        <p:cTn id="39" dur="1" fill="hold">
                                          <p:stCondLst>
                                            <p:cond delay="0"/>
                                          </p:stCondLst>
                                        </p:cTn>
                                        <p:tgtEl>
                                          <p:spTgt spid="60"/>
                                        </p:tgtEl>
                                        <p:attrNameLst>
                                          <p:attrName>style.visibility</p:attrName>
                                        </p:attrNameLst>
                                      </p:cBhvr>
                                      <p:to>
                                        <p:strVal val="visible"/>
                                      </p:to>
                                    </p:set>
                                    <p:anim calcmode="lin" valueType="num">
                                      <p:cBhvr additive="base">
                                        <p:cTn id="40" dur="500" fill="hold"/>
                                        <p:tgtEl>
                                          <p:spTgt spid="60"/>
                                        </p:tgtEl>
                                        <p:attrNameLst>
                                          <p:attrName>ppt_x</p:attrName>
                                        </p:attrNameLst>
                                      </p:cBhvr>
                                      <p:tavLst>
                                        <p:tav tm="0">
                                          <p:val>
                                            <p:strVal val="0-#ppt_w/2"/>
                                          </p:val>
                                        </p:tav>
                                        <p:tav tm="100000">
                                          <p:val>
                                            <p:strVal val="#ppt_x"/>
                                          </p:val>
                                        </p:tav>
                                      </p:tavLst>
                                    </p:anim>
                                    <p:anim calcmode="lin" valueType="num">
                                      <p:cBhvr additive="base">
                                        <p:cTn id="41" dur="500" fill="hold"/>
                                        <p:tgtEl>
                                          <p:spTgt spid="60"/>
                                        </p:tgtEl>
                                        <p:attrNameLst>
                                          <p:attrName>ppt_y</p:attrName>
                                        </p:attrNameLst>
                                      </p:cBhvr>
                                      <p:tavLst>
                                        <p:tav tm="0">
                                          <p:val>
                                            <p:strVal val="#ppt_y"/>
                                          </p:val>
                                        </p:tav>
                                        <p:tav tm="100000">
                                          <p:val>
                                            <p:strVal val="#ppt_y"/>
                                          </p:val>
                                        </p:tav>
                                      </p:tavLst>
                                    </p:anim>
                                  </p:childTnLst>
                                </p:cTn>
                              </p:par>
                              <p:par>
                                <p:cTn id="42" presetID="2" presetClass="entr" presetSubtype="8" fill="hold" nodeType="withEffect">
                                  <p:stCondLst>
                                    <p:cond delay="0"/>
                                  </p:stCondLst>
                                  <p:childTnLst>
                                    <p:set>
                                      <p:cBhvr>
                                        <p:cTn id="43" dur="1" fill="hold">
                                          <p:stCondLst>
                                            <p:cond delay="0"/>
                                          </p:stCondLst>
                                        </p:cTn>
                                        <p:tgtEl>
                                          <p:spTgt spid="51"/>
                                        </p:tgtEl>
                                        <p:attrNameLst>
                                          <p:attrName>style.visibility</p:attrName>
                                        </p:attrNameLst>
                                      </p:cBhvr>
                                      <p:to>
                                        <p:strVal val="visible"/>
                                      </p:to>
                                    </p:set>
                                    <p:anim calcmode="lin" valueType="num">
                                      <p:cBhvr additive="base">
                                        <p:cTn id="44" dur="500" fill="hold"/>
                                        <p:tgtEl>
                                          <p:spTgt spid="51"/>
                                        </p:tgtEl>
                                        <p:attrNameLst>
                                          <p:attrName>ppt_x</p:attrName>
                                        </p:attrNameLst>
                                      </p:cBhvr>
                                      <p:tavLst>
                                        <p:tav tm="0">
                                          <p:val>
                                            <p:strVal val="0-#ppt_w/2"/>
                                          </p:val>
                                        </p:tav>
                                        <p:tav tm="100000">
                                          <p:val>
                                            <p:strVal val="#ppt_x"/>
                                          </p:val>
                                        </p:tav>
                                      </p:tavLst>
                                    </p:anim>
                                    <p:anim calcmode="lin" valueType="num">
                                      <p:cBhvr additive="base">
                                        <p:cTn id="45" dur="500" fill="hold"/>
                                        <p:tgtEl>
                                          <p:spTgt spid="51"/>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0"/>
                                  </p:stCondLst>
                                  <p:childTnLst>
                                    <p:set>
                                      <p:cBhvr>
                                        <p:cTn id="47" dur="1" fill="hold">
                                          <p:stCondLst>
                                            <p:cond delay="0"/>
                                          </p:stCondLst>
                                        </p:cTn>
                                        <p:tgtEl>
                                          <p:spTgt spid="57"/>
                                        </p:tgtEl>
                                        <p:attrNameLst>
                                          <p:attrName>style.visibility</p:attrName>
                                        </p:attrNameLst>
                                      </p:cBhvr>
                                      <p:to>
                                        <p:strVal val="visible"/>
                                      </p:to>
                                    </p:set>
                                    <p:anim calcmode="lin" valueType="num">
                                      <p:cBhvr additive="base">
                                        <p:cTn id="48" dur="500" fill="hold"/>
                                        <p:tgtEl>
                                          <p:spTgt spid="57"/>
                                        </p:tgtEl>
                                        <p:attrNameLst>
                                          <p:attrName>ppt_x</p:attrName>
                                        </p:attrNameLst>
                                      </p:cBhvr>
                                      <p:tavLst>
                                        <p:tav tm="0">
                                          <p:val>
                                            <p:strVal val="1+#ppt_w/2"/>
                                          </p:val>
                                        </p:tav>
                                        <p:tav tm="100000">
                                          <p:val>
                                            <p:strVal val="#ppt_x"/>
                                          </p:val>
                                        </p:tav>
                                      </p:tavLst>
                                    </p:anim>
                                    <p:anim calcmode="lin" valueType="num">
                                      <p:cBhvr additive="base">
                                        <p:cTn id="49" dur="500" fill="hold"/>
                                        <p:tgtEl>
                                          <p:spTgt spid="57"/>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0"/>
                                  </p:stCondLst>
                                  <p:childTnLst>
                                    <p:set>
                                      <p:cBhvr>
                                        <p:cTn id="51" dur="1" fill="hold">
                                          <p:stCondLst>
                                            <p:cond delay="0"/>
                                          </p:stCondLst>
                                        </p:cTn>
                                        <p:tgtEl>
                                          <p:spTgt spid="54"/>
                                        </p:tgtEl>
                                        <p:attrNameLst>
                                          <p:attrName>style.visibility</p:attrName>
                                        </p:attrNameLst>
                                      </p:cBhvr>
                                      <p:to>
                                        <p:strVal val="visible"/>
                                      </p:to>
                                    </p:set>
                                    <p:anim calcmode="lin" valueType="num">
                                      <p:cBhvr additive="base">
                                        <p:cTn id="52" dur="500" fill="hold"/>
                                        <p:tgtEl>
                                          <p:spTgt spid="54"/>
                                        </p:tgtEl>
                                        <p:attrNameLst>
                                          <p:attrName>ppt_x</p:attrName>
                                        </p:attrNameLst>
                                      </p:cBhvr>
                                      <p:tavLst>
                                        <p:tav tm="0">
                                          <p:val>
                                            <p:strVal val="1+#ppt_w/2"/>
                                          </p:val>
                                        </p:tav>
                                        <p:tav tm="100000">
                                          <p:val>
                                            <p:strVal val="#ppt_x"/>
                                          </p:val>
                                        </p:tav>
                                      </p:tavLst>
                                    </p:anim>
                                    <p:anim calcmode="lin" valueType="num">
                                      <p:cBhvr additive="base">
                                        <p:cTn id="53"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46" grpId="0" animBg="1"/>
      <p:bldP spid="4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a417bf34-d299-4453-a191-a54692244ff8" descr="OQAAAB+LCAAAAAAABACrVlIpqSxIVbJSCs5NLCpxyUxML0rM9SxJzVXSUfJMUbLKK83J0VFyysxLycxLdy/KLy0oVrKKjq0FALpUkis5AAAA" title="iSlide™ 版权声明  COPYRIGHT NOTICE"/>
          <p:cNvGrpSpPr>
            <a:grpSpLocks noChangeAspect="1"/>
          </p:cNvGrpSpPr>
          <p:nvPr>
            <p:custDataLst>
              <p:tags r:id="rId2"/>
            </p:custDataLst>
          </p:nvPr>
        </p:nvGrpSpPr>
        <p:grpSpPr>
          <a:xfrm>
            <a:off x="4219403" y="1359438"/>
            <a:ext cx="3697682" cy="4393768"/>
            <a:chOff x="4087679" y="1340768"/>
            <a:chExt cx="3884062" cy="4615237"/>
          </a:xfrm>
        </p:grpSpPr>
        <p:cxnSp>
          <p:nvCxnSpPr>
            <p:cNvPr id="4" name="直接连接符 3"/>
            <p:cNvCxnSpPr/>
            <p:nvPr/>
          </p:nvCxnSpPr>
          <p:spPr>
            <a:xfrm flipH="1">
              <a:off x="4087679" y="4200153"/>
              <a:ext cx="1323880" cy="0"/>
            </a:xfrm>
            <a:prstGeom prst="line">
              <a:avLst/>
            </a:prstGeom>
            <a:ln>
              <a:headEnd type="none"/>
              <a:tailEnd type="oval" w="lg" len="lg"/>
            </a:ln>
          </p:spPr>
          <p:style>
            <a:lnRef idx="1">
              <a:schemeClr val="dk1"/>
            </a:lnRef>
            <a:fillRef idx="0">
              <a:schemeClr val="dk1"/>
            </a:fillRef>
            <a:effectRef idx="0">
              <a:schemeClr val="dk1"/>
            </a:effectRef>
            <a:fontRef idx="minor">
              <a:schemeClr val="tx1"/>
            </a:fontRef>
          </p:style>
        </p:cxnSp>
        <p:grpSp>
          <p:nvGrpSpPr>
            <p:cNvPr id="5" name="iŝļíḑè"/>
            <p:cNvGrpSpPr/>
            <p:nvPr/>
          </p:nvGrpSpPr>
          <p:grpSpPr>
            <a:xfrm>
              <a:off x="5227208" y="1340768"/>
              <a:ext cx="1352065" cy="4615237"/>
              <a:chOff x="5227208" y="612555"/>
              <a:chExt cx="1649781" cy="5631482"/>
            </a:xfrm>
          </p:grpSpPr>
          <p:sp>
            <p:nvSpPr>
              <p:cNvPr id="40" name="iş1íḑé"/>
              <p:cNvSpPr>
                <a:spLocks/>
              </p:cNvSpPr>
              <p:nvPr/>
            </p:nvSpPr>
            <p:spPr bwMode="auto">
              <a:xfrm>
                <a:off x="5579775" y="4483121"/>
                <a:ext cx="1232066" cy="1760916"/>
              </a:xfrm>
              <a:custGeom>
                <a:avLst/>
                <a:gdLst>
                  <a:gd name="T0" fmla="*/ 103 w 270"/>
                  <a:gd name="T1" fmla="*/ 388 h 388"/>
                  <a:gd name="T2" fmla="*/ 0 w 270"/>
                  <a:gd name="T3" fmla="*/ 267 h 388"/>
                  <a:gd name="T4" fmla="*/ 243 w 270"/>
                  <a:gd name="T5" fmla="*/ 0 h 388"/>
                  <a:gd name="T6" fmla="*/ 260 w 270"/>
                  <a:gd name="T7" fmla="*/ 109 h 388"/>
                  <a:gd name="T8" fmla="*/ 269 w 270"/>
                  <a:gd name="T9" fmla="*/ 178 h 388"/>
                  <a:gd name="T10" fmla="*/ 264 w 270"/>
                  <a:gd name="T11" fmla="*/ 200 h 388"/>
                  <a:gd name="T12" fmla="*/ 108 w 270"/>
                  <a:gd name="T13" fmla="*/ 384 h 388"/>
                  <a:gd name="T14" fmla="*/ 103 w 270"/>
                  <a:gd name="T15" fmla="*/ 388 h 3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0" h="388">
                    <a:moveTo>
                      <a:pt x="103" y="388"/>
                    </a:moveTo>
                    <a:cubicBezTo>
                      <a:pt x="69" y="347"/>
                      <a:pt x="35" y="308"/>
                      <a:pt x="0" y="267"/>
                    </a:cubicBezTo>
                    <a:cubicBezTo>
                      <a:pt x="81" y="179"/>
                      <a:pt x="160" y="91"/>
                      <a:pt x="243" y="0"/>
                    </a:cubicBezTo>
                    <a:cubicBezTo>
                      <a:pt x="249" y="39"/>
                      <a:pt x="255" y="74"/>
                      <a:pt x="260" y="109"/>
                    </a:cubicBezTo>
                    <a:cubicBezTo>
                      <a:pt x="263" y="132"/>
                      <a:pt x="267" y="155"/>
                      <a:pt x="269" y="178"/>
                    </a:cubicBezTo>
                    <a:cubicBezTo>
                      <a:pt x="270" y="185"/>
                      <a:pt x="268" y="195"/>
                      <a:pt x="264" y="200"/>
                    </a:cubicBezTo>
                    <a:cubicBezTo>
                      <a:pt x="212" y="262"/>
                      <a:pt x="160" y="323"/>
                      <a:pt x="108" y="384"/>
                    </a:cubicBezTo>
                    <a:cubicBezTo>
                      <a:pt x="107" y="385"/>
                      <a:pt x="106" y="386"/>
                      <a:pt x="103" y="388"/>
                    </a:cubicBezTo>
                    <a:close/>
                  </a:path>
                </a:pathLst>
              </a:custGeom>
              <a:solidFill>
                <a:srgbClr val="04EEE8"/>
              </a:solidFill>
              <a:ln w="9525">
                <a:noFill/>
                <a:round/>
                <a:headEnd/>
                <a:tailEnd/>
              </a:ln>
            </p:spPr>
            <p:txBody>
              <a:bodyPr anchor="ctr"/>
              <a:lstStyle/>
              <a:p>
                <a:pPr algn="ctr"/>
                <a:endParaRPr/>
              </a:p>
            </p:txBody>
          </p:sp>
          <p:sp>
            <p:nvSpPr>
              <p:cNvPr id="41" name="ïṩľiḋè"/>
              <p:cNvSpPr>
                <a:spLocks/>
              </p:cNvSpPr>
              <p:nvPr/>
            </p:nvSpPr>
            <p:spPr bwMode="auto">
              <a:xfrm>
                <a:off x="5227208" y="612555"/>
                <a:ext cx="1649781" cy="1628703"/>
              </a:xfrm>
              <a:custGeom>
                <a:avLst/>
                <a:gdLst>
                  <a:gd name="T0" fmla="*/ 114 w 361"/>
                  <a:gd name="T1" fmla="*/ 359 h 359"/>
                  <a:gd name="T2" fmla="*/ 129 w 361"/>
                  <a:gd name="T3" fmla="*/ 254 h 359"/>
                  <a:gd name="T4" fmla="*/ 118 w 361"/>
                  <a:gd name="T5" fmla="*/ 225 h 359"/>
                  <a:gd name="T6" fmla="*/ 28 w 361"/>
                  <a:gd name="T7" fmla="*/ 130 h 359"/>
                  <a:gd name="T8" fmla="*/ 43 w 361"/>
                  <a:gd name="T9" fmla="*/ 55 h 359"/>
                  <a:gd name="T10" fmla="*/ 318 w 361"/>
                  <a:gd name="T11" fmla="*/ 53 h 359"/>
                  <a:gd name="T12" fmla="*/ 325 w 361"/>
                  <a:gd name="T13" fmla="*/ 58 h 359"/>
                  <a:gd name="T14" fmla="*/ 337 w 361"/>
                  <a:gd name="T15" fmla="*/ 125 h 359"/>
                  <a:gd name="T16" fmla="*/ 244 w 361"/>
                  <a:gd name="T17" fmla="*/ 226 h 359"/>
                  <a:gd name="T18" fmla="*/ 232 w 361"/>
                  <a:gd name="T19" fmla="*/ 249 h 359"/>
                  <a:gd name="T20" fmla="*/ 226 w 361"/>
                  <a:gd name="T21" fmla="*/ 260 h 359"/>
                  <a:gd name="T22" fmla="*/ 120 w 361"/>
                  <a:gd name="T23" fmla="*/ 357 h 359"/>
                  <a:gd name="T24" fmla="*/ 114 w 361"/>
                  <a:gd name="T25" fmla="*/ 359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1" h="359">
                    <a:moveTo>
                      <a:pt x="114" y="359"/>
                    </a:moveTo>
                    <a:cubicBezTo>
                      <a:pt x="119" y="324"/>
                      <a:pt x="124" y="289"/>
                      <a:pt x="129" y="254"/>
                    </a:cubicBezTo>
                    <a:cubicBezTo>
                      <a:pt x="131" y="242"/>
                      <a:pt x="128" y="234"/>
                      <a:pt x="118" y="225"/>
                    </a:cubicBezTo>
                    <a:cubicBezTo>
                      <a:pt x="87" y="195"/>
                      <a:pt x="55" y="164"/>
                      <a:pt x="28" y="130"/>
                    </a:cubicBezTo>
                    <a:cubicBezTo>
                      <a:pt x="0" y="96"/>
                      <a:pt x="5" y="78"/>
                      <a:pt x="43" y="55"/>
                    </a:cubicBezTo>
                    <a:cubicBezTo>
                      <a:pt x="134" y="0"/>
                      <a:pt x="226" y="0"/>
                      <a:pt x="318" y="53"/>
                    </a:cubicBezTo>
                    <a:cubicBezTo>
                      <a:pt x="320" y="55"/>
                      <a:pt x="323" y="56"/>
                      <a:pt x="325" y="58"/>
                    </a:cubicBezTo>
                    <a:cubicBezTo>
                      <a:pt x="356" y="81"/>
                      <a:pt x="361" y="96"/>
                      <a:pt x="337" y="125"/>
                    </a:cubicBezTo>
                    <a:cubicBezTo>
                      <a:pt x="308" y="161"/>
                      <a:pt x="275" y="192"/>
                      <a:pt x="244" y="226"/>
                    </a:cubicBezTo>
                    <a:cubicBezTo>
                      <a:pt x="238" y="232"/>
                      <a:pt x="236" y="241"/>
                      <a:pt x="232" y="249"/>
                    </a:cubicBezTo>
                    <a:cubicBezTo>
                      <a:pt x="230" y="253"/>
                      <a:pt x="229" y="258"/>
                      <a:pt x="226" y="260"/>
                    </a:cubicBezTo>
                    <a:cubicBezTo>
                      <a:pt x="191" y="293"/>
                      <a:pt x="156" y="325"/>
                      <a:pt x="120" y="357"/>
                    </a:cubicBezTo>
                    <a:cubicBezTo>
                      <a:pt x="119" y="358"/>
                      <a:pt x="117" y="359"/>
                      <a:pt x="114" y="359"/>
                    </a:cubicBezTo>
                    <a:close/>
                  </a:path>
                </a:pathLst>
              </a:custGeom>
              <a:solidFill>
                <a:srgbClr val="0F74E3"/>
              </a:solidFill>
              <a:ln w="9525">
                <a:noFill/>
                <a:round/>
                <a:headEnd/>
                <a:tailEnd/>
              </a:ln>
            </p:spPr>
            <p:txBody>
              <a:bodyPr anchor="ctr"/>
              <a:lstStyle/>
              <a:p>
                <a:pPr algn="ctr"/>
                <a:endParaRPr dirty="0"/>
              </a:p>
            </p:txBody>
          </p:sp>
          <p:sp>
            <p:nvSpPr>
              <p:cNvPr id="42" name="iśļídé"/>
              <p:cNvSpPr>
                <a:spLocks/>
              </p:cNvSpPr>
              <p:nvPr/>
            </p:nvSpPr>
            <p:spPr bwMode="auto">
              <a:xfrm>
                <a:off x="5300021" y="3686014"/>
                <a:ext cx="1402601" cy="1732174"/>
              </a:xfrm>
              <a:custGeom>
                <a:avLst/>
                <a:gdLst>
                  <a:gd name="T0" fmla="*/ 4 w 307"/>
                  <a:gd name="T1" fmla="*/ 382 h 382"/>
                  <a:gd name="T2" fmla="*/ 1 w 307"/>
                  <a:gd name="T3" fmla="*/ 350 h 382"/>
                  <a:gd name="T4" fmla="*/ 6 w 307"/>
                  <a:gd name="T5" fmla="*/ 310 h 382"/>
                  <a:gd name="T6" fmla="*/ 15 w 307"/>
                  <a:gd name="T7" fmla="*/ 287 h 382"/>
                  <a:gd name="T8" fmla="*/ 268 w 307"/>
                  <a:gd name="T9" fmla="*/ 10 h 382"/>
                  <a:gd name="T10" fmla="*/ 278 w 307"/>
                  <a:gd name="T11" fmla="*/ 0 h 382"/>
                  <a:gd name="T12" fmla="*/ 289 w 307"/>
                  <a:gd name="T13" fmla="*/ 66 h 382"/>
                  <a:gd name="T14" fmla="*/ 289 w 307"/>
                  <a:gd name="T15" fmla="*/ 72 h 382"/>
                  <a:gd name="T16" fmla="*/ 255 w 307"/>
                  <a:gd name="T17" fmla="*/ 162 h 382"/>
                  <a:gd name="T18" fmla="*/ 24 w 307"/>
                  <a:gd name="T19" fmla="*/ 371 h 382"/>
                  <a:gd name="T20" fmla="*/ 12 w 307"/>
                  <a:gd name="T21" fmla="*/ 382 h 382"/>
                  <a:gd name="T22" fmla="*/ 4 w 307"/>
                  <a:gd name="T23" fmla="*/ 38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 h="382">
                    <a:moveTo>
                      <a:pt x="4" y="382"/>
                    </a:moveTo>
                    <a:cubicBezTo>
                      <a:pt x="3" y="371"/>
                      <a:pt x="0" y="360"/>
                      <a:pt x="1" y="350"/>
                    </a:cubicBezTo>
                    <a:cubicBezTo>
                      <a:pt x="1" y="337"/>
                      <a:pt x="3" y="323"/>
                      <a:pt x="6" y="310"/>
                    </a:cubicBezTo>
                    <a:cubicBezTo>
                      <a:pt x="7" y="302"/>
                      <a:pt x="10" y="293"/>
                      <a:pt x="15" y="287"/>
                    </a:cubicBezTo>
                    <a:cubicBezTo>
                      <a:pt x="99" y="195"/>
                      <a:pt x="184" y="102"/>
                      <a:pt x="268" y="10"/>
                    </a:cubicBezTo>
                    <a:cubicBezTo>
                      <a:pt x="270" y="7"/>
                      <a:pt x="273" y="5"/>
                      <a:pt x="278" y="0"/>
                    </a:cubicBezTo>
                    <a:cubicBezTo>
                      <a:pt x="282" y="24"/>
                      <a:pt x="285" y="45"/>
                      <a:pt x="289" y="66"/>
                    </a:cubicBezTo>
                    <a:cubicBezTo>
                      <a:pt x="289" y="68"/>
                      <a:pt x="288" y="71"/>
                      <a:pt x="289" y="72"/>
                    </a:cubicBezTo>
                    <a:cubicBezTo>
                      <a:pt x="307" y="114"/>
                      <a:pt x="283" y="137"/>
                      <a:pt x="255" y="162"/>
                    </a:cubicBezTo>
                    <a:cubicBezTo>
                      <a:pt x="177" y="231"/>
                      <a:pt x="101" y="301"/>
                      <a:pt x="24" y="371"/>
                    </a:cubicBezTo>
                    <a:cubicBezTo>
                      <a:pt x="20" y="375"/>
                      <a:pt x="16" y="378"/>
                      <a:pt x="12" y="382"/>
                    </a:cubicBezTo>
                    <a:cubicBezTo>
                      <a:pt x="9" y="382"/>
                      <a:pt x="7" y="382"/>
                      <a:pt x="4" y="382"/>
                    </a:cubicBezTo>
                    <a:close/>
                  </a:path>
                </a:pathLst>
              </a:custGeom>
              <a:solidFill>
                <a:srgbClr val="0F74E3"/>
              </a:solidFill>
              <a:ln w="9525">
                <a:noFill/>
                <a:round/>
                <a:headEnd/>
                <a:tailEnd/>
              </a:ln>
            </p:spPr>
            <p:txBody>
              <a:bodyPr anchor="ctr"/>
              <a:lstStyle/>
              <a:p>
                <a:pPr algn="ctr"/>
                <a:endParaRPr/>
              </a:p>
            </p:txBody>
          </p:sp>
          <p:sp>
            <p:nvSpPr>
              <p:cNvPr id="43" name="îŝḷîḑé"/>
              <p:cNvSpPr>
                <a:spLocks/>
              </p:cNvSpPr>
              <p:nvPr/>
            </p:nvSpPr>
            <p:spPr bwMode="auto">
              <a:xfrm>
                <a:off x="5428402" y="2881243"/>
                <a:ext cx="1099853" cy="1521401"/>
              </a:xfrm>
              <a:custGeom>
                <a:avLst/>
                <a:gdLst>
                  <a:gd name="T0" fmla="*/ 225 w 241"/>
                  <a:gd name="T1" fmla="*/ 0 h 335"/>
                  <a:gd name="T2" fmla="*/ 240 w 241"/>
                  <a:gd name="T3" fmla="*/ 107 h 335"/>
                  <a:gd name="T4" fmla="*/ 233 w 241"/>
                  <a:gd name="T5" fmla="*/ 126 h 335"/>
                  <a:gd name="T6" fmla="*/ 7 w 241"/>
                  <a:gd name="T7" fmla="*/ 332 h 335"/>
                  <a:gd name="T8" fmla="*/ 0 w 241"/>
                  <a:gd name="T9" fmla="*/ 335 h 335"/>
                  <a:gd name="T10" fmla="*/ 16 w 241"/>
                  <a:gd name="T11" fmla="*/ 232 h 335"/>
                  <a:gd name="T12" fmla="*/ 23 w 241"/>
                  <a:gd name="T13" fmla="*/ 220 h 335"/>
                  <a:gd name="T14" fmla="*/ 217 w 241"/>
                  <a:gd name="T15" fmla="*/ 6 h 335"/>
                  <a:gd name="T16" fmla="*/ 225 w 241"/>
                  <a:gd name="T17" fmla="*/ 0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335">
                    <a:moveTo>
                      <a:pt x="225" y="0"/>
                    </a:moveTo>
                    <a:cubicBezTo>
                      <a:pt x="230" y="37"/>
                      <a:pt x="236" y="72"/>
                      <a:pt x="240" y="107"/>
                    </a:cubicBezTo>
                    <a:cubicBezTo>
                      <a:pt x="241" y="113"/>
                      <a:pt x="238" y="122"/>
                      <a:pt x="233" y="126"/>
                    </a:cubicBezTo>
                    <a:cubicBezTo>
                      <a:pt x="158" y="195"/>
                      <a:pt x="83" y="263"/>
                      <a:pt x="7" y="332"/>
                    </a:cubicBezTo>
                    <a:cubicBezTo>
                      <a:pt x="6" y="333"/>
                      <a:pt x="4" y="333"/>
                      <a:pt x="0" y="335"/>
                    </a:cubicBezTo>
                    <a:cubicBezTo>
                      <a:pt x="5" y="299"/>
                      <a:pt x="10" y="266"/>
                      <a:pt x="16" y="232"/>
                    </a:cubicBezTo>
                    <a:cubicBezTo>
                      <a:pt x="16" y="227"/>
                      <a:pt x="20" y="223"/>
                      <a:pt x="23" y="220"/>
                    </a:cubicBezTo>
                    <a:cubicBezTo>
                      <a:pt x="87" y="148"/>
                      <a:pt x="152" y="77"/>
                      <a:pt x="217" y="6"/>
                    </a:cubicBezTo>
                    <a:cubicBezTo>
                      <a:pt x="219" y="4"/>
                      <a:pt x="220" y="3"/>
                      <a:pt x="225" y="0"/>
                    </a:cubicBezTo>
                    <a:close/>
                  </a:path>
                </a:pathLst>
              </a:custGeom>
              <a:solidFill>
                <a:srgbClr val="04EEE8"/>
              </a:solidFill>
              <a:ln w="9525">
                <a:noFill/>
                <a:round/>
                <a:headEnd/>
                <a:tailEnd/>
              </a:ln>
            </p:spPr>
            <p:txBody>
              <a:bodyPr anchor="ctr"/>
              <a:lstStyle/>
              <a:p>
                <a:pPr algn="ctr"/>
                <a:endParaRPr/>
              </a:p>
            </p:txBody>
          </p:sp>
          <p:sp>
            <p:nvSpPr>
              <p:cNvPr id="44" name="íṣḷïdé"/>
              <p:cNvSpPr>
                <a:spLocks/>
              </p:cNvSpPr>
              <p:nvPr/>
            </p:nvSpPr>
            <p:spPr bwMode="auto">
              <a:xfrm>
                <a:off x="5593188" y="2084136"/>
                <a:ext cx="812435" cy="1233982"/>
              </a:xfrm>
              <a:custGeom>
                <a:avLst/>
                <a:gdLst>
                  <a:gd name="T0" fmla="*/ 0 w 178"/>
                  <a:gd name="T1" fmla="*/ 270 h 272"/>
                  <a:gd name="T2" fmla="*/ 16 w 178"/>
                  <a:gd name="T3" fmla="*/ 162 h 272"/>
                  <a:gd name="T4" fmla="*/ 24 w 178"/>
                  <a:gd name="T5" fmla="*/ 149 h 272"/>
                  <a:gd name="T6" fmla="*/ 156 w 178"/>
                  <a:gd name="T7" fmla="*/ 4 h 272"/>
                  <a:gd name="T8" fmla="*/ 163 w 178"/>
                  <a:gd name="T9" fmla="*/ 0 h 272"/>
                  <a:gd name="T10" fmla="*/ 178 w 178"/>
                  <a:gd name="T11" fmla="*/ 107 h 272"/>
                  <a:gd name="T12" fmla="*/ 173 w 178"/>
                  <a:gd name="T13" fmla="*/ 118 h 272"/>
                  <a:gd name="T14" fmla="*/ 5 w 178"/>
                  <a:gd name="T15" fmla="*/ 272 h 272"/>
                  <a:gd name="T16" fmla="*/ 0 w 178"/>
                  <a:gd name="T17" fmla="*/ 27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72">
                    <a:moveTo>
                      <a:pt x="0" y="270"/>
                    </a:moveTo>
                    <a:cubicBezTo>
                      <a:pt x="5" y="234"/>
                      <a:pt x="10" y="198"/>
                      <a:pt x="16" y="162"/>
                    </a:cubicBezTo>
                    <a:cubicBezTo>
                      <a:pt x="16" y="158"/>
                      <a:pt x="20" y="153"/>
                      <a:pt x="24" y="149"/>
                    </a:cubicBezTo>
                    <a:cubicBezTo>
                      <a:pt x="68" y="101"/>
                      <a:pt x="112" y="53"/>
                      <a:pt x="156" y="4"/>
                    </a:cubicBezTo>
                    <a:cubicBezTo>
                      <a:pt x="157" y="3"/>
                      <a:pt x="159" y="2"/>
                      <a:pt x="163" y="0"/>
                    </a:cubicBezTo>
                    <a:cubicBezTo>
                      <a:pt x="168" y="36"/>
                      <a:pt x="173" y="71"/>
                      <a:pt x="178" y="107"/>
                    </a:cubicBezTo>
                    <a:cubicBezTo>
                      <a:pt x="178" y="110"/>
                      <a:pt x="176" y="116"/>
                      <a:pt x="173" y="118"/>
                    </a:cubicBezTo>
                    <a:cubicBezTo>
                      <a:pt x="117" y="170"/>
                      <a:pt x="61" y="221"/>
                      <a:pt x="5" y="272"/>
                    </a:cubicBezTo>
                    <a:cubicBezTo>
                      <a:pt x="3" y="271"/>
                      <a:pt x="1" y="271"/>
                      <a:pt x="0" y="270"/>
                    </a:cubicBezTo>
                    <a:close/>
                  </a:path>
                </a:pathLst>
              </a:custGeom>
              <a:solidFill>
                <a:srgbClr val="0F74E3"/>
              </a:solidFill>
              <a:ln w="9525">
                <a:noFill/>
                <a:round/>
                <a:headEnd/>
                <a:tailEnd/>
              </a:ln>
            </p:spPr>
            <p:txBody>
              <a:bodyPr anchor="ctr"/>
              <a:lstStyle/>
              <a:p>
                <a:pPr algn="ctr"/>
                <a:endParaRPr/>
              </a:p>
            </p:txBody>
          </p:sp>
        </p:grpSp>
        <p:cxnSp>
          <p:nvCxnSpPr>
            <p:cNvPr id="6" name="直接连接符 5"/>
            <p:cNvCxnSpPr/>
            <p:nvPr/>
          </p:nvCxnSpPr>
          <p:spPr>
            <a:xfrm>
              <a:off x="6192970" y="2512055"/>
              <a:ext cx="1778771" cy="0"/>
            </a:xfrm>
            <a:prstGeom prst="line">
              <a:avLst/>
            </a:prstGeom>
            <a:ln>
              <a:headEnd type="none"/>
              <a:tailEnd type="oval" w="lg" len="lg"/>
            </a:ln>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a:off x="6384032" y="4077072"/>
              <a:ext cx="1587709" cy="0"/>
            </a:xfrm>
            <a:prstGeom prst="line">
              <a:avLst/>
            </a:prstGeom>
            <a:ln>
              <a:headEnd type="none"/>
              <a:tailEnd type="oval" w="lg" len="lg"/>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H="1">
              <a:off x="4087679" y="5683696"/>
              <a:ext cx="1576274" cy="0"/>
            </a:xfrm>
            <a:prstGeom prst="line">
              <a:avLst/>
            </a:prstGeom>
            <a:ln>
              <a:headEnd type="none"/>
              <a:tailEnd type="oval" w="lg" len="lg"/>
            </a:ln>
          </p:spPr>
          <p:style>
            <a:lnRef idx="1">
              <a:schemeClr val="dk1"/>
            </a:lnRef>
            <a:fillRef idx="0">
              <a:schemeClr val="dk1"/>
            </a:fillRef>
            <a:effectRef idx="0">
              <a:schemeClr val="dk1"/>
            </a:effectRef>
            <a:fontRef idx="minor">
              <a:schemeClr val="tx1"/>
            </a:fontRef>
          </p:style>
        </p:cxnSp>
      </p:grpSp>
      <p:grpSp>
        <p:nvGrpSpPr>
          <p:cNvPr id="45" name="组合 44"/>
          <p:cNvGrpSpPr/>
          <p:nvPr/>
        </p:nvGrpSpPr>
        <p:grpSpPr>
          <a:xfrm>
            <a:off x="8389419" y="2061071"/>
            <a:ext cx="2916661" cy="898482"/>
            <a:chOff x="1085274" y="2302545"/>
            <a:chExt cx="2916661" cy="898482"/>
          </a:xfrm>
        </p:grpSpPr>
        <p:sp>
          <p:nvSpPr>
            <p:cNvPr id="46" name="文本框 45"/>
            <p:cNvSpPr txBox="1"/>
            <p:nvPr/>
          </p:nvSpPr>
          <p:spPr>
            <a:xfrm>
              <a:off x="1085274" y="2302545"/>
              <a:ext cx="2133781" cy="446276"/>
            </a:xfrm>
            <a:prstGeom prst="rect">
              <a:avLst/>
            </a:prstGeom>
            <a:noFill/>
          </p:spPr>
          <p:txBody>
            <a:bodyPr wrap="square" rtlCol="0">
              <a:spAutoFit/>
              <a:scene3d>
                <a:camera prst="orthographicFront"/>
                <a:lightRig rig="threePt" dir="t"/>
              </a:scene3d>
              <a:sp3d contourW="12700"/>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47" name="文本框 46"/>
            <p:cNvSpPr txBox="1"/>
            <p:nvPr/>
          </p:nvSpPr>
          <p:spPr>
            <a:xfrm>
              <a:off x="1085274" y="2687681"/>
              <a:ext cx="2916661" cy="513346"/>
            </a:xfrm>
            <a:prstGeom prst="rect">
              <a:avLst/>
            </a:prstGeom>
            <a:noFill/>
          </p:spPr>
          <p:txBody>
            <a:bodyPr wrap="square" rtlCol="0">
              <a:spAutoFit/>
              <a:scene3d>
                <a:camera prst="orthographicFront"/>
                <a:lightRig rig="threePt" dir="t"/>
              </a:scene3d>
              <a:sp3d contourW="12700"/>
            </a:bodyPr>
            <a:lstStyle/>
            <a:p>
              <a:pPr algn="just">
                <a:lnSpc>
                  <a:spcPct val="114000"/>
                </a:lnSpc>
              </a:pPr>
              <a:r>
                <a:rPr lang="en-US" altLang="zh-CN" sz="12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film to be used in a wider field</a:t>
              </a:r>
            </a:p>
          </p:txBody>
        </p:sp>
      </p:grpSp>
      <p:grpSp>
        <p:nvGrpSpPr>
          <p:cNvPr id="48" name="组合 47"/>
          <p:cNvGrpSpPr/>
          <p:nvPr/>
        </p:nvGrpSpPr>
        <p:grpSpPr>
          <a:xfrm>
            <a:off x="8389419" y="3228631"/>
            <a:ext cx="2916661" cy="906818"/>
            <a:chOff x="1085274" y="2294209"/>
            <a:chExt cx="2916661" cy="906818"/>
          </a:xfrm>
        </p:grpSpPr>
        <p:sp>
          <p:nvSpPr>
            <p:cNvPr id="49" name="文本框 48"/>
            <p:cNvSpPr txBox="1"/>
            <p:nvPr/>
          </p:nvSpPr>
          <p:spPr>
            <a:xfrm>
              <a:off x="1085274" y="2294209"/>
              <a:ext cx="2133781" cy="446276"/>
            </a:xfrm>
            <a:prstGeom prst="rect">
              <a:avLst/>
            </a:prstGeom>
            <a:noFill/>
          </p:spPr>
          <p:txBody>
            <a:bodyPr wrap="square" rtlCol="0">
              <a:spAutoFit/>
              <a:scene3d>
                <a:camera prst="orthographicFront"/>
                <a:lightRig rig="threePt" dir="t"/>
              </a:scene3d>
              <a:sp3d contourW="12700"/>
            </a:bodyPr>
            <a:lstStyle/>
            <a:p>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50" name="文本框 49"/>
            <p:cNvSpPr txBox="1"/>
            <p:nvPr/>
          </p:nvSpPr>
          <p:spPr>
            <a:xfrm>
              <a:off x="1085274" y="2687681"/>
              <a:ext cx="2916661" cy="513346"/>
            </a:xfrm>
            <a:prstGeom prst="rect">
              <a:avLst/>
            </a:prstGeom>
            <a:noFill/>
          </p:spPr>
          <p:txBody>
            <a:bodyPr wrap="square" rtlCol="0">
              <a:spAutoFit/>
              <a:scene3d>
                <a:camera prst="orthographicFront"/>
                <a:lightRig rig="threePt" dir="t"/>
              </a:scene3d>
              <a:sp3d contourW="12700"/>
            </a:bodyPr>
            <a:lstStyle/>
            <a:p>
              <a:pPr algn="just">
                <a:lnSpc>
                  <a:spcPct val="114000"/>
                </a:lnSpc>
              </a:pPr>
              <a:r>
                <a:rPr lang="en-US" altLang="zh-CN" sz="12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film to be used in a wider field</a:t>
              </a:r>
            </a:p>
          </p:txBody>
        </p:sp>
      </p:grpSp>
      <p:grpSp>
        <p:nvGrpSpPr>
          <p:cNvPr id="51" name="组合 50"/>
          <p:cNvGrpSpPr/>
          <p:nvPr/>
        </p:nvGrpSpPr>
        <p:grpSpPr>
          <a:xfrm>
            <a:off x="781683" y="3794235"/>
            <a:ext cx="2916661" cy="892916"/>
            <a:chOff x="1085274" y="2308111"/>
            <a:chExt cx="2916661" cy="892916"/>
          </a:xfrm>
        </p:grpSpPr>
        <p:sp>
          <p:nvSpPr>
            <p:cNvPr id="52" name="文本框 51"/>
            <p:cNvSpPr txBox="1"/>
            <p:nvPr/>
          </p:nvSpPr>
          <p:spPr>
            <a:xfrm>
              <a:off x="1868154" y="2308111"/>
              <a:ext cx="2133781" cy="446276"/>
            </a:xfrm>
            <a:prstGeom prst="rect">
              <a:avLst/>
            </a:prstGeom>
            <a:noFill/>
          </p:spPr>
          <p:txBody>
            <a:bodyPr wrap="square" rtlCol="0">
              <a:spAutoFit/>
              <a:scene3d>
                <a:camera prst="orthographicFront"/>
                <a:lightRig rig="threePt" dir="t"/>
              </a:scene3d>
              <a:sp3d contourW="12700"/>
            </a:bodyPr>
            <a:lstStyle/>
            <a:p>
              <a:pPr algn="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53" name="文本框 52"/>
            <p:cNvSpPr txBox="1"/>
            <p:nvPr/>
          </p:nvSpPr>
          <p:spPr>
            <a:xfrm>
              <a:off x="1085274" y="2687681"/>
              <a:ext cx="2916661" cy="51334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12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film to be used in a wider field</a:t>
              </a:r>
            </a:p>
          </p:txBody>
        </p:sp>
      </p:grpSp>
      <p:grpSp>
        <p:nvGrpSpPr>
          <p:cNvPr id="54" name="组合 53"/>
          <p:cNvGrpSpPr/>
          <p:nvPr/>
        </p:nvGrpSpPr>
        <p:grpSpPr>
          <a:xfrm>
            <a:off x="781683" y="4929606"/>
            <a:ext cx="2916661" cy="872226"/>
            <a:chOff x="1085274" y="2328801"/>
            <a:chExt cx="2916661" cy="872226"/>
          </a:xfrm>
        </p:grpSpPr>
        <p:sp>
          <p:nvSpPr>
            <p:cNvPr id="55" name="文本框 54"/>
            <p:cNvSpPr txBox="1"/>
            <p:nvPr/>
          </p:nvSpPr>
          <p:spPr>
            <a:xfrm>
              <a:off x="1868154" y="2328801"/>
              <a:ext cx="2133781" cy="446276"/>
            </a:xfrm>
            <a:prstGeom prst="rect">
              <a:avLst/>
            </a:prstGeom>
            <a:noFill/>
          </p:spPr>
          <p:txBody>
            <a:bodyPr wrap="square" rtlCol="0">
              <a:spAutoFit/>
              <a:scene3d>
                <a:camera prst="orthographicFront"/>
                <a:lightRig rig="threePt" dir="t"/>
              </a:scene3d>
              <a:sp3d contourW="12700"/>
            </a:bodyPr>
            <a:lstStyle/>
            <a:p>
              <a:pPr algn="r"/>
              <a:r>
                <a:rPr lang="zh-CN" altLang="en-US" sz="2300" b="1" dirty="0">
                  <a:latin typeface="思源黑体 CN Bold" panose="020B0800000000000000" pitchFamily="34" charset="-122"/>
                  <a:ea typeface="思源黑体 CN Bold" panose="020B0800000000000000" pitchFamily="34" charset="-122"/>
                  <a:cs typeface="Arial" panose="020B0604020202020204" pitchFamily="34" charset="0"/>
                </a:rPr>
                <a:t>添加标题</a:t>
              </a:r>
            </a:p>
          </p:txBody>
        </p:sp>
        <p:sp>
          <p:nvSpPr>
            <p:cNvPr id="56" name="文本框 55"/>
            <p:cNvSpPr txBox="1"/>
            <p:nvPr/>
          </p:nvSpPr>
          <p:spPr>
            <a:xfrm>
              <a:off x="1085274" y="2687681"/>
              <a:ext cx="2916661" cy="51334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1200" dirty="0">
                  <a:latin typeface="思源黑体 CN Light" panose="020B0300000000000000" pitchFamily="34" charset="-122"/>
                  <a:ea typeface="思源黑体 CN Light" panose="020B0300000000000000" pitchFamily="34" charset="-122"/>
                  <a:cs typeface="Arial" panose="020B0604020202020204" pitchFamily="34" charset="0"/>
                </a:rPr>
                <a:t>print the presentation and make it film to be used in a wider field</a:t>
              </a:r>
            </a:p>
          </p:txBody>
        </p:sp>
      </p:grpSp>
      <p:grpSp>
        <p:nvGrpSpPr>
          <p:cNvPr id="27" name="组合 26">
            <a:extLst>
              <a:ext uri="{FF2B5EF4-FFF2-40B4-BE49-F238E27FC236}">
                <a16:creationId xmlns:a16="http://schemas.microsoft.com/office/drawing/2014/main" id="{890AB78B-CF36-44B5-AD70-D3513543E352}"/>
              </a:ext>
            </a:extLst>
          </p:cNvPr>
          <p:cNvGrpSpPr/>
          <p:nvPr/>
        </p:nvGrpSpPr>
        <p:grpSpPr>
          <a:xfrm>
            <a:off x="444056" y="246729"/>
            <a:ext cx="1415772" cy="433147"/>
            <a:chOff x="444056" y="262399"/>
            <a:chExt cx="1415772" cy="433147"/>
          </a:xfrm>
        </p:grpSpPr>
        <p:sp>
          <p:nvSpPr>
            <p:cNvPr id="28" name="TextBox 7">
              <a:extLst>
                <a:ext uri="{FF2B5EF4-FFF2-40B4-BE49-F238E27FC236}">
                  <a16:creationId xmlns:a16="http://schemas.microsoft.com/office/drawing/2014/main" id="{444BFDC7-2C8D-4589-86C5-F4BDE3E82495}"/>
                </a:ext>
              </a:extLst>
            </p:cNvPr>
            <p:cNvSpPr txBox="1"/>
            <p:nvPr/>
          </p:nvSpPr>
          <p:spPr>
            <a:xfrm>
              <a:off x="444056" y="262399"/>
              <a:ext cx="1415772" cy="276999"/>
            </a:xfrm>
            <a:prstGeom prst="rect">
              <a:avLst/>
            </a:prstGeom>
            <a:noFill/>
          </p:spPr>
          <p:txBody>
            <a:bodyPr wrap="none" rtlCol="0">
              <a:spAutoFit/>
            </a:bodyPr>
            <a:lstStyle/>
            <a:p>
              <a:r>
                <a:rPr lang="zh-CN" altLang="en-US" sz="1200" dirty="0">
                  <a:latin typeface="思源黑体 CN Light" panose="020B0300000000000000" pitchFamily="34" charset="-122"/>
                  <a:ea typeface="思源黑体 CN Light" panose="020B0300000000000000" pitchFamily="34" charset="-122"/>
                  <a:cs typeface="Arial" panose="020B0604020202020204" pitchFamily="34" charset="0"/>
                </a:rPr>
                <a:t>添加页面标题内容</a:t>
              </a:r>
            </a:p>
          </p:txBody>
        </p:sp>
        <p:sp>
          <p:nvSpPr>
            <p:cNvPr id="31" name="TextBox 8">
              <a:extLst>
                <a:ext uri="{FF2B5EF4-FFF2-40B4-BE49-F238E27FC236}">
                  <a16:creationId xmlns:a16="http://schemas.microsoft.com/office/drawing/2014/main" id="{AE9A2420-5089-4DCC-B6A9-70CF6A11EFDE}"/>
                </a:ext>
              </a:extLst>
            </p:cNvPr>
            <p:cNvSpPr txBox="1"/>
            <p:nvPr/>
          </p:nvSpPr>
          <p:spPr>
            <a:xfrm>
              <a:off x="444056" y="464714"/>
              <a:ext cx="1377300" cy="230832"/>
            </a:xfrm>
            <a:prstGeom prst="rect">
              <a:avLst/>
            </a:prstGeom>
            <a:noFill/>
          </p:spPr>
          <p:txBody>
            <a:bodyPr wrap="none" rtlCol="0">
              <a:spAutoFit/>
            </a:bodyPr>
            <a:lstStyle/>
            <a:p>
              <a:r>
                <a:rPr lang="en-US" altLang="zh-CN"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rPr>
                <a:t>Add Page Title Content</a:t>
              </a:r>
              <a:endParaRPr lang="zh-CN" altLang="en-US" sz="900" dirty="0">
                <a:solidFill>
                  <a:schemeClr val="tx1">
                    <a:lumMod val="65000"/>
                    <a:lumOff val="35000"/>
                  </a:schemeClr>
                </a:solidFill>
                <a:latin typeface="思源黑体 CN Light" panose="020B0300000000000000" pitchFamily="34" charset="-122"/>
                <a:ea typeface="思源黑体 CN Light" panose="020B0300000000000000" pitchFamily="34" charset="-122"/>
                <a:cs typeface="Arial" panose="020B0604020202020204" pitchFamily="34" charset="0"/>
              </a:endParaRPr>
            </a:p>
          </p:txBody>
        </p:sp>
      </p:grpSp>
      <p:sp>
        <p:nvSpPr>
          <p:cNvPr id="32" name="矩形 31">
            <a:extLst>
              <a:ext uri="{FF2B5EF4-FFF2-40B4-BE49-F238E27FC236}">
                <a16:creationId xmlns:a16="http://schemas.microsoft.com/office/drawing/2014/main" id="{8E7C6AD7-FC26-487D-BA31-A71AD80D7790}"/>
              </a:ext>
            </a:extLst>
          </p:cNvPr>
          <p:cNvSpPr/>
          <p:nvPr/>
        </p:nvSpPr>
        <p:spPr>
          <a:xfrm>
            <a:off x="243840" y="244988"/>
            <a:ext cx="121920" cy="436628"/>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235873A5-6215-4E92-8123-354F9D95259C}"/>
              </a:ext>
            </a:extLst>
          </p:cNvPr>
          <p:cNvSpPr/>
          <p:nvPr/>
        </p:nvSpPr>
        <p:spPr>
          <a:xfrm>
            <a:off x="11287326" y="6102"/>
            <a:ext cx="914400" cy="914400"/>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7250509"/>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2"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1+#ppt_w/2"/>
                                          </p:val>
                                        </p:tav>
                                        <p:tav tm="100000">
                                          <p:val>
                                            <p:strVal val="#ppt_x"/>
                                          </p:val>
                                        </p:tav>
                                      </p:tavLst>
                                    </p:anim>
                                    <p:anim calcmode="lin" valueType="num">
                                      <p:cBhvr additive="base">
                                        <p:cTn id="14" dur="500" fill="hold"/>
                                        <p:tgtEl>
                                          <p:spTgt spid="45"/>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fill="hold"/>
                                        <p:tgtEl>
                                          <p:spTgt spid="48"/>
                                        </p:tgtEl>
                                        <p:attrNameLst>
                                          <p:attrName>ppt_x</p:attrName>
                                        </p:attrNameLst>
                                      </p:cBhvr>
                                      <p:tavLst>
                                        <p:tav tm="0">
                                          <p:val>
                                            <p:strVal val="1+#ppt_w/2"/>
                                          </p:val>
                                        </p:tav>
                                        <p:tav tm="100000">
                                          <p:val>
                                            <p:strVal val="#ppt_x"/>
                                          </p:val>
                                        </p:tav>
                                      </p:tavLst>
                                    </p:anim>
                                    <p:anim calcmode="lin" valueType="num">
                                      <p:cBhvr additive="base">
                                        <p:cTn id="18" dur="500" fill="hold"/>
                                        <p:tgtEl>
                                          <p:spTgt spid="4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anim calcmode="lin" valueType="num">
                                      <p:cBhvr additive="base">
                                        <p:cTn id="21" dur="500" fill="hold"/>
                                        <p:tgtEl>
                                          <p:spTgt spid="51"/>
                                        </p:tgtEl>
                                        <p:attrNameLst>
                                          <p:attrName>ppt_x</p:attrName>
                                        </p:attrNameLst>
                                      </p:cBhvr>
                                      <p:tavLst>
                                        <p:tav tm="0">
                                          <p:val>
                                            <p:strVal val="0-#ppt_w/2"/>
                                          </p:val>
                                        </p:tav>
                                        <p:tav tm="100000">
                                          <p:val>
                                            <p:strVal val="#ppt_x"/>
                                          </p:val>
                                        </p:tav>
                                      </p:tavLst>
                                    </p:anim>
                                    <p:anim calcmode="lin" valueType="num">
                                      <p:cBhvr additive="base">
                                        <p:cTn id="22" dur="500" fill="hold"/>
                                        <p:tgtEl>
                                          <p:spTgt spid="51"/>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 calcmode="lin" valueType="num">
                                      <p:cBhvr additive="base">
                                        <p:cTn id="25" dur="500" fill="hold"/>
                                        <p:tgtEl>
                                          <p:spTgt spid="54"/>
                                        </p:tgtEl>
                                        <p:attrNameLst>
                                          <p:attrName>ppt_x</p:attrName>
                                        </p:attrNameLst>
                                      </p:cBhvr>
                                      <p:tavLst>
                                        <p:tav tm="0">
                                          <p:val>
                                            <p:strVal val="0-#ppt_w/2"/>
                                          </p:val>
                                        </p:tav>
                                        <p:tav tm="100000">
                                          <p:val>
                                            <p:strVal val="#ppt_x"/>
                                          </p:val>
                                        </p:tav>
                                      </p:tavLst>
                                    </p:anim>
                                    <p:anim calcmode="lin" valueType="num">
                                      <p:cBhvr additive="base">
                                        <p:cTn id="26"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382EEA9A-4F4F-49BF-A57F-5E4D69F8555C}"/>
              </a:ext>
            </a:extLst>
          </p:cNvPr>
          <p:cNvGrpSpPr/>
          <p:nvPr/>
        </p:nvGrpSpPr>
        <p:grpSpPr>
          <a:xfrm>
            <a:off x="4654028" y="4803789"/>
            <a:ext cx="4501043" cy="369332"/>
            <a:chOff x="5105368" y="2581412"/>
            <a:chExt cx="2941628" cy="369332"/>
          </a:xfrm>
        </p:grpSpPr>
        <p:cxnSp>
          <p:nvCxnSpPr>
            <p:cNvPr id="42" name="直接连接符 41">
              <a:extLst>
                <a:ext uri="{FF2B5EF4-FFF2-40B4-BE49-F238E27FC236}">
                  <a16:creationId xmlns:a16="http://schemas.microsoft.com/office/drawing/2014/main" id="{6071A77E-DFE7-494C-8624-556887BEF4F5}"/>
                </a:ext>
              </a:extLst>
            </p:cNvPr>
            <p:cNvCxnSpPr>
              <a:cxnSpLocks/>
            </p:cNvCxnSpPr>
            <p:nvPr/>
          </p:nvCxnSpPr>
          <p:spPr>
            <a:xfrm>
              <a:off x="5172752" y="2581412"/>
              <a:ext cx="2806861" cy="0"/>
            </a:xfrm>
            <a:prstGeom prst="line">
              <a:avLst/>
            </a:prstGeom>
            <a:ln w="19050">
              <a:solidFill>
                <a:srgbClr val="0F74E3"/>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8474E95F-FC1B-4BF2-AA51-5ABB731ED83D}"/>
                </a:ext>
              </a:extLst>
            </p:cNvPr>
            <p:cNvCxnSpPr>
              <a:cxnSpLocks/>
            </p:cNvCxnSpPr>
            <p:nvPr/>
          </p:nvCxnSpPr>
          <p:spPr>
            <a:xfrm>
              <a:off x="5172752" y="2950744"/>
              <a:ext cx="2806861" cy="0"/>
            </a:xfrm>
            <a:prstGeom prst="line">
              <a:avLst/>
            </a:prstGeom>
            <a:ln w="19050">
              <a:solidFill>
                <a:srgbClr val="0F74E3"/>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FF2AA5B3-EF16-4390-9457-31C810299F9A}"/>
                </a:ext>
              </a:extLst>
            </p:cNvPr>
            <p:cNvSpPr txBox="1"/>
            <p:nvPr/>
          </p:nvSpPr>
          <p:spPr>
            <a:xfrm>
              <a:off x="5105368" y="2581412"/>
              <a:ext cx="2941628" cy="369332"/>
            </a:xfrm>
            <a:prstGeom prst="rect">
              <a:avLst/>
            </a:prstGeom>
            <a:noFill/>
            <a:ln>
              <a:solidFill>
                <a:schemeClr val="bg1"/>
              </a:solidFill>
            </a:ln>
          </p:spPr>
          <p:txBody>
            <a:bodyPr wrap="square" rtlCol="0">
              <a:spAutoFit/>
            </a:bodyPr>
            <a:lstStyle/>
            <a:p>
              <a:pPr algn="dist"/>
              <a:r>
                <a:rPr lang="en-US" altLang="zh-CN"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SUBTITLE HERE</a:t>
              </a:r>
              <a:endParaRPr lang="zh-CN" altLang="en-US"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endParaRPr>
            </a:p>
          </p:txBody>
        </p:sp>
      </p:grpSp>
      <p:sp>
        <p:nvSpPr>
          <p:cNvPr id="2" name="矩形 1">
            <a:extLst>
              <a:ext uri="{FF2B5EF4-FFF2-40B4-BE49-F238E27FC236}">
                <a16:creationId xmlns:a16="http://schemas.microsoft.com/office/drawing/2014/main" id="{68BA8AF8-60F4-4AC2-9CAF-C149C533339F}"/>
              </a:ext>
            </a:extLst>
          </p:cNvPr>
          <p:cNvSpPr/>
          <p:nvPr/>
        </p:nvSpPr>
        <p:spPr>
          <a:xfrm>
            <a:off x="9432110"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6C22EE3-F408-4334-9744-742586409751}"/>
              </a:ext>
            </a:extLst>
          </p:cNvPr>
          <p:cNvSpPr/>
          <p:nvPr/>
        </p:nvSpPr>
        <p:spPr>
          <a:xfrm>
            <a:off x="10367384" y="87143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D161E6E2-FDFA-4938-9D9C-21B8E0F9FDD2}"/>
              </a:ext>
            </a:extLst>
          </p:cNvPr>
          <p:cNvSpPr/>
          <p:nvPr/>
        </p:nvSpPr>
        <p:spPr>
          <a:xfrm>
            <a:off x="11269255" y="0"/>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7D0C937-58C3-4796-9999-2C43C126C9B5}"/>
              </a:ext>
            </a:extLst>
          </p:cNvPr>
          <p:cNvSpPr/>
          <p:nvPr/>
        </p:nvSpPr>
        <p:spPr>
          <a:xfrm>
            <a:off x="9432109" y="1776514"/>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6A75A64-18A4-455E-8361-3A9319C887EA}"/>
              </a:ext>
            </a:extLst>
          </p:cNvPr>
          <p:cNvSpPr/>
          <p:nvPr/>
        </p:nvSpPr>
        <p:spPr>
          <a:xfrm>
            <a:off x="11269254" y="1769098"/>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305442FE-DE5B-4E48-B58B-C9E9312EB931}"/>
              </a:ext>
            </a:extLst>
          </p:cNvPr>
          <p:cNvSpPr/>
          <p:nvPr/>
        </p:nvSpPr>
        <p:spPr>
          <a:xfrm>
            <a:off x="8517709" y="2638628"/>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C6261404-30A2-43A9-87BC-407704A97141}"/>
              </a:ext>
            </a:extLst>
          </p:cNvPr>
          <p:cNvSpPr/>
          <p:nvPr/>
        </p:nvSpPr>
        <p:spPr>
          <a:xfrm>
            <a:off x="8505179" y="871437"/>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3284B24E-E060-49AE-B381-DB558C25BC75}"/>
              </a:ext>
            </a:extLst>
          </p:cNvPr>
          <p:cNvSpPr/>
          <p:nvPr/>
        </p:nvSpPr>
        <p:spPr>
          <a:xfrm>
            <a:off x="10346509" y="2657274"/>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18776E47-3992-4A21-AD81-12EB1864F570}"/>
              </a:ext>
            </a:extLst>
          </p:cNvPr>
          <p:cNvSpPr txBox="1"/>
          <p:nvPr/>
        </p:nvSpPr>
        <p:spPr>
          <a:xfrm>
            <a:off x="1234931" y="2605355"/>
            <a:ext cx="6368378" cy="1107996"/>
          </a:xfrm>
          <a:prstGeom prst="rect">
            <a:avLst/>
          </a:prstGeom>
          <a:noFill/>
        </p:spPr>
        <p:txBody>
          <a:bodyPr wrap="square" rtlCol="0">
            <a:spAutoFit/>
          </a:bodyPr>
          <a:lstStyle/>
          <a:p>
            <a:r>
              <a:rPr lang="zh-CN" altLang="en-US" sz="6600" b="1" spc="300" dirty="0">
                <a:solidFill>
                  <a:srgbClr val="0F74E3"/>
                </a:solidFill>
                <a:latin typeface="思源黑体 CN Bold" panose="020B0800000000000000" pitchFamily="34" charset="-122"/>
                <a:ea typeface="思源黑体 CN Bold" panose="020B0800000000000000" pitchFamily="34" charset="-122"/>
                <a:cs typeface="Arial" panose="020B0604020202020204" pitchFamily="34" charset="0"/>
              </a:rPr>
              <a:t>谢谢观看与聆听</a:t>
            </a:r>
          </a:p>
        </p:txBody>
      </p:sp>
      <p:sp>
        <p:nvSpPr>
          <p:cNvPr id="40" name="矩形 39">
            <a:extLst>
              <a:ext uri="{FF2B5EF4-FFF2-40B4-BE49-F238E27FC236}">
                <a16:creationId xmlns:a16="http://schemas.microsoft.com/office/drawing/2014/main" id="{A6ECB585-06D0-4498-8E05-CBFF70F5C915}"/>
              </a:ext>
            </a:extLst>
          </p:cNvPr>
          <p:cNvSpPr/>
          <p:nvPr/>
        </p:nvSpPr>
        <p:spPr>
          <a:xfrm>
            <a:off x="2536968" y="3982836"/>
            <a:ext cx="8602773" cy="400110"/>
          </a:xfrm>
          <a:prstGeom prst="rect">
            <a:avLst/>
          </a:prstGeom>
        </p:spPr>
        <p:txBody>
          <a:bodyPr wrap="square">
            <a:spAutoFit/>
          </a:bodyPr>
          <a:lstStyle/>
          <a:p>
            <a:pPr lvl="0" algn="dist" eaLnBrk="0" fontAlgn="base" hangingPunct="0">
              <a:spcBef>
                <a:spcPct val="0"/>
              </a:spcBef>
              <a:spcAft>
                <a:spcPct val="0"/>
              </a:spcAft>
            </a:pPr>
            <a:r>
              <a:rPr lang="en-US" altLang="zh-CN" sz="2000" b="1" spc="600" dirty="0">
                <a:latin typeface="思源黑体 CN Bold" panose="020B0800000000000000" pitchFamily="34" charset="-122"/>
                <a:ea typeface="思源黑体 CN Bold" panose="020B0800000000000000" pitchFamily="34" charset="-122"/>
                <a:cs typeface="Arial" panose="020B0604020202020204" pitchFamily="34" charset="0"/>
              </a:rPr>
              <a:t>THANK YOU FOR WATCHING AND LISTENING </a:t>
            </a:r>
          </a:p>
        </p:txBody>
      </p:sp>
      <p:sp>
        <p:nvSpPr>
          <p:cNvPr id="34" name="矩形 33">
            <a:extLst>
              <a:ext uri="{FF2B5EF4-FFF2-40B4-BE49-F238E27FC236}">
                <a16:creationId xmlns:a16="http://schemas.microsoft.com/office/drawing/2014/main" id="{D2DB69BB-F1FE-4407-A193-44D6FBDAD769}"/>
              </a:ext>
            </a:extLst>
          </p:cNvPr>
          <p:cNvSpPr/>
          <p:nvPr/>
        </p:nvSpPr>
        <p:spPr>
          <a:xfrm>
            <a:off x="0" y="5986563"/>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370F4F8-B7E0-47F3-AF39-487516797706}"/>
              </a:ext>
            </a:extLst>
          </p:cNvPr>
          <p:cNvSpPr/>
          <p:nvPr/>
        </p:nvSpPr>
        <p:spPr>
          <a:xfrm>
            <a:off x="922745" y="5072163"/>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4B61DCAE-FD2E-4BE2-A879-CE711F969849}"/>
              </a:ext>
            </a:extLst>
          </p:cNvPr>
          <p:cNvSpPr/>
          <p:nvPr/>
        </p:nvSpPr>
        <p:spPr>
          <a:xfrm>
            <a:off x="-17181" y="4200726"/>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B487CF3B-877E-41C6-9445-8AC2869DC3BA}"/>
              </a:ext>
            </a:extLst>
          </p:cNvPr>
          <p:cNvSpPr/>
          <p:nvPr/>
        </p:nvSpPr>
        <p:spPr>
          <a:xfrm>
            <a:off x="1837145" y="5962924"/>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313B068E-B674-4938-9385-F514C70EAFAE}"/>
              </a:ext>
            </a:extLst>
          </p:cNvPr>
          <p:cNvSpPr/>
          <p:nvPr/>
        </p:nvSpPr>
        <p:spPr>
          <a:xfrm>
            <a:off x="11260909" y="5986563"/>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DDC48EDA-493A-4E9E-A443-C55639A8CFD8}"/>
              </a:ext>
            </a:extLst>
          </p:cNvPr>
          <p:cNvSpPr/>
          <p:nvPr/>
        </p:nvSpPr>
        <p:spPr>
          <a:xfrm>
            <a:off x="10346509" y="5072163"/>
            <a:ext cx="914400" cy="914400"/>
          </a:xfrm>
          <a:prstGeom prst="rect">
            <a:avLst/>
          </a:prstGeom>
          <a:solidFill>
            <a:srgbClr val="04EEE8"/>
          </a:solidFill>
          <a:ln>
            <a:solidFill>
              <a:srgbClr val="04EE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4C06CD82-1079-4E38-9550-CF6CD98E8C66}"/>
              </a:ext>
            </a:extLst>
          </p:cNvPr>
          <p:cNvSpPr/>
          <p:nvPr/>
        </p:nvSpPr>
        <p:spPr>
          <a:xfrm>
            <a:off x="9415419" y="5986562"/>
            <a:ext cx="922745" cy="871437"/>
          </a:xfrm>
          <a:prstGeom prst="rect">
            <a:avLst/>
          </a:prstGeom>
          <a:solidFill>
            <a:srgbClr val="0F74E3"/>
          </a:solidFill>
          <a:ln>
            <a:solidFill>
              <a:srgbClr val="0F74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425" y="283644"/>
            <a:ext cx="1193870" cy="1193870"/>
          </a:xfrm>
          <a:prstGeom prst="rect">
            <a:avLst/>
          </a:prstGeom>
        </p:spPr>
      </p:pic>
    </p:spTree>
    <p:extLst>
      <p:ext uri="{BB962C8B-B14F-4D97-AF65-F5344CB8AC3E}">
        <p14:creationId xmlns:p14="http://schemas.microsoft.com/office/powerpoint/2010/main" val="2107701510"/>
      </p:ext>
    </p:extLst>
  </p:cSld>
  <p:clrMapOvr>
    <a:masterClrMapping/>
  </p:clrMapOvr>
  <mc:AlternateContent xmlns:mc="http://schemas.openxmlformats.org/markup-compatibility/2006" xmlns:p14="http://schemas.microsoft.com/office/powerpoint/2010/main">
    <mc:Choice Requires="p14">
      <p:transition spd="slow" p14:dur="160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750"/>
                                        <p:tgtEl>
                                          <p:spTgt spid="3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left)">
                                      <p:cBhvr>
                                        <p:cTn id="10" dur="750"/>
                                        <p:tgtEl>
                                          <p:spTgt spid="40"/>
                                        </p:tgtEl>
                                      </p:cBhvr>
                                    </p:animEffect>
                                  </p:childTnLst>
                                </p:cTn>
                              </p:par>
                            </p:childTnLst>
                          </p:cTn>
                        </p:par>
                        <p:par>
                          <p:cTn id="11" fill="hold">
                            <p:stCondLst>
                              <p:cond delay="750"/>
                            </p:stCondLst>
                            <p:childTnLst>
                              <p:par>
                                <p:cTn id="12" presetID="47" presetClass="entr" presetSubtype="0"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1000"/>
                                        <p:tgtEl>
                                          <p:spTgt spid="47"/>
                                        </p:tgtEl>
                                      </p:cBhvr>
                                    </p:animEffect>
                                    <p:anim calcmode="lin" valueType="num">
                                      <p:cBhvr>
                                        <p:cTn id="15" dur="1000" fill="hold"/>
                                        <p:tgtEl>
                                          <p:spTgt spid="47"/>
                                        </p:tgtEl>
                                        <p:attrNameLst>
                                          <p:attrName>ppt_x</p:attrName>
                                        </p:attrNameLst>
                                      </p:cBhvr>
                                      <p:tavLst>
                                        <p:tav tm="0">
                                          <p:val>
                                            <p:strVal val="#ppt_x"/>
                                          </p:val>
                                        </p:tav>
                                        <p:tav tm="100000">
                                          <p:val>
                                            <p:strVal val="#ppt_x"/>
                                          </p:val>
                                        </p:tav>
                                      </p:tavLst>
                                    </p:anim>
                                    <p:anim calcmode="lin" valueType="num">
                                      <p:cBhvr>
                                        <p:cTn id="1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0"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8fa55e09-efaf-4e99-b2a2-87871d375380"/>
</p:tagLst>
</file>

<file path=ppt/tags/tag2.xml><?xml version="1.0" encoding="utf-8"?>
<p:tagLst xmlns:a="http://schemas.openxmlformats.org/drawingml/2006/main" xmlns:r="http://schemas.openxmlformats.org/officeDocument/2006/relationships" xmlns:p="http://schemas.openxmlformats.org/presentationml/2006/main">
  <p:tag name="ISLIDE.DIAGRAM" val="27c0fd1a-f671-402d-8da3-a1d48e8f671b"/>
</p:tagLst>
</file>

<file path=ppt/tags/tag3.xml><?xml version="1.0" encoding="utf-8"?>
<p:tagLst xmlns:a="http://schemas.openxmlformats.org/drawingml/2006/main" xmlns:r="http://schemas.openxmlformats.org/officeDocument/2006/relationships" xmlns:p="http://schemas.openxmlformats.org/presentationml/2006/main">
  <p:tag name="ISLIDE.DIAGRAM" val="a417bf34-d299-4453-a191-a54692244ff8"/>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9.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0.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1.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2.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3.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4.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5.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6.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7.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ppt/theme/themeOverride18.xml><?xml version="1.0" encoding="utf-8"?>
<a:themeOverride xmlns:a="http://schemas.openxmlformats.org/drawingml/2006/main">
  <a:clrScheme name="Office">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686</TotalTime>
  <Words>1937</Words>
  <Application>Microsoft Office PowerPoint</Application>
  <PresentationFormat>宽屏</PresentationFormat>
  <Paragraphs>225</Paragraphs>
  <Slides>25</Slides>
  <Notes>19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-apple-system</vt:lpstr>
      <vt:lpstr>等线</vt:lpstr>
      <vt:lpstr>等线 Light</vt:lpstr>
      <vt:lpstr>仿宋</vt:lpstr>
      <vt:lpstr>思源黑体 CN Bold</vt:lpstr>
      <vt:lpstr>思源黑体 CN Light</vt:lpstr>
      <vt:lpstr>微软雅黑</vt:lpstr>
      <vt:lpstr>Arial</vt:lpstr>
      <vt:lpstr>Calibri</vt:lpstr>
      <vt:lpstr>Century 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俊光</dc:creator>
  <cp:lastModifiedBy>安康 陈</cp:lastModifiedBy>
  <cp:revision>120</cp:revision>
  <dcterms:created xsi:type="dcterms:W3CDTF">2018-12-22T08:19:47Z</dcterms:created>
  <dcterms:modified xsi:type="dcterms:W3CDTF">2024-12-29T07:40:39Z</dcterms:modified>
</cp:coreProperties>
</file>